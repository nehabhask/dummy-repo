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60193" y="1349233"/>
            <a:ext cx="3364229" cy="1838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401859" y="1145866"/>
            <a:ext cx="2481579" cy="335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227456" y="1145866"/>
            <a:ext cx="2546984" cy="335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E3E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5549" y="445384"/>
            <a:ext cx="71529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7353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412" y="1387287"/>
            <a:ext cx="7605395" cy="305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s://www.google.com/url?q=http%3A//bit.ly/2Tynxth&amp;sa=D&amp;source=editors&amp;ust=1790272872967847&amp;usg=AOvVaw1jA20KKWUYE2I4tVoQhA3m" TargetMode="External"/><Relationship Id="rId4" Type="http://schemas.openxmlformats.org/officeDocument/2006/relationships/hyperlink" Target="https://www.google.com/url?q=http%3A//bit.ly/30B07Gq&amp;sa=D&amp;source=editors&amp;ust=1790272872967989&amp;usg=AOvVaw0sjdifav2JmSFkgYeGu57I" TargetMode="External"/><Relationship Id="rId5" Type="http://schemas.openxmlformats.org/officeDocument/2006/relationships/hyperlink" Target="https://www.google.com/url?q=http%3A//bit.ly/33VAFh3&amp;sa=D&amp;source=editors&amp;ust=1790272872968039&amp;usg=AOvVaw1YpS7iE_-JF-h4eHgEQNun" TargetMode="External"/><Relationship Id="rId6" Type="http://schemas.openxmlformats.org/officeDocument/2006/relationships/hyperlink" Target="https://www.google.com/url?q=https%3A//slidesgo.com/slidesgo-school/powerpoint-tutorials/how-to-download-the-fonts-for-our-powerpoint-templates%3Futm_source%3Dslidesgo_template%26utm_medium%3Dreferral-link%26utm_campaign%3Dsg_credits%26utm_content%3Dslidesgo-school&amp;sa=D&amp;source=editors&amp;ust=1790272872968282&amp;usg=AOvVaw1Yeu7PSyNMujQBicas2H_L" TargetMode="External"/><Relationship Id="rId7" Type="http://schemas.openxmlformats.org/officeDocument/2006/relationships/hyperlink" Target="https://www.google.com/url?q=https%3A//storyset.com/%3Futm_source%3Dslidesgo_template%26utm_medium%3Dreferral-link%26utm_campaign%3Dslidesgo_contents_of_this_template%26utm_term%3Dstoryset%26utm_content%3Dstoryset&amp;sa=D&amp;source=editors&amp;ust=1790272872968518&amp;usg=AOvVaw0S_z3Zcgu2OpQ4TH_urnz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hyperlink" Target="https://www.google.com/url?q=https%3A//slidesgo.com/slidesgo-school/presentation-tips/how-to-modify-a-graph-in-our-templates%3Futm_source%3Dslidesgo_template%26utm_medium%3Dreferral-link%26utm_campaign%3Dhow-to-modify-a-graph-in-our-templates%26utm_term%3Dslidesgo-school%26utm_content%3Dhow-to-modify-a-graph-in-our-templates&amp;sa=D&amp;source=editors&amp;ust=1790272873226293&amp;usg=AOvVaw3-0RuJMYc3OmRW0OVq_O5o" TargetMode="External"/><Relationship Id="rId8" Type="http://schemas.openxmlformats.org/officeDocument/2006/relationships/hyperlink" Target="https://www.google.com/url?q=https%3A//slidesgo.com/slidesgo-school/presentation-tips/how-to-modify-a-graph-in-our-templates%3Futm_source%3Dslidesgo_template%26utm_medium%3Dreferral-link%26utm_campaign%3Dhow-to-modify-a-graph-in-our-templates%26utm_term%3Dslidesgo-school%26utm_content%3Dhow-to-modify-a-graph-in-our-templates&amp;sa=D&amp;source=editors&amp;ust=1790272873226704&amp;usg=AOvVaw10GYfGE54DnfVUgCYHhvzd" TargetMode="External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hyperlink" Target="https://www.google.com/url?q=https%3A//docs.google.com/spreadsheets/d/1wkIO9-dFv23ZjvDYkVSGPfszE68FIhwiH4pS2YoCDNo/copy%23gid%3D0&amp;sa=D&amp;source=editors&amp;ust=1790272873303285&amp;usg=AOvVaw0TgcsCUo5CJoKSx0cxXF4b" TargetMode="External"/><Relationship Id="rId14" Type="http://schemas.openxmlformats.org/officeDocument/2006/relationships/image" Target="../media/image6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48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71.png"/><Relationship Id="rId11" Type="http://schemas.openxmlformats.org/officeDocument/2006/relationships/image" Target="../media/image96.png"/><Relationship Id="rId12" Type="http://schemas.openxmlformats.org/officeDocument/2006/relationships/image" Target="../media/image6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7.jpg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1.png"/><Relationship Id="rId7" Type="http://schemas.openxmlformats.org/officeDocument/2006/relationships/image" Target="../media/image10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jpg"/><Relationship Id="rId9" Type="http://schemas.openxmlformats.org/officeDocument/2006/relationships/image" Target="../media/image118.png"/><Relationship Id="rId10" Type="http://schemas.openxmlformats.org/officeDocument/2006/relationships/image" Target="../media/image119.jpg"/><Relationship Id="rId11" Type="http://schemas.openxmlformats.org/officeDocument/2006/relationships/image" Target="../media/image120.png"/><Relationship Id="rId12" Type="http://schemas.openxmlformats.org/officeDocument/2006/relationships/image" Target="../media/image1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12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3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Relationship Id="rId9" Type="http://schemas.openxmlformats.org/officeDocument/2006/relationships/image" Target="../media/image133.png"/><Relationship Id="rId10" Type="http://schemas.openxmlformats.org/officeDocument/2006/relationships/image" Target="../media/image134.png"/><Relationship Id="rId11" Type="http://schemas.openxmlformats.org/officeDocument/2006/relationships/image" Target="../media/image135.png"/><Relationship Id="rId12" Type="http://schemas.openxmlformats.org/officeDocument/2006/relationships/image" Target="../media/image136.png"/><Relationship Id="rId13" Type="http://schemas.openxmlformats.org/officeDocument/2006/relationships/image" Target="../media/image137.png"/><Relationship Id="rId14" Type="http://schemas.openxmlformats.org/officeDocument/2006/relationships/hyperlink" Target="https://www.google.com/url?q=http%3A//bit.ly/2Tynxth&amp;sa=D&amp;source=editors&amp;ust=1790272874162347&amp;usg=AOvVaw1hKV-3s_1c2VvLSrqu8YvE" TargetMode="External"/><Relationship Id="rId15" Type="http://schemas.openxmlformats.org/officeDocument/2006/relationships/hyperlink" Target="https://www.google.com/url?q=http%3A//bit.ly/2TyoMsr&amp;sa=D&amp;source=editors&amp;ust=1790272874162433&amp;usg=AOvVaw0xsx7IpPGg0VBjdqbjV7qG" TargetMode="External"/><Relationship Id="rId16" Type="http://schemas.openxmlformats.org/officeDocument/2006/relationships/hyperlink" Target="https://www.google.com/url?q=http%3A//bit.ly/2TtBDfr&amp;sa=D&amp;source=editors&amp;ust=1790272874162482&amp;usg=AOvVaw0sychy2kRkjxbGdv7xGqgB" TargetMode="External"/><Relationship Id="rId17" Type="http://schemas.openxmlformats.org/officeDocument/2006/relationships/hyperlink" Target="mailto:youremail@freepik.com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hyperlink" Target="https://www.google.com/url?q=https%3A//www.freepik.com/free-photo/technology-background-with-chip_12975356.htm%23%26position%3D1%26from_view%3Dcollections/%3Futm_source%3Dslidesgo_template%26utm_medium%3Dreferral-link%26utm_campaign%3Dsg_resources%26utm_content%3Dfreepik&amp;sa=D&amp;source=editors&amp;ust=1790272874178300&amp;usg=AOvVaw3-2P7A-8C9MiuVpnF4bISU" TargetMode="External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148.png"/><Relationship Id="rId15" Type="http://schemas.openxmlformats.org/officeDocument/2006/relationships/image" Target="../media/image149.png"/><Relationship Id="rId16" Type="http://schemas.openxmlformats.org/officeDocument/2006/relationships/image" Target="../media/image150.png"/><Relationship Id="rId17" Type="http://schemas.openxmlformats.org/officeDocument/2006/relationships/image" Target="../media/image151.png"/><Relationship Id="rId18" Type="http://schemas.openxmlformats.org/officeDocument/2006/relationships/image" Target="../media/image15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43.png"/><Relationship Id="rId8" Type="http://schemas.openxmlformats.org/officeDocument/2006/relationships/hyperlink" Target="https://www.google.com/url?q=https%3A//www.freepik.com/free-vector/flat-design-minimal-technology-id-card-template_20781001.htm%23%26position%3D12%26from_view%3Dcollections/%3Futm_source%3Dslidesgo_template%26utm_medium%3Dreferral-link%26utm_campaign%3Dsg_resources%26utm_content%3Dfreepik&amp;sa=D&amp;source=editors&amp;ust=1790272874195828&amp;usg=AOvVaw3qIdM_5BdInuEataLM_M3V" TargetMode="External"/><Relationship Id="rId9" Type="http://schemas.openxmlformats.org/officeDocument/2006/relationships/hyperlink" Target="https://www.google.com/url?q=https%3A//www.freepik.com/free-vector/flat-design-technology-instagram-stories_20781003.htm%23%26position%3D11%26from_view%3Dcollections/%3Futm_source%3Dslidesgo_template%26utm_medium%3Dreferral-link%26utm_campaign%3Dsg_resources%26utm_content%3Dfreepik&amp;sa=D&amp;source=editors&amp;ust=1790272874196113&amp;usg=AOvVaw1vpzvAoFP9rRkYO5AOaHpJ" TargetMode="External"/><Relationship Id="rId10" Type="http://schemas.openxmlformats.org/officeDocument/2006/relationships/hyperlink" Target="https://www.google.com/url?q=https%3A//www.freepik.com/free-vector/flat-design-minimal-technology-instagram-posts_20781010.htm%23%26position%3D9%26from_view%3Dcollections/%3Futm_source%3Dslidesgo_template%26utm_medium%3Dreferral-link%26utm_campaign%3Dsg_resources%26utm_content%3Dfreepik&amp;sa=D&amp;source=editors&amp;ust=1790272874196382&amp;usg=AOvVaw1nUepO6Rpq4Dail1BeTuzF" TargetMode="External"/><Relationship Id="rId11" Type="http://schemas.openxmlformats.org/officeDocument/2006/relationships/hyperlink" Target="https://www.google.com/url?q=https%3A//www.freepik.com/free-vector/flat-design-minimal-technology-annual-report-template_20781023.htm%23%26position%3D5%26from_view%3Dcollections/%3Futm_source%3Dslidesgo_template%26utm_medium%3Dreferral-link%26utm_campaign%3Dsg_resources%26utm_content%3Dfreepik&amp;sa=D&amp;source=editors&amp;ust=1790272874196630&amp;usg=AOvVaw1D4Jtm0ooPxomVqCOzzMPu" TargetMode="External"/><Relationship Id="rId12" Type="http://schemas.openxmlformats.org/officeDocument/2006/relationships/hyperlink" Target="https://www.google.com/url?q=https%3A//www.freepik.com/free-photo/low-angle-businessman_12162282.htm%23%26position%3D4%26from_view%3Dcollections/%3Futm_source%3Dslidesgo_template%26utm_medium%3Dreferral-link%26utm_campaign%3Dsg_resources%26utm_content%3Dfreepik&amp;sa=D&amp;source=editors&amp;ust=1790272874197035&amp;usg=AOvVaw3LUeIZk1gNDYZEXdfB1Khq" TargetMode="External"/><Relationship Id="rId13" Type="http://schemas.openxmlformats.org/officeDocument/2006/relationships/hyperlink" Target="https://www.google.com/url?q=https%3A//www.freepik.com/free-photo/close-up-green-technological-background_12975350.htm%23%26position%3D2%26from_view%3Dcollections/%3Futm_source%3Dslidesgo_template%26utm_medium%3Dreferral-link%26utm_campaign%3Dsg_resources%26utm_content%3Dfreepik&amp;sa=D&amp;source=editors&amp;ust=1790272874197262&amp;usg=AOvVaw3FjHYYkJb3vOJ5W_qHzE15" TargetMode="External"/><Relationship Id="rId14" Type="http://schemas.openxmlformats.org/officeDocument/2006/relationships/hyperlink" Target="https://www.google.com/url?q=https%3A//www.freepik.com/free-photo/technology-background-button_12975395.htm%23%26position%3D0%26from_view%3Dcollections/%3Futm_source%3Dslidesgo_template%26utm_medium%3Dreferral-link%26utm_campaign%3Dsg_resources%26utm_content%3Dfreepik&amp;sa=D&amp;source=editors&amp;ust=1790272874197477&amp;usg=AOvVaw2-o0FB6fBif_Vtq9vZ8OlZ" TargetMode="Externa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url?q=http%3A//bit.ly/33VAFh3&amp;sa=D&amp;source=editors&amp;ust=1790272874202094&amp;usg=AOvVaw0ar-Exwf3BjZsaCQWniyc6" TargetMode="External"/><Relationship Id="rId3" Type="http://schemas.openxmlformats.org/officeDocument/2006/relationships/hyperlink" Target="https://www.google.com/url?q=http%3A//bit.ly/30B07Gq&amp;sa=D&amp;source=editors&amp;ust=1790272874202174&amp;usg=AOvVaw0MoSpXJ9keKp7Z0R-U9vGn" TargetMode="External"/><Relationship Id="rId4" Type="http://schemas.openxmlformats.org/officeDocument/2006/relationships/hyperlink" Target="https://www.google.com/url?q=http%3A//bit.ly/2PfT4lq&amp;sa=D&amp;source=editors&amp;ust=1790272874211064&amp;usg=AOvVaw0Qa3ym6aEh_PeDVquFZHmA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url?q=http%3A//bit.ly/2PfT4lq&amp;sa=D&amp;source=editors&amp;ust=1790272874219549&amp;usg=AOvVaw3MCvld2oZTaftgJKVEDJ4c" TargetMode="External"/><Relationship Id="rId3" Type="http://schemas.openxmlformats.org/officeDocument/2006/relationships/hyperlink" Target="https://www.google.com/url?q=http%3A//bit.ly/33VAFh3&amp;sa=D&amp;source=editors&amp;ust=1790272874221518&amp;usg=AOvVaw268bW7-njom0qD7rJRiUhP" TargetMode="External"/><Relationship Id="rId4" Type="http://schemas.openxmlformats.org/officeDocument/2006/relationships/hyperlink" Target="https://www.google.com/url?q=http%3A//bit.ly/30B07Gq&amp;sa=D&amp;source=editors&amp;ust=1790272874221596&amp;usg=AOvVaw1HkOyzm3vKMEDfXqlDB6Rw" TargetMode="Externa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url?q=https%3A//fonts.google.com/specimen/Orbitron&amp;sa=D&amp;source=editors&amp;ust=1790272874228009&amp;usg=AOvVaw3xhdIDV2Y9bj4PFXP7NQvT" TargetMode="External"/><Relationship Id="rId3" Type="http://schemas.openxmlformats.org/officeDocument/2006/relationships/hyperlink" Target="https://www.google.com/url?q=https%3A//fonts.google.com/specimen/Roboto&amp;sa=D&amp;source=editors&amp;ust=1790272874228129&amp;usg=AOvVaw2qRNNTutiv3bmx2VDaG4Ky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url?q=https%3A//storyset.com/how-it-works%3Futm_source%3Dslidesgo_template%26utm_medium%3Dreferral-link%26utm_campaign%3Dslidesgo_final_slides%26utm_term%3Dhow%2520it%2520works%26utm_content%3Dstoryset&amp;sa=D&amp;source=editors&amp;ust=1790272874244030&amp;usg=AOvVaw1KEs2eBjWMNhOU8wRs_oKy" TargetMode="External"/><Relationship Id="rId3" Type="http://schemas.openxmlformats.org/officeDocument/2006/relationships/image" Target="../media/image158.jpg"/><Relationship Id="rId4" Type="http://schemas.openxmlformats.org/officeDocument/2006/relationships/hyperlink" Target="https://www.google.com/url?q=https%3A//storyset.com/pana%3Futm_source%3Dslidesgo_template%26utm_medium%3Dreferral-link%26utm_campaign%3Dslidesgo_final_slides%26utm_term%3Dpana%26utm_content%3Dstoryset&amp;sa=D&amp;source=editors&amp;ust=1790272874281846&amp;usg=AOvVaw312HU6rw04EHfkU45NOe4w" TargetMode="External"/><Relationship Id="rId5" Type="http://schemas.openxmlformats.org/officeDocument/2006/relationships/hyperlink" Target="https://www.google.com/url?q=https%3A//storyset.com/amico%3Futm_source%3Dslidesgo_template%26utm_medium%3Dreferral-link%26utm_campaign%3Dslidesgo_final_slides%26utm_term%3Damico%26utm_content%3Dstoryset&amp;sa=D&amp;source=editors&amp;ust=1790272874282859&amp;usg=AOvVaw3r5Nt646vgVqtDTDd_Qohs" TargetMode="External"/><Relationship Id="rId6" Type="http://schemas.openxmlformats.org/officeDocument/2006/relationships/hyperlink" Target="https://www.google.com/url?q=https%3A//storyset.com/bro%3Futm_source%3Dslidesgo_template%26utm_medium%3Dreferral-link%26utm_campaign%3Dslidesgo_final_slides%26utm_term%3Dbro%26utm_content%3Dstoryset&amp;sa=D&amp;source=editors&amp;ust=1790272874283934&amp;usg=AOvVaw06PXIYVMbsjVEPCqvaPMKu" TargetMode="External"/><Relationship Id="rId7" Type="http://schemas.openxmlformats.org/officeDocument/2006/relationships/hyperlink" Target="https://www.google.com/url?q=https%3A//storyset.com/rafiki%3Futm_source%3Dslidesgo_template%26utm_medium%3Dreferral-link%26utm_campaign%3Dslidesgo_final_slides%26utm_term%3Drafiki%26utm_content%3Dstoryset&amp;sa=D&amp;source=editors&amp;ust=1790272874284690&amp;usg=AOvVaw3M6mB3jLDdTvm_ilOzogg2" TargetMode="External"/><Relationship Id="rId8" Type="http://schemas.openxmlformats.org/officeDocument/2006/relationships/image" Target="../media/image159.jpg"/><Relationship Id="rId9" Type="http://schemas.openxmlformats.org/officeDocument/2006/relationships/image" Target="../media/image160.jpg"/><Relationship Id="rId10" Type="http://schemas.openxmlformats.org/officeDocument/2006/relationships/image" Target="../media/image161.jpg"/><Relationship Id="rId11" Type="http://schemas.openxmlformats.org/officeDocument/2006/relationships/image" Target="../media/image162.jpg"/><Relationship Id="rId12" Type="http://schemas.openxmlformats.org/officeDocument/2006/relationships/hyperlink" Target="https://www.google.com/url?q=https%3A//storyset.com/cuate%3Futm_source%3Dslidesgo_template%26utm_medium%3Dreferral-link%26utm_campaign%3Dslidesgo_final_slides%26utm_term%3Dcuate%26utm_content%3Dstoryset&amp;sa=D&amp;source=editors&amp;ust=1790272874433422&amp;usg=AOvVaw02_OdBK01bVv0Ro2zCrMqr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image" Target="../media/image172.png"/><Relationship Id="rId12" Type="http://schemas.openxmlformats.org/officeDocument/2006/relationships/image" Target="../media/image173.png"/><Relationship Id="rId13" Type="http://schemas.openxmlformats.org/officeDocument/2006/relationships/image" Target="../media/image174.png"/><Relationship Id="rId14" Type="http://schemas.openxmlformats.org/officeDocument/2006/relationships/image" Target="../media/image175.png"/><Relationship Id="rId15" Type="http://schemas.openxmlformats.org/officeDocument/2006/relationships/image" Target="../media/image176.png"/><Relationship Id="rId16" Type="http://schemas.openxmlformats.org/officeDocument/2006/relationships/image" Target="../media/image177.png"/><Relationship Id="rId17" Type="http://schemas.openxmlformats.org/officeDocument/2006/relationships/image" Target="../media/image178.png"/><Relationship Id="rId18" Type="http://schemas.openxmlformats.org/officeDocument/2006/relationships/image" Target="../media/image179.png"/><Relationship Id="rId19" Type="http://schemas.openxmlformats.org/officeDocument/2006/relationships/image" Target="../media/image180.png"/><Relationship Id="rId20" Type="http://schemas.openxmlformats.org/officeDocument/2006/relationships/image" Target="../media/image181.png"/><Relationship Id="rId21" Type="http://schemas.openxmlformats.org/officeDocument/2006/relationships/image" Target="../media/image182.png"/><Relationship Id="rId22" Type="http://schemas.openxmlformats.org/officeDocument/2006/relationships/image" Target="../media/image183.png"/><Relationship Id="rId23" Type="http://schemas.openxmlformats.org/officeDocument/2006/relationships/image" Target="../media/image184.png"/><Relationship Id="rId24" Type="http://schemas.openxmlformats.org/officeDocument/2006/relationships/image" Target="../media/image185.png"/><Relationship Id="rId25" Type="http://schemas.openxmlformats.org/officeDocument/2006/relationships/image" Target="../media/image186.png"/><Relationship Id="rId26" Type="http://schemas.openxmlformats.org/officeDocument/2006/relationships/image" Target="../media/image187.png"/><Relationship Id="rId27" Type="http://schemas.openxmlformats.org/officeDocument/2006/relationships/image" Target="../media/image188.png"/><Relationship Id="rId28" Type="http://schemas.openxmlformats.org/officeDocument/2006/relationships/image" Target="../media/image189.png"/><Relationship Id="rId29" Type="http://schemas.openxmlformats.org/officeDocument/2006/relationships/image" Target="../media/image190.png"/><Relationship Id="rId30" Type="http://schemas.openxmlformats.org/officeDocument/2006/relationships/image" Target="../media/image191.png"/><Relationship Id="rId31" Type="http://schemas.openxmlformats.org/officeDocument/2006/relationships/image" Target="../media/image192.png"/><Relationship Id="rId32" Type="http://schemas.openxmlformats.org/officeDocument/2006/relationships/image" Target="../media/image193.png"/><Relationship Id="rId33" Type="http://schemas.openxmlformats.org/officeDocument/2006/relationships/image" Target="../media/image194.png"/><Relationship Id="rId34" Type="http://schemas.openxmlformats.org/officeDocument/2006/relationships/image" Target="../media/image195.png"/><Relationship Id="rId35" Type="http://schemas.openxmlformats.org/officeDocument/2006/relationships/image" Target="../media/image196.png"/><Relationship Id="rId36" Type="http://schemas.openxmlformats.org/officeDocument/2006/relationships/image" Target="../media/image197.png"/><Relationship Id="rId37" Type="http://schemas.openxmlformats.org/officeDocument/2006/relationships/image" Target="../media/image198.png"/><Relationship Id="rId38" Type="http://schemas.openxmlformats.org/officeDocument/2006/relationships/image" Target="../media/image199.png"/><Relationship Id="rId39" Type="http://schemas.openxmlformats.org/officeDocument/2006/relationships/image" Target="../media/image200.png"/><Relationship Id="rId40" Type="http://schemas.openxmlformats.org/officeDocument/2006/relationships/image" Target="../media/image201.png"/><Relationship Id="rId41" Type="http://schemas.openxmlformats.org/officeDocument/2006/relationships/image" Target="../media/image202.png"/><Relationship Id="rId42" Type="http://schemas.openxmlformats.org/officeDocument/2006/relationships/image" Target="../media/image203.png"/><Relationship Id="rId43" Type="http://schemas.openxmlformats.org/officeDocument/2006/relationships/image" Target="../media/image204.png"/><Relationship Id="rId44" Type="http://schemas.openxmlformats.org/officeDocument/2006/relationships/image" Target="../media/image205.png"/><Relationship Id="rId45" Type="http://schemas.openxmlformats.org/officeDocument/2006/relationships/image" Target="../media/image206.png"/><Relationship Id="rId46" Type="http://schemas.openxmlformats.org/officeDocument/2006/relationships/image" Target="../media/image207.png"/><Relationship Id="rId47" Type="http://schemas.openxmlformats.org/officeDocument/2006/relationships/image" Target="../media/image208.png"/><Relationship Id="rId48" Type="http://schemas.openxmlformats.org/officeDocument/2006/relationships/image" Target="../media/image209.png"/><Relationship Id="rId49" Type="http://schemas.openxmlformats.org/officeDocument/2006/relationships/image" Target="../media/image210.png"/><Relationship Id="rId50" Type="http://schemas.openxmlformats.org/officeDocument/2006/relationships/image" Target="../media/image211.png"/><Relationship Id="rId51" Type="http://schemas.openxmlformats.org/officeDocument/2006/relationships/image" Target="../media/image212.png"/><Relationship Id="rId52" Type="http://schemas.openxmlformats.org/officeDocument/2006/relationships/image" Target="../media/image213.png"/><Relationship Id="rId53" Type="http://schemas.openxmlformats.org/officeDocument/2006/relationships/image" Target="../media/image214.png"/><Relationship Id="rId54" Type="http://schemas.openxmlformats.org/officeDocument/2006/relationships/hyperlink" Target="https://www.google.com/url?q=https%3A//bit.ly/2ZjL1pd&amp;sa=D&amp;source=editors&amp;ust=1790272874594581&amp;usg=AOvVaw2rT6WggAC3Msq2rgGWGIFp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Relationship Id="rId8" Type="http://schemas.openxmlformats.org/officeDocument/2006/relationships/image" Target="../media/image221.png"/><Relationship Id="rId9" Type="http://schemas.openxmlformats.org/officeDocument/2006/relationships/image" Target="../media/image222.png"/><Relationship Id="rId10" Type="http://schemas.openxmlformats.org/officeDocument/2006/relationships/image" Target="../media/image223.png"/><Relationship Id="rId11" Type="http://schemas.openxmlformats.org/officeDocument/2006/relationships/image" Target="../media/image224.png"/><Relationship Id="rId12" Type="http://schemas.openxmlformats.org/officeDocument/2006/relationships/image" Target="../media/image225.png"/><Relationship Id="rId13" Type="http://schemas.openxmlformats.org/officeDocument/2006/relationships/image" Target="../media/image226.png"/><Relationship Id="rId14" Type="http://schemas.openxmlformats.org/officeDocument/2006/relationships/image" Target="../media/image227.png"/><Relationship Id="rId15" Type="http://schemas.openxmlformats.org/officeDocument/2006/relationships/image" Target="../media/image228.png"/><Relationship Id="rId16" Type="http://schemas.openxmlformats.org/officeDocument/2006/relationships/image" Target="../media/image229.png"/><Relationship Id="rId17" Type="http://schemas.openxmlformats.org/officeDocument/2006/relationships/image" Target="../media/image23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1.pn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Relationship Id="rId18" Type="http://schemas.openxmlformats.org/officeDocument/2006/relationships/image" Target="../media/image247.png"/><Relationship Id="rId19" Type="http://schemas.openxmlformats.org/officeDocument/2006/relationships/image" Target="../media/image248.png"/><Relationship Id="rId20" Type="http://schemas.openxmlformats.org/officeDocument/2006/relationships/image" Target="../media/image249.png"/><Relationship Id="rId21" Type="http://schemas.openxmlformats.org/officeDocument/2006/relationships/image" Target="../media/image250.png"/><Relationship Id="rId22" Type="http://schemas.openxmlformats.org/officeDocument/2006/relationships/image" Target="../media/image251.png"/><Relationship Id="rId23" Type="http://schemas.openxmlformats.org/officeDocument/2006/relationships/image" Target="../media/image252.png"/><Relationship Id="rId24" Type="http://schemas.openxmlformats.org/officeDocument/2006/relationships/image" Target="../media/image253.png"/><Relationship Id="rId25" Type="http://schemas.openxmlformats.org/officeDocument/2006/relationships/image" Target="../media/image254.png"/><Relationship Id="rId26" Type="http://schemas.openxmlformats.org/officeDocument/2006/relationships/image" Target="../media/image255.png"/><Relationship Id="rId27" Type="http://schemas.openxmlformats.org/officeDocument/2006/relationships/image" Target="../media/image256.png"/><Relationship Id="rId28" Type="http://schemas.openxmlformats.org/officeDocument/2006/relationships/image" Target="../media/image257.png"/><Relationship Id="rId29" Type="http://schemas.openxmlformats.org/officeDocument/2006/relationships/image" Target="../media/image258.png"/><Relationship Id="rId30" Type="http://schemas.openxmlformats.org/officeDocument/2006/relationships/image" Target="../media/image259.png"/><Relationship Id="rId31" Type="http://schemas.openxmlformats.org/officeDocument/2006/relationships/image" Target="../media/image260.png"/><Relationship Id="rId32" Type="http://schemas.openxmlformats.org/officeDocument/2006/relationships/image" Target="../media/image261.png"/><Relationship Id="rId33" Type="http://schemas.openxmlformats.org/officeDocument/2006/relationships/image" Target="../media/image262.png"/><Relationship Id="rId34" Type="http://schemas.openxmlformats.org/officeDocument/2006/relationships/image" Target="../media/image263.png"/><Relationship Id="rId35" Type="http://schemas.openxmlformats.org/officeDocument/2006/relationships/image" Target="../media/image264.png"/><Relationship Id="rId36" Type="http://schemas.openxmlformats.org/officeDocument/2006/relationships/image" Target="../media/image265.png"/><Relationship Id="rId37" Type="http://schemas.openxmlformats.org/officeDocument/2006/relationships/image" Target="../media/image266.png"/><Relationship Id="rId38" Type="http://schemas.openxmlformats.org/officeDocument/2006/relationships/image" Target="../media/image267.png"/><Relationship Id="rId39" Type="http://schemas.openxmlformats.org/officeDocument/2006/relationships/image" Target="../media/image268.png"/><Relationship Id="rId40" Type="http://schemas.openxmlformats.org/officeDocument/2006/relationships/image" Target="../media/image269.png"/><Relationship Id="rId41" Type="http://schemas.openxmlformats.org/officeDocument/2006/relationships/image" Target="../media/image27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Relationship Id="rId8" Type="http://schemas.openxmlformats.org/officeDocument/2006/relationships/image" Target="../media/image278.png"/><Relationship Id="rId9" Type="http://schemas.openxmlformats.org/officeDocument/2006/relationships/image" Target="../media/image279.png"/><Relationship Id="rId10" Type="http://schemas.openxmlformats.org/officeDocument/2006/relationships/image" Target="../media/image280.png"/><Relationship Id="rId11" Type="http://schemas.openxmlformats.org/officeDocument/2006/relationships/image" Target="../media/image281.png"/><Relationship Id="rId12" Type="http://schemas.openxmlformats.org/officeDocument/2006/relationships/image" Target="../media/image282.png"/><Relationship Id="rId13" Type="http://schemas.openxmlformats.org/officeDocument/2006/relationships/image" Target="../media/image283.png"/><Relationship Id="rId14" Type="http://schemas.openxmlformats.org/officeDocument/2006/relationships/image" Target="../media/image284.png"/><Relationship Id="rId15" Type="http://schemas.openxmlformats.org/officeDocument/2006/relationships/image" Target="../media/image285.png"/><Relationship Id="rId16" Type="http://schemas.openxmlformats.org/officeDocument/2006/relationships/image" Target="../media/image286.png"/><Relationship Id="rId17" Type="http://schemas.openxmlformats.org/officeDocument/2006/relationships/image" Target="../media/image287.png"/><Relationship Id="rId18" Type="http://schemas.openxmlformats.org/officeDocument/2006/relationships/image" Target="../media/image288.png"/><Relationship Id="rId19" Type="http://schemas.openxmlformats.org/officeDocument/2006/relationships/image" Target="../media/image289.png"/><Relationship Id="rId20" Type="http://schemas.openxmlformats.org/officeDocument/2006/relationships/image" Target="../media/image290.png"/><Relationship Id="rId21" Type="http://schemas.openxmlformats.org/officeDocument/2006/relationships/image" Target="../media/image291.png"/><Relationship Id="rId22" Type="http://schemas.openxmlformats.org/officeDocument/2006/relationships/image" Target="../media/image292.png"/><Relationship Id="rId23" Type="http://schemas.openxmlformats.org/officeDocument/2006/relationships/image" Target="../media/image293.png"/><Relationship Id="rId24" Type="http://schemas.openxmlformats.org/officeDocument/2006/relationships/image" Target="../media/image294.png"/><Relationship Id="rId25" Type="http://schemas.openxmlformats.org/officeDocument/2006/relationships/image" Target="../media/image295.png"/><Relationship Id="rId26" Type="http://schemas.openxmlformats.org/officeDocument/2006/relationships/image" Target="../media/image296.png"/><Relationship Id="rId27" Type="http://schemas.openxmlformats.org/officeDocument/2006/relationships/image" Target="../media/image297.png"/><Relationship Id="rId28" Type="http://schemas.openxmlformats.org/officeDocument/2006/relationships/image" Target="../media/image298.png"/><Relationship Id="rId29" Type="http://schemas.openxmlformats.org/officeDocument/2006/relationships/image" Target="../media/image299.png"/><Relationship Id="rId30" Type="http://schemas.openxmlformats.org/officeDocument/2006/relationships/image" Target="../media/image300.png"/><Relationship Id="rId31" Type="http://schemas.openxmlformats.org/officeDocument/2006/relationships/image" Target="../media/image301.png"/><Relationship Id="rId32" Type="http://schemas.openxmlformats.org/officeDocument/2006/relationships/image" Target="../media/image302.png"/><Relationship Id="rId33" Type="http://schemas.openxmlformats.org/officeDocument/2006/relationships/image" Target="../media/image303.png"/><Relationship Id="rId34" Type="http://schemas.openxmlformats.org/officeDocument/2006/relationships/image" Target="../media/image304.png"/><Relationship Id="rId35" Type="http://schemas.openxmlformats.org/officeDocument/2006/relationships/image" Target="../media/image305.png"/><Relationship Id="rId36" Type="http://schemas.openxmlformats.org/officeDocument/2006/relationships/image" Target="../media/image306.png"/><Relationship Id="rId37" Type="http://schemas.openxmlformats.org/officeDocument/2006/relationships/image" Target="../media/image307.png"/><Relationship Id="rId38" Type="http://schemas.openxmlformats.org/officeDocument/2006/relationships/image" Target="../media/image308.png"/><Relationship Id="rId39" Type="http://schemas.openxmlformats.org/officeDocument/2006/relationships/image" Target="../media/image309.png"/><Relationship Id="rId40" Type="http://schemas.openxmlformats.org/officeDocument/2006/relationships/image" Target="../media/image310.png"/><Relationship Id="rId41" Type="http://schemas.openxmlformats.org/officeDocument/2006/relationships/image" Target="../media/image311.png"/><Relationship Id="rId42" Type="http://schemas.openxmlformats.org/officeDocument/2006/relationships/image" Target="../media/image312.png"/><Relationship Id="rId43" Type="http://schemas.openxmlformats.org/officeDocument/2006/relationships/image" Target="../media/image313.png"/><Relationship Id="rId44" Type="http://schemas.openxmlformats.org/officeDocument/2006/relationships/image" Target="../media/image314.png"/><Relationship Id="rId45" Type="http://schemas.openxmlformats.org/officeDocument/2006/relationships/image" Target="../media/image315.png"/><Relationship Id="rId46" Type="http://schemas.openxmlformats.org/officeDocument/2006/relationships/image" Target="../media/image316.png"/><Relationship Id="rId47" Type="http://schemas.openxmlformats.org/officeDocument/2006/relationships/image" Target="../media/image31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Relationship Id="rId4" Type="http://schemas.openxmlformats.org/officeDocument/2006/relationships/image" Target="../media/image320.png"/><Relationship Id="rId5" Type="http://schemas.openxmlformats.org/officeDocument/2006/relationships/image" Target="../media/image321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Relationship Id="rId11" Type="http://schemas.openxmlformats.org/officeDocument/2006/relationships/image" Target="../media/image327.png"/><Relationship Id="rId12" Type="http://schemas.openxmlformats.org/officeDocument/2006/relationships/image" Target="../media/image328.png"/><Relationship Id="rId13" Type="http://schemas.openxmlformats.org/officeDocument/2006/relationships/image" Target="../media/image329.png"/><Relationship Id="rId14" Type="http://schemas.openxmlformats.org/officeDocument/2006/relationships/image" Target="../media/image330.png"/><Relationship Id="rId15" Type="http://schemas.openxmlformats.org/officeDocument/2006/relationships/image" Target="../media/image331.png"/><Relationship Id="rId16" Type="http://schemas.openxmlformats.org/officeDocument/2006/relationships/image" Target="../media/image332.png"/><Relationship Id="rId17" Type="http://schemas.openxmlformats.org/officeDocument/2006/relationships/image" Target="../media/image333.png"/><Relationship Id="rId18" Type="http://schemas.openxmlformats.org/officeDocument/2006/relationships/image" Target="../media/image334.png"/><Relationship Id="rId19" Type="http://schemas.openxmlformats.org/officeDocument/2006/relationships/image" Target="../media/image335.png"/><Relationship Id="rId20" Type="http://schemas.openxmlformats.org/officeDocument/2006/relationships/image" Target="../media/image336.png"/><Relationship Id="rId21" Type="http://schemas.openxmlformats.org/officeDocument/2006/relationships/image" Target="../media/image337.png"/><Relationship Id="rId22" Type="http://schemas.openxmlformats.org/officeDocument/2006/relationships/image" Target="../media/image338.png"/><Relationship Id="rId23" Type="http://schemas.openxmlformats.org/officeDocument/2006/relationships/image" Target="../media/image339.png"/><Relationship Id="rId24" Type="http://schemas.openxmlformats.org/officeDocument/2006/relationships/image" Target="../media/image340.png"/><Relationship Id="rId25" Type="http://schemas.openxmlformats.org/officeDocument/2006/relationships/image" Target="../media/image341.png"/><Relationship Id="rId26" Type="http://schemas.openxmlformats.org/officeDocument/2006/relationships/image" Target="../media/image342.png"/><Relationship Id="rId27" Type="http://schemas.openxmlformats.org/officeDocument/2006/relationships/image" Target="../media/image343.png"/><Relationship Id="rId28" Type="http://schemas.openxmlformats.org/officeDocument/2006/relationships/image" Target="../media/image344.png"/><Relationship Id="rId29" Type="http://schemas.openxmlformats.org/officeDocument/2006/relationships/image" Target="../media/image345.png"/><Relationship Id="rId30" Type="http://schemas.openxmlformats.org/officeDocument/2006/relationships/image" Target="../media/image346.png"/><Relationship Id="rId31" Type="http://schemas.openxmlformats.org/officeDocument/2006/relationships/image" Target="../media/image347.png"/><Relationship Id="rId32" Type="http://schemas.openxmlformats.org/officeDocument/2006/relationships/image" Target="../media/image34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oogle.com/url?q=http%3A//bit.ly/2PfT4lq&amp;sa=D&amp;source=editors&amp;ust=1790272875562301&amp;usg=AOvVaw3A-tZ0PxN-mTADCj6TGzWa" TargetMode="External"/><Relationship Id="rId3" Type="http://schemas.openxmlformats.org/officeDocument/2006/relationships/image" Target="../media/image34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736089" cy="1603375"/>
          </a:xfrm>
          <a:custGeom>
            <a:avLst/>
            <a:gdLst/>
            <a:ahLst/>
            <a:cxnLst/>
            <a:rect l="l" t="t" r="r" b="b"/>
            <a:pathLst>
              <a:path w="1736089" h="1603375">
                <a:moveTo>
                  <a:pt x="0" y="1602762"/>
                </a:moveTo>
                <a:lnTo>
                  <a:pt x="0" y="550529"/>
                </a:lnTo>
                <a:lnTo>
                  <a:pt x="325227" y="550529"/>
                </a:lnTo>
                <a:lnTo>
                  <a:pt x="875682" y="0"/>
                </a:lnTo>
                <a:lnTo>
                  <a:pt x="1735949" y="0"/>
                </a:lnTo>
                <a:lnTo>
                  <a:pt x="1527543" y="208451"/>
                </a:lnTo>
                <a:lnTo>
                  <a:pt x="1527543" y="354156"/>
                </a:lnTo>
                <a:lnTo>
                  <a:pt x="987200" y="894498"/>
                </a:lnTo>
                <a:lnTo>
                  <a:pt x="708143" y="894498"/>
                </a:lnTo>
                <a:lnTo>
                  <a:pt x="0" y="160276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330" y="348501"/>
            <a:ext cx="120790" cy="1209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1928" y="348501"/>
            <a:ext cx="120959" cy="1209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1213" y="625358"/>
            <a:ext cx="120284" cy="1209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80305" y="624683"/>
            <a:ext cx="120791" cy="121641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923004"/>
            <a:ext cx="652145" cy="652145"/>
          </a:xfrm>
          <a:custGeom>
            <a:avLst/>
            <a:gdLst/>
            <a:ahLst/>
            <a:cxnLst/>
            <a:rect l="l" t="t" r="r" b="b"/>
            <a:pathLst>
              <a:path w="652145" h="652144">
                <a:moveTo>
                  <a:pt x="0" y="651986"/>
                </a:moveTo>
                <a:lnTo>
                  <a:pt x="0" y="50769"/>
                </a:lnTo>
                <a:lnTo>
                  <a:pt x="50693" y="0"/>
                </a:lnTo>
                <a:lnTo>
                  <a:pt x="651667" y="0"/>
                </a:lnTo>
                <a:lnTo>
                  <a:pt x="0" y="651986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0"/>
            <a:ext cx="2053589" cy="3540760"/>
          </a:xfrm>
          <a:custGeom>
            <a:avLst/>
            <a:gdLst/>
            <a:ahLst/>
            <a:cxnLst/>
            <a:rect l="l" t="t" r="r" b="b"/>
            <a:pathLst>
              <a:path w="2053589" h="3540760">
                <a:moveTo>
                  <a:pt x="247053" y="2692133"/>
                </a:moveTo>
                <a:lnTo>
                  <a:pt x="0" y="2445118"/>
                </a:lnTo>
                <a:lnTo>
                  <a:pt x="0" y="2500668"/>
                </a:lnTo>
                <a:lnTo>
                  <a:pt x="207733" y="2708402"/>
                </a:lnTo>
                <a:lnTo>
                  <a:pt x="207733" y="3055010"/>
                </a:lnTo>
                <a:lnTo>
                  <a:pt x="0" y="2847276"/>
                </a:lnTo>
                <a:lnTo>
                  <a:pt x="0" y="2869463"/>
                </a:lnTo>
                <a:lnTo>
                  <a:pt x="207733" y="3077197"/>
                </a:lnTo>
                <a:lnTo>
                  <a:pt x="207733" y="3277476"/>
                </a:lnTo>
                <a:lnTo>
                  <a:pt x="0" y="3485413"/>
                </a:lnTo>
                <a:lnTo>
                  <a:pt x="0" y="3540671"/>
                </a:lnTo>
                <a:lnTo>
                  <a:pt x="247053" y="3293605"/>
                </a:lnTo>
                <a:lnTo>
                  <a:pt x="247053" y="2692133"/>
                </a:lnTo>
                <a:close/>
              </a:path>
              <a:path w="2053589" h="3540760">
                <a:moveTo>
                  <a:pt x="2053361" y="0"/>
                </a:moveTo>
                <a:lnTo>
                  <a:pt x="1998027" y="0"/>
                </a:lnTo>
                <a:lnTo>
                  <a:pt x="1479613" y="518668"/>
                </a:lnTo>
                <a:lnTo>
                  <a:pt x="655180" y="518668"/>
                </a:lnTo>
                <a:lnTo>
                  <a:pt x="649122" y="524217"/>
                </a:lnTo>
                <a:lnTo>
                  <a:pt x="0" y="1173416"/>
                </a:lnTo>
                <a:lnTo>
                  <a:pt x="0" y="1217714"/>
                </a:lnTo>
                <a:lnTo>
                  <a:pt x="0" y="1228928"/>
                </a:lnTo>
                <a:lnTo>
                  <a:pt x="0" y="1389341"/>
                </a:lnTo>
                <a:lnTo>
                  <a:pt x="137528" y="1251724"/>
                </a:lnTo>
                <a:lnTo>
                  <a:pt x="137528" y="1091399"/>
                </a:lnTo>
                <a:lnTo>
                  <a:pt x="671309" y="557618"/>
                </a:lnTo>
                <a:lnTo>
                  <a:pt x="1105141" y="557618"/>
                </a:lnTo>
                <a:lnTo>
                  <a:pt x="438759" y="1224000"/>
                </a:lnTo>
                <a:lnTo>
                  <a:pt x="438759" y="1866315"/>
                </a:lnTo>
                <a:lnTo>
                  <a:pt x="0" y="2305075"/>
                </a:lnTo>
                <a:lnTo>
                  <a:pt x="0" y="2327262"/>
                </a:lnTo>
                <a:lnTo>
                  <a:pt x="454393" y="1872869"/>
                </a:lnTo>
                <a:lnTo>
                  <a:pt x="454393" y="1230553"/>
                </a:lnTo>
                <a:lnTo>
                  <a:pt x="1127328" y="557618"/>
                </a:lnTo>
                <a:lnTo>
                  <a:pt x="1495755" y="557618"/>
                </a:lnTo>
                <a:lnTo>
                  <a:pt x="2053361" y="0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88136" y="1440802"/>
            <a:ext cx="300355" cy="300355"/>
          </a:xfrm>
          <a:custGeom>
            <a:avLst/>
            <a:gdLst/>
            <a:ahLst/>
            <a:cxnLst/>
            <a:rect l="l" t="t" r="r" b="b"/>
            <a:pathLst>
              <a:path w="300355" h="300355">
                <a:moveTo>
                  <a:pt x="300101" y="126174"/>
                </a:moveTo>
                <a:lnTo>
                  <a:pt x="173558" y="126174"/>
                </a:lnTo>
                <a:lnTo>
                  <a:pt x="173558" y="0"/>
                </a:lnTo>
                <a:lnTo>
                  <a:pt x="126034" y="0"/>
                </a:lnTo>
                <a:lnTo>
                  <a:pt x="126034" y="126174"/>
                </a:lnTo>
                <a:lnTo>
                  <a:pt x="0" y="126174"/>
                </a:lnTo>
                <a:lnTo>
                  <a:pt x="0" y="173570"/>
                </a:lnTo>
                <a:lnTo>
                  <a:pt x="126034" y="173570"/>
                </a:lnTo>
                <a:lnTo>
                  <a:pt x="126034" y="299732"/>
                </a:lnTo>
                <a:lnTo>
                  <a:pt x="173558" y="299732"/>
                </a:lnTo>
                <a:lnTo>
                  <a:pt x="173558" y="173570"/>
                </a:lnTo>
                <a:lnTo>
                  <a:pt x="300101" y="173570"/>
                </a:lnTo>
                <a:lnTo>
                  <a:pt x="300101" y="126174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7077" y="4499989"/>
            <a:ext cx="124377" cy="1243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922550" y="2940098"/>
            <a:ext cx="1221740" cy="2203450"/>
            <a:chOff x="7922550" y="2940098"/>
            <a:chExt cx="1221740" cy="2203450"/>
          </a:xfrm>
        </p:grpSpPr>
        <p:sp>
          <p:nvSpPr>
            <p:cNvPr id="10" name="object 10"/>
            <p:cNvSpPr/>
            <p:nvPr/>
          </p:nvSpPr>
          <p:spPr>
            <a:xfrm>
              <a:off x="7922550" y="2940098"/>
              <a:ext cx="1221740" cy="2203450"/>
            </a:xfrm>
            <a:custGeom>
              <a:avLst/>
              <a:gdLst/>
              <a:ahLst/>
              <a:cxnLst/>
              <a:rect l="l" t="t" r="r" b="b"/>
              <a:pathLst>
                <a:path w="1221740" h="2203450">
                  <a:moveTo>
                    <a:pt x="37848" y="2203401"/>
                  </a:moveTo>
                  <a:lnTo>
                    <a:pt x="0" y="2203401"/>
                  </a:lnTo>
                  <a:lnTo>
                    <a:pt x="1186604" y="1016754"/>
                  </a:lnTo>
                  <a:lnTo>
                    <a:pt x="1186604" y="34845"/>
                  </a:lnTo>
                  <a:lnTo>
                    <a:pt x="1221449" y="0"/>
                  </a:lnTo>
                  <a:lnTo>
                    <a:pt x="1221449" y="1020510"/>
                  </a:lnTo>
                  <a:lnTo>
                    <a:pt x="1187345" y="1054644"/>
                  </a:lnTo>
                  <a:lnTo>
                    <a:pt x="1186604" y="1054644"/>
                  </a:lnTo>
                  <a:lnTo>
                    <a:pt x="37848" y="2203401"/>
                  </a:lnTo>
                  <a:close/>
                </a:path>
                <a:path w="1221740" h="2203450">
                  <a:moveTo>
                    <a:pt x="1186604" y="1055386"/>
                  </a:moveTo>
                  <a:lnTo>
                    <a:pt x="1186604" y="1054644"/>
                  </a:lnTo>
                  <a:lnTo>
                    <a:pt x="1187345" y="1054644"/>
                  </a:lnTo>
                  <a:lnTo>
                    <a:pt x="1186604" y="1055386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214015" y="3531307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0" y="491639"/>
                  </a:moveTo>
                  <a:lnTo>
                    <a:pt x="0" y="351463"/>
                  </a:lnTo>
                  <a:lnTo>
                    <a:pt x="175528" y="175947"/>
                  </a:lnTo>
                  <a:lnTo>
                    <a:pt x="351595" y="0"/>
                  </a:lnTo>
                  <a:lnTo>
                    <a:pt x="491673" y="0"/>
                  </a:lnTo>
                  <a:lnTo>
                    <a:pt x="245890" y="245873"/>
                  </a:lnTo>
                  <a:lnTo>
                    <a:pt x="0" y="49163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411449" y="1697920"/>
            <a:ext cx="2310765" cy="3446145"/>
            <a:chOff x="6411449" y="1697920"/>
            <a:chExt cx="2310765" cy="34461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6194" y="1697920"/>
              <a:ext cx="119965" cy="1207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11442" y="1791550"/>
              <a:ext cx="2310765" cy="3352165"/>
            </a:xfrm>
            <a:custGeom>
              <a:avLst/>
              <a:gdLst/>
              <a:ahLst/>
              <a:cxnLst/>
              <a:rect l="l" t="t" r="r" b="b"/>
              <a:pathLst>
                <a:path w="2310765" h="3352165">
                  <a:moveTo>
                    <a:pt x="2310295" y="1467599"/>
                  </a:moveTo>
                  <a:lnTo>
                    <a:pt x="2278291" y="1435620"/>
                  </a:lnTo>
                  <a:lnTo>
                    <a:pt x="2278291" y="1480959"/>
                  </a:lnTo>
                  <a:lnTo>
                    <a:pt x="2278291" y="1746656"/>
                  </a:lnTo>
                  <a:lnTo>
                    <a:pt x="1366926" y="2657970"/>
                  </a:lnTo>
                  <a:lnTo>
                    <a:pt x="1012405" y="2657970"/>
                  </a:lnTo>
                  <a:lnTo>
                    <a:pt x="1556346" y="2114181"/>
                  </a:lnTo>
                  <a:lnTo>
                    <a:pt x="1556346" y="1590103"/>
                  </a:lnTo>
                  <a:lnTo>
                    <a:pt x="1971840" y="1174546"/>
                  </a:lnTo>
                  <a:lnTo>
                    <a:pt x="2278291" y="1480959"/>
                  </a:lnTo>
                  <a:lnTo>
                    <a:pt x="2278291" y="1435620"/>
                  </a:lnTo>
                  <a:lnTo>
                    <a:pt x="2257171" y="1414500"/>
                  </a:lnTo>
                  <a:lnTo>
                    <a:pt x="2257171" y="1113116"/>
                  </a:lnTo>
                  <a:lnTo>
                    <a:pt x="2244242" y="1100201"/>
                  </a:lnTo>
                  <a:lnTo>
                    <a:pt x="2244242" y="1118717"/>
                  </a:lnTo>
                  <a:lnTo>
                    <a:pt x="2244242" y="1401572"/>
                  </a:lnTo>
                  <a:lnTo>
                    <a:pt x="1745246" y="902690"/>
                  </a:lnTo>
                  <a:lnTo>
                    <a:pt x="1745246" y="619760"/>
                  </a:lnTo>
                  <a:lnTo>
                    <a:pt x="2244242" y="1118717"/>
                  </a:lnTo>
                  <a:lnTo>
                    <a:pt x="2244242" y="1100201"/>
                  </a:lnTo>
                  <a:lnTo>
                    <a:pt x="1745246" y="601662"/>
                  </a:lnTo>
                  <a:lnTo>
                    <a:pt x="1745246" y="437769"/>
                  </a:lnTo>
                  <a:lnTo>
                    <a:pt x="2160193" y="22415"/>
                  </a:lnTo>
                  <a:lnTo>
                    <a:pt x="2137676" y="0"/>
                  </a:lnTo>
                  <a:lnTo>
                    <a:pt x="1713344" y="424840"/>
                  </a:lnTo>
                  <a:lnTo>
                    <a:pt x="1713344" y="916051"/>
                  </a:lnTo>
                  <a:lnTo>
                    <a:pt x="1962785" y="1165491"/>
                  </a:lnTo>
                  <a:lnTo>
                    <a:pt x="1543850" y="1584502"/>
                  </a:lnTo>
                  <a:lnTo>
                    <a:pt x="1543850" y="2109000"/>
                  </a:lnTo>
                  <a:lnTo>
                    <a:pt x="994740" y="2657970"/>
                  </a:lnTo>
                  <a:lnTo>
                    <a:pt x="693686" y="2657970"/>
                  </a:lnTo>
                  <a:lnTo>
                    <a:pt x="688949" y="2662707"/>
                  </a:lnTo>
                  <a:lnTo>
                    <a:pt x="0" y="3351949"/>
                  </a:lnTo>
                  <a:lnTo>
                    <a:pt x="44907" y="3351949"/>
                  </a:lnTo>
                  <a:lnTo>
                    <a:pt x="707047" y="2689860"/>
                  </a:lnTo>
                  <a:lnTo>
                    <a:pt x="1379855" y="2689860"/>
                  </a:lnTo>
                  <a:lnTo>
                    <a:pt x="1384592" y="2685542"/>
                  </a:lnTo>
                  <a:lnTo>
                    <a:pt x="2310295" y="1760016"/>
                  </a:lnTo>
                  <a:lnTo>
                    <a:pt x="2310295" y="146759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771744" y="1246657"/>
            <a:ext cx="5601335" cy="254127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 indent="10160">
              <a:lnSpc>
                <a:spcPct val="100499"/>
              </a:lnSpc>
              <a:spcBef>
                <a:spcPts val="70"/>
              </a:spcBef>
            </a:pPr>
            <a:r>
              <a:rPr dirty="0" sz="4600" spc="235"/>
              <a:t>THE</a:t>
            </a:r>
            <a:r>
              <a:rPr dirty="0" sz="4600" spc="-165"/>
              <a:t> </a:t>
            </a:r>
            <a:r>
              <a:rPr dirty="0" sz="4600" spc="40"/>
              <a:t>EVOLUTION </a:t>
            </a:r>
            <a:r>
              <a:rPr dirty="0" sz="4600" spc="100"/>
              <a:t>OF</a:t>
            </a:r>
            <a:r>
              <a:rPr dirty="0" sz="4600" spc="-155"/>
              <a:t> </a:t>
            </a:r>
            <a:r>
              <a:rPr dirty="0" sz="4600" spc="-204"/>
              <a:t>INVENTION</a:t>
            </a:r>
            <a:r>
              <a:rPr dirty="0" sz="4600" spc="-150"/>
              <a:t> </a:t>
            </a:r>
            <a:r>
              <a:rPr dirty="0" sz="4600" spc="-830"/>
              <a:t>IN </a:t>
            </a:r>
            <a:r>
              <a:rPr dirty="0" sz="4600" spc="180"/>
              <a:t>CANADA</a:t>
            </a:r>
            <a:r>
              <a:rPr dirty="0" sz="4600" spc="-160"/>
              <a:t> </a:t>
            </a:r>
            <a:r>
              <a:rPr dirty="0" sz="4600" spc="-10"/>
              <a:t>THESIS</a:t>
            </a:r>
            <a:endParaRPr sz="4600"/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1800" b="0">
                <a:latin typeface="Roboto"/>
                <a:cs typeface="Roboto"/>
              </a:rPr>
              <a:t>Here</a:t>
            </a:r>
            <a:r>
              <a:rPr dirty="0" sz="1800" spc="-65" b="0">
                <a:latin typeface="Roboto"/>
                <a:cs typeface="Roboto"/>
              </a:rPr>
              <a:t> </a:t>
            </a:r>
            <a:r>
              <a:rPr dirty="0" sz="1800" b="0">
                <a:latin typeface="Roboto"/>
                <a:cs typeface="Roboto"/>
              </a:rPr>
              <a:t>is</a:t>
            </a:r>
            <a:r>
              <a:rPr dirty="0" sz="1800" spc="-60" b="0">
                <a:latin typeface="Roboto"/>
                <a:cs typeface="Roboto"/>
              </a:rPr>
              <a:t> </a:t>
            </a:r>
            <a:r>
              <a:rPr dirty="0" sz="1800" b="0">
                <a:latin typeface="Roboto"/>
                <a:cs typeface="Roboto"/>
              </a:rPr>
              <a:t>where</a:t>
            </a:r>
            <a:r>
              <a:rPr dirty="0" sz="1800" spc="-65" b="0">
                <a:latin typeface="Roboto"/>
                <a:cs typeface="Roboto"/>
              </a:rPr>
              <a:t> </a:t>
            </a:r>
            <a:r>
              <a:rPr dirty="0" sz="1800" spc="-10" b="0">
                <a:latin typeface="Roboto"/>
                <a:cs typeface="Roboto"/>
              </a:rPr>
              <a:t>your</a:t>
            </a:r>
            <a:r>
              <a:rPr dirty="0" sz="1800" spc="-60" b="0">
                <a:latin typeface="Roboto"/>
                <a:cs typeface="Roboto"/>
              </a:rPr>
              <a:t> </a:t>
            </a:r>
            <a:r>
              <a:rPr dirty="0" sz="1800" spc="-20" b="0">
                <a:latin typeface="Roboto"/>
                <a:cs typeface="Roboto"/>
              </a:rPr>
              <a:t>presentation</a:t>
            </a:r>
            <a:r>
              <a:rPr dirty="0" sz="1800" spc="-60" b="0">
                <a:latin typeface="Roboto"/>
                <a:cs typeface="Roboto"/>
              </a:rPr>
              <a:t> </a:t>
            </a:r>
            <a:r>
              <a:rPr dirty="0" sz="1800" spc="-10" b="0">
                <a:latin typeface="Roboto"/>
                <a:cs typeface="Roboto"/>
              </a:rPr>
              <a:t>begins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6424" y="4499989"/>
            <a:ext cx="125437" cy="1250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34851" y="4785145"/>
            <a:ext cx="124226" cy="1248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84653" y="4785145"/>
            <a:ext cx="124983" cy="12485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610208" y="4754457"/>
            <a:ext cx="661670" cy="389255"/>
          </a:xfrm>
          <a:custGeom>
            <a:avLst/>
            <a:gdLst/>
            <a:ahLst/>
            <a:cxnLst/>
            <a:rect l="l" t="t" r="r" b="b"/>
            <a:pathLst>
              <a:path w="661670" h="389254">
                <a:moveTo>
                  <a:pt x="656432" y="389042"/>
                </a:moveTo>
                <a:lnTo>
                  <a:pt x="661363" y="353776"/>
                </a:lnTo>
                <a:lnTo>
                  <a:pt x="661363" y="307532"/>
                </a:lnTo>
                <a:lnTo>
                  <a:pt x="654949" y="261643"/>
                </a:lnTo>
                <a:lnTo>
                  <a:pt x="642120" y="216835"/>
                </a:lnTo>
                <a:lnTo>
                  <a:pt x="622878" y="173835"/>
                </a:lnTo>
                <a:lnTo>
                  <a:pt x="597221" y="133367"/>
                </a:lnTo>
                <a:lnTo>
                  <a:pt x="565150" y="96158"/>
                </a:lnTo>
                <a:lnTo>
                  <a:pt x="527941" y="64105"/>
                </a:lnTo>
                <a:lnTo>
                  <a:pt x="487473" y="38463"/>
                </a:lnTo>
                <a:lnTo>
                  <a:pt x="444473" y="19231"/>
                </a:lnTo>
                <a:lnTo>
                  <a:pt x="399665" y="6410"/>
                </a:lnTo>
                <a:lnTo>
                  <a:pt x="353776" y="0"/>
                </a:lnTo>
                <a:lnTo>
                  <a:pt x="307531" y="0"/>
                </a:lnTo>
                <a:lnTo>
                  <a:pt x="261657" y="6410"/>
                </a:lnTo>
                <a:lnTo>
                  <a:pt x="216878" y="19231"/>
                </a:lnTo>
                <a:lnTo>
                  <a:pt x="173921" y="38463"/>
                </a:lnTo>
                <a:lnTo>
                  <a:pt x="133512" y="64105"/>
                </a:lnTo>
                <a:lnTo>
                  <a:pt x="96375" y="96158"/>
                </a:lnTo>
                <a:lnTo>
                  <a:pt x="64250" y="133367"/>
                </a:lnTo>
                <a:lnTo>
                  <a:pt x="38550" y="173835"/>
                </a:lnTo>
                <a:lnTo>
                  <a:pt x="19275" y="216835"/>
                </a:lnTo>
                <a:lnTo>
                  <a:pt x="6425" y="261643"/>
                </a:lnTo>
                <a:lnTo>
                  <a:pt x="0" y="307532"/>
                </a:lnTo>
                <a:lnTo>
                  <a:pt x="0" y="353776"/>
                </a:lnTo>
                <a:lnTo>
                  <a:pt x="4939" y="389042"/>
                </a:lnTo>
              </a:path>
            </a:pathLst>
          </a:custGeom>
          <a:ln w="19049">
            <a:solidFill>
              <a:srgbClr val="FC2E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72158" y="4871574"/>
            <a:ext cx="272415" cy="272415"/>
          </a:xfrm>
          <a:custGeom>
            <a:avLst/>
            <a:gdLst/>
            <a:ahLst/>
            <a:cxnLst/>
            <a:rect l="l" t="t" r="r" b="b"/>
            <a:pathLst>
              <a:path w="272415" h="272414">
                <a:moveTo>
                  <a:pt x="51982" y="271925"/>
                </a:moveTo>
                <a:lnTo>
                  <a:pt x="0" y="271925"/>
                </a:lnTo>
                <a:lnTo>
                  <a:pt x="271841" y="0"/>
                </a:lnTo>
                <a:lnTo>
                  <a:pt x="271841" y="52066"/>
                </a:lnTo>
                <a:lnTo>
                  <a:pt x="51982" y="271925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pc="135"/>
              <a:t>CONTENTS</a:t>
            </a:r>
            <a:r>
              <a:rPr dirty="0" spc="-114"/>
              <a:t> </a:t>
            </a:r>
            <a:r>
              <a:rPr dirty="0" spc="65"/>
              <a:t>OF</a:t>
            </a:r>
            <a:r>
              <a:rPr dirty="0" spc="-110"/>
              <a:t> </a:t>
            </a:r>
            <a:r>
              <a:rPr dirty="0" spc="-100"/>
              <a:t>THIS</a:t>
            </a:r>
            <a:r>
              <a:rPr dirty="0" spc="-114"/>
              <a:t> </a:t>
            </a:r>
            <a:r>
              <a:rPr dirty="0" spc="170"/>
              <a:t>TEMPLATE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547385" y="2335471"/>
            <a:ext cx="1597025" cy="2808605"/>
            <a:chOff x="7547385" y="2335471"/>
            <a:chExt cx="1597025" cy="2808605"/>
          </a:xfrm>
        </p:grpSpPr>
        <p:sp>
          <p:nvSpPr>
            <p:cNvPr id="6" name="object 6"/>
            <p:cNvSpPr/>
            <p:nvPr/>
          </p:nvSpPr>
          <p:spPr>
            <a:xfrm>
              <a:off x="7547385" y="3932122"/>
              <a:ext cx="1597025" cy="1211580"/>
            </a:xfrm>
            <a:custGeom>
              <a:avLst/>
              <a:gdLst/>
              <a:ahLst/>
              <a:cxnLst/>
              <a:rect l="l" t="t" r="r" b="b"/>
              <a:pathLst>
                <a:path w="1597025" h="1211579">
                  <a:moveTo>
                    <a:pt x="1112248" y="1211377"/>
                  </a:moveTo>
                  <a:lnTo>
                    <a:pt x="0" y="1211377"/>
                  </a:lnTo>
                  <a:lnTo>
                    <a:pt x="0" y="1188958"/>
                  </a:lnTo>
                  <a:lnTo>
                    <a:pt x="518664" y="670924"/>
                  </a:lnTo>
                  <a:lnTo>
                    <a:pt x="925781" y="670924"/>
                  </a:lnTo>
                  <a:lnTo>
                    <a:pt x="1596614" y="0"/>
                  </a:lnTo>
                  <a:lnTo>
                    <a:pt x="1596614" y="1006037"/>
                  </a:lnTo>
                  <a:lnTo>
                    <a:pt x="1587756" y="1014894"/>
                  </a:lnTo>
                  <a:lnTo>
                    <a:pt x="1308698" y="1014894"/>
                  </a:lnTo>
                  <a:lnTo>
                    <a:pt x="1112248" y="12113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3" y="23354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726342"/>
              <a:ext cx="126235" cy="12748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93024" y="998584"/>
            <a:ext cx="7534909" cy="359727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Here’s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what</a:t>
            </a:r>
            <a:r>
              <a:rPr dirty="0" sz="12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you’ll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ﬁnd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3"/>
              </a:rPr>
              <a:t>Slidesgo</a:t>
            </a:r>
            <a:r>
              <a:rPr dirty="0" sz="1200" spc="-4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template:</a:t>
            </a:r>
            <a:endParaRPr sz="1200">
              <a:latin typeface="Roboto"/>
              <a:cs typeface="Roboto"/>
            </a:endParaRPr>
          </a:p>
          <a:p>
            <a:pPr marL="469900" marR="119380" indent="-360680">
              <a:lnSpc>
                <a:spcPts val="1430"/>
              </a:lnSpc>
              <a:spcBef>
                <a:spcPts val="865"/>
              </a:spcBef>
              <a:buClr>
                <a:srgbClr val="FC2E12"/>
              </a:buClr>
              <a:buFont typeface="Roboto"/>
              <a:buAutoNum type="arabicPeriod"/>
              <a:tabLst>
                <a:tab pos="469900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structure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based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thesis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defense,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which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easily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adapt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your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needs.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more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info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on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how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edit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template,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please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visit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4"/>
              </a:rPr>
              <a:t>Slidesgo</a:t>
            </a:r>
            <a:r>
              <a:rPr dirty="0" sz="1200" spc="-45" b="1">
                <a:solidFill>
                  <a:srgbClr val="373536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4"/>
              </a:rPr>
              <a:t>School</a:t>
            </a:r>
            <a:r>
              <a:rPr dirty="0" sz="12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or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read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our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5"/>
              </a:rPr>
              <a:t>FAQs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  <a:p>
            <a:pPr marL="469265" indent="-360045">
              <a:lnSpc>
                <a:spcPts val="1365"/>
              </a:lnSpc>
              <a:buClr>
                <a:srgbClr val="FC2E12"/>
              </a:buClr>
              <a:buFont typeface="Roboto"/>
              <a:buAutoNum type="arabicPeriod"/>
              <a:tabLst>
                <a:tab pos="469265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view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PowerPoint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with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correct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fonts,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download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install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your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computer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endParaRPr sz="1200">
              <a:latin typeface="Roboto"/>
              <a:cs typeface="Roboto"/>
            </a:endParaRPr>
          </a:p>
          <a:p>
            <a:pPr marL="469900">
              <a:lnSpc>
                <a:spcPts val="1425"/>
              </a:lnSpc>
            </a:pP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fonts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that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we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have</a:t>
            </a:r>
            <a:r>
              <a:rPr dirty="0" sz="1200" spc="-3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used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learn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how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download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install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fonts</a:t>
            </a:r>
            <a:r>
              <a:rPr dirty="0" sz="12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6"/>
              </a:rPr>
              <a:t>here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  <a:p>
            <a:pPr marL="469900" marR="360680" indent="-360680">
              <a:lnSpc>
                <a:spcPts val="1430"/>
              </a:lnSpc>
              <a:spcBef>
                <a:spcPts val="50"/>
              </a:spcBef>
              <a:buClr>
                <a:srgbClr val="FC2E12"/>
              </a:buClr>
              <a:buFont typeface="Roboto"/>
              <a:buAutoNum type="arabicPeriod" startAt="3"/>
              <a:tabLst>
                <a:tab pos="469900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assortment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graphic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that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are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suitable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use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presentation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found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</a:rPr>
              <a:t>alternative</a:t>
            </a:r>
            <a:r>
              <a:rPr dirty="0" sz="1200" spc="-2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200" spc="-1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  <a:p>
            <a:pPr marL="469265" indent="-360045">
              <a:lnSpc>
                <a:spcPts val="1365"/>
              </a:lnSpc>
              <a:buClr>
                <a:srgbClr val="FC2E12"/>
              </a:buClr>
              <a:buFont typeface="Roboto"/>
              <a:buAutoNum type="arabicPeriod" startAt="3"/>
              <a:tabLst>
                <a:tab pos="469265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thanks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which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must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keep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so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that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proper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credits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our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design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are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given.</a:t>
            </a:r>
            <a:endParaRPr sz="1200">
              <a:latin typeface="Roboto"/>
              <a:cs typeface="Roboto"/>
            </a:endParaRPr>
          </a:p>
          <a:p>
            <a:pPr marL="469265" indent="-360045">
              <a:lnSpc>
                <a:spcPts val="1425"/>
              </a:lnSpc>
              <a:buClr>
                <a:srgbClr val="FC2E12"/>
              </a:buClr>
              <a:buFont typeface="Roboto"/>
              <a:buAutoNum type="arabicPeriod" startAt="3"/>
              <a:tabLst>
                <a:tab pos="469265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where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you’ll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ﬁnd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links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elements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used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template.</a:t>
            </a:r>
            <a:endParaRPr sz="1200">
              <a:latin typeface="Roboto"/>
              <a:cs typeface="Roboto"/>
            </a:endParaRPr>
          </a:p>
          <a:p>
            <a:pPr marL="469265" indent="-360045">
              <a:lnSpc>
                <a:spcPts val="1425"/>
              </a:lnSpc>
              <a:buClr>
                <a:srgbClr val="FC2E12"/>
              </a:buClr>
              <a:buAutoNum type="arabicPeriod" startAt="3"/>
              <a:tabLst>
                <a:tab pos="469265" algn="l"/>
              </a:tabLst>
            </a:pP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</a:rPr>
              <a:t>Instructions</a:t>
            </a:r>
            <a:r>
              <a:rPr dirty="0" sz="1200" spc="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 b="1">
                <a:solidFill>
                  <a:srgbClr val="373536"/>
                </a:solidFill>
                <a:latin typeface="Roboto"/>
                <a:cs typeface="Roboto"/>
              </a:rPr>
              <a:t>use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endParaRPr sz="1200">
              <a:latin typeface="Roboto"/>
              <a:cs typeface="Roboto"/>
            </a:endParaRPr>
          </a:p>
          <a:p>
            <a:pPr marL="469265" indent="-360045">
              <a:lnSpc>
                <a:spcPts val="1425"/>
              </a:lnSpc>
              <a:buClr>
                <a:srgbClr val="FC2E12"/>
              </a:buClr>
              <a:buFont typeface="Roboto"/>
              <a:buAutoNum type="arabicPeriod" startAt="3"/>
              <a:tabLst>
                <a:tab pos="469265" algn="l"/>
              </a:tabLst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Final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slides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with:</a:t>
            </a:r>
            <a:endParaRPr sz="1200">
              <a:latin typeface="Roboto"/>
              <a:cs typeface="Roboto"/>
            </a:endParaRPr>
          </a:p>
          <a:p>
            <a:pPr lvl="1" marL="926465" indent="-320040">
              <a:lnSpc>
                <a:spcPts val="1425"/>
              </a:lnSpc>
              <a:buClr>
                <a:srgbClr val="FC2E12"/>
              </a:buClr>
              <a:buFont typeface="Arial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fonts</a:t>
            </a:r>
            <a:r>
              <a:rPr dirty="0" sz="12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4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colors</a:t>
            </a:r>
            <a:r>
              <a:rPr dirty="0" sz="1200" spc="-3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used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template.</a:t>
            </a:r>
            <a:endParaRPr sz="1200">
              <a:latin typeface="Roboto"/>
              <a:cs typeface="Roboto"/>
            </a:endParaRPr>
          </a:p>
          <a:p>
            <a:pPr lvl="1" marL="927100" marR="5080" indent="-320675">
              <a:lnSpc>
                <a:spcPts val="1420"/>
              </a:lnSpc>
              <a:spcBef>
                <a:spcPts val="55"/>
              </a:spcBef>
              <a:buClr>
                <a:srgbClr val="FC2E12"/>
              </a:buClr>
              <a:buFont typeface="Arial"/>
              <a:buChar char="●"/>
              <a:tabLst>
                <a:tab pos="927100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selection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2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</a:rPr>
              <a:t>illustrations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.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also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customize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animate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them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wish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with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online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editor.</a:t>
            </a:r>
            <a:r>
              <a:rPr dirty="0" sz="12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Visit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Storyset</a:t>
            </a:r>
            <a:r>
              <a:rPr dirty="0" sz="1200" spc="-5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ﬁnd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more.</a:t>
            </a:r>
            <a:endParaRPr sz="1200">
              <a:latin typeface="Roboto"/>
              <a:cs typeface="Roboto"/>
            </a:endParaRPr>
          </a:p>
          <a:p>
            <a:pPr lvl="1" marL="926465" indent="-320040">
              <a:lnSpc>
                <a:spcPts val="1380"/>
              </a:lnSpc>
              <a:buClr>
                <a:srgbClr val="FC2E12"/>
              </a:buClr>
              <a:buFont typeface="Arial"/>
              <a:buChar char="●"/>
              <a:tabLst>
                <a:tab pos="926465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More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infographic</a:t>
            </a:r>
            <a:r>
              <a:rPr dirty="0" sz="1200" spc="-4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whose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size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color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edited.</a:t>
            </a:r>
            <a:endParaRPr sz="1200">
              <a:latin typeface="Roboto"/>
              <a:cs typeface="Roboto"/>
            </a:endParaRPr>
          </a:p>
          <a:p>
            <a:pPr lvl="1" marL="927100" marR="187325" indent="-320675">
              <a:lnSpc>
                <a:spcPts val="1430"/>
              </a:lnSpc>
              <a:spcBef>
                <a:spcPts val="50"/>
              </a:spcBef>
              <a:buClr>
                <a:srgbClr val="FC2E12"/>
              </a:buClr>
              <a:buFont typeface="Arial"/>
              <a:buChar char="●"/>
              <a:tabLst>
                <a:tab pos="927100" algn="l"/>
              </a:tabLst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Sets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customizable</a:t>
            </a:r>
            <a:r>
              <a:rPr dirty="0" sz="12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</a:rPr>
              <a:t>icons</a:t>
            </a:r>
            <a:r>
              <a:rPr dirty="0" sz="1200" spc="-3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following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themes: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general,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business,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avatar,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creative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process, education,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help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&amp;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support,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medical,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nature,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performing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arts,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SEO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&amp;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marketing,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teamwork.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delete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when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you’re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done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editing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presentation.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90602"/>
            <a:ext cx="1361440" cy="4453255"/>
            <a:chOff x="0" y="690602"/>
            <a:chExt cx="1361440" cy="4453255"/>
          </a:xfrm>
        </p:grpSpPr>
        <p:sp>
          <p:nvSpPr>
            <p:cNvPr id="3" name="object 3"/>
            <p:cNvSpPr/>
            <p:nvPr/>
          </p:nvSpPr>
          <p:spPr>
            <a:xfrm>
              <a:off x="0" y="3047322"/>
              <a:ext cx="1337945" cy="2096770"/>
            </a:xfrm>
            <a:custGeom>
              <a:avLst/>
              <a:gdLst/>
              <a:ahLst/>
              <a:cxnLst/>
              <a:rect l="l" t="t" r="r" b="b"/>
              <a:pathLst>
                <a:path w="1337945" h="2096770">
                  <a:moveTo>
                    <a:pt x="1199594" y="2096177"/>
                  </a:moveTo>
                  <a:lnTo>
                    <a:pt x="1163685" y="2096177"/>
                  </a:lnTo>
                  <a:lnTo>
                    <a:pt x="0" y="932491"/>
                  </a:lnTo>
                  <a:lnTo>
                    <a:pt x="0" y="0"/>
                  </a:lnTo>
                  <a:lnTo>
                    <a:pt x="1141171" y="0"/>
                  </a:lnTo>
                  <a:lnTo>
                    <a:pt x="1337438" y="196267"/>
                  </a:lnTo>
                  <a:lnTo>
                    <a:pt x="702164" y="810682"/>
                  </a:lnTo>
                  <a:lnTo>
                    <a:pt x="702164" y="1598747"/>
                  </a:lnTo>
                  <a:lnTo>
                    <a:pt x="1199594" y="20961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319834"/>
              <a:ext cx="904875" cy="2341245"/>
            </a:xfrm>
            <a:custGeom>
              <a:avLst/>
              <a:gdLst/>
              <a:ahLst/>
              <a:cxnLst/>
              <a:rect l="l" t="t" r="r" b="b"/>
              <a:pathLst>
                <a:path w="904875" h="2341245">
                  <a:moveTo>
                    <a:pt x="904862" y="2322880"/>
                  </a:moveTo>
                  <a:lnTo>
                    <a:pt x="401485" y="1819490"/>
                  </a:lnTo>
                  <a:lnTo>
                    <a:pt x="401485" y="401447"/>
                  </a:lnTo>
                  <a:lnTo>
                    <a:pt x="0" y="0"/>
                  </a:lnTo>
                  <a:lnTo>
                    <a:pt x="0" y="12560"/>
                  </a:lnTo>
                  <a:lnTo>
                    <a:pt x="0" y="36055"/>
                  </a:lnTo>
                  <a:lnTo>
                    <a:pt x="0" y="124879"/>
                  </a:lnTo>
                  <a:lnTo>
                    <a:pt x="1257" y="126136"/>
                  </a:lnTo>
                  <a:lnTo>
                    <a:pt x="142214" y="267030"/>
                  </a:lnTo>
                  <a:lnTo>
                    <a:pt x="230987" y="267030"/>
                  </a:lnTo>
                  <a:lnTo>
                    <a:pt x="376135" y="412153"/>
                  </a:lnTo>
                  <a:lnTo>
                    <a:pt x="376135" y="1830197"/>
                  </a:lnTo>
                  <a:lnTo>
                    <a:pt x="886841" y="2340902"/>
                  </a:lnTo>
                  <a:lnTo>
                    <a:pt x="904862" y="232288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990" y="3619677"/>
              <a:ext cx="96122" cy="968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607" y="1740599"/>
              <a:ext cx="108114" cy="10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90602"/>
              <a:ext cx="766445" cy="1061720"/>
            </a:xfrm>
            <a:custGeom>
              <a:avLst/>
              <a:gdLst/>
              <a:ahLst/>
              <a:cxnLst/>
              <a:rect l="l" t="t" r="r" b="b"/>
              <a:pathLst>
                <a:path w="766445" h="1061720">
                  <a:moveTo>
                    <a:pt x="765951" y="1061198"/>
                  </a:moveTo>
                  <a:lnTo>
                    <a:pt x="741493" y="1061198"/>
                  </a:lnTo>
                  <a:lnTo>
                    <a:pt x="741493" y="776045"/>
                  </a:lnTo>
                  <a:lnTo>
                    <a:pt x="0" y="34323"/>
                  </a:lnTo>
                  <a:lnTo>
                    <a:pt x="0" y="0"/>
                  </a:lnTo>
                  <a:lnTo>
                    <a:pt x="765951" y="765951"/>
                  </a:lnTo>
                  <a:lnTo>
                    <a:pt x="765951" y="106119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89368" y="4589640"/>
              <a:ext cx="471805" cy="38100"/>
            </a:xfrm>
            <a:custGeom>
              <a:avLst/>
              <a:gdLst/>
              <a:ahLst/>
              <a:cxnLst/>
              <a:rect l="l" t="t" r="r" b="b"/>
              <a:pathLst>
                <a:path w="471805" h="38100">
                  <a:moveTo>
                    <a:pt x="235889" y="0"/>
                  </a:moveTo>
                  <a:lnTo>
                    <a:pt x="0" y="0"/>
                  </a:lnTo>
                  <a:lnTo>
                    <a:pt x="0" y="37884"/>
                  </a:lnTo>
                  <a:lnTo>
                    <a:pt x="235889" y="37884"/>
                  </a:lnTo>
                  <a:lnTo>
                    <a:pt x="235889" y="0"/>
                  </a:lnTo>
                  <a:close/>
                </a:path>
                <a:path w="471805" h="38100">
                  <a:moveTo>
                    <a:pt x="399262" y="0"/>
                  </a:moveTo>
                  <a:lnTo>
                    <a:pt x="281495" y="0"/>
                  </a:lnTo>
                  <a:lnTo>
                    <a:pt x="281495" y="37884"/>
                  </a:lnTo>
                  <a:lnTo>
                    <a:pt x="399262" y="37884"/>
                  </a:lnTo>
                  <a:lnTo>
                    <a:pt x="399262" y="0"/>
                  </a:lnTo>
                  <a:close/>
                </a:path>
                <a:path w="471805" h="38100">
                  <a:moveTo>
                    <a:pt x="471779" y="0"/>
                  </a:moveTo>
                  <a:lnTo>
                    <a:pt x="434225" y="0"/>
                  </a:lnTo>
                  <a:lnTo>
                    <a:pt x="434225" y="37884"/>
                  </a:lnTo>
                  <a:lnTo>
                    <a:pt x="471779" y="37884"/>
                  </a:lnTo>
                  <a:lnTo>
                    <a:pt x="471779" y="0"/>
                  </a:lnTo>
                  <a:close/>
                </a:path>
              </a:pathLst>
            </a:custGeom>
            <a:solidFill>
              <a:srgbClr val="24A3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206093" y="0"/>
            <a:ext cx="1938020" cy="2447290"/>
            <a:chOff x="7206093" y="0"/>
            <a:chExt cx="1938020" cy="2447290"/>
          </a:xfrm>
        </p:grpSpPr>
        <p:sp>
          <p:nvSpPr>
            <p:cNvPr id="10" name="object 10"/>
            <p:cNvSpPr/>
            <p:nvPr/>
          </p:nvSpPr>
          <p:spPr>
            <a:xfrm>
              <a:off x="7206093" y="0"/>
              <a:ext cx="1938020" cy="2026285"/>
            </a:xfrm>
            <a:custGeom>
              <a:avLst/>
              <a:gdLst/>
              <a:ahLst/>
              <a:cxnLst/>
              <a:rect l="l" t="t" r="r" b="b"/>
              <a:pathLst>
                <a:path w="1938020" h="2026285">
                  <a:moveTo>
                    <a:pt x="1937906" y="2025707"/>
                  </a:moveTo>
                  <a:lnTo>
                    <a:pt x="1624870" y="1712752"/>
                  </a:lnTo>
                  <a:lnTo>
                    <a:pt x="1624870" y="1624870"/>
                  </a:lnTo>
                  <a:lnTo>
                    <a:pt x="0" y="0"/>
                  </a:lnTo>
                  <a:lnTo>
                    <a:pt x="31923" y="0"/>
                  </a:lnTo>
                  <a:lnTo>
                    <a:pt x="1231455" y="1199689"/>
                  </a:lnTo>
                  <a:lnTo>
                    <a:pt x="1828291" y="1199689"/>
                  </a:lnTo>
                  <a:lnTo>
                    <a:pt x="1937906" y="1309321"/>
                  </a:lnTo>
                  <a:lnTo>
                    <a:pt x="1937906" y="202570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4964" y="539515"/>
              <a:ext cx="92941" cy="929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3121" y="539515"/>
              <a:ext cx="93733" cy="933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18279" y="752553"/>
              <a:ext cx="92827" cy="932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56323" y="752553"/>
              <a:ext cx="93394" cy="93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421735" y="1130945"/>
              <a:ext cx="722630" cy="1316355"/>
            </a:xfrm>
            <a:custGeom>
              <a:avLst/>
              <a:gdLst/>
              <a:ahLst/>
              <a:cxnLst/>
              <a:rect l="l" t="t" r="r" b="b"/>
              <a:pathLst>
                <a:path w="722629" h="1316355">
                  <a:moveTo>
                    <a:pt x="722264" y="1316259"/>
                  </a:moveTo>
                  <a:lnTo>
                    <a:pt x="0" y="593772"/>
                  </a:lnTo>
                  <a:lnTo>
                    <a:pt x="0" y="0"/>
                  </a:lnTo>
                  <a:lnTo>
                    <a:pt x="29760" y="0"/>
                  </a:lnTo>
                  <a:lnTo>
                    <a:pt x="29760" y="581171"/>
                  </a:lnTo>
                  <a:lnTo>
                    <a:pt x="722264" y="1273675"/>
                  </a:lnTo>
                  <a:lnTo>
                    <a:pt x="722264" y="131625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9464" y="1055349"/>
              <a:ext cx="95581" cy="95574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83640">
              <a:lnSpc>
                <a:spcPct val="100000"/>
              </a:lnSpc>
              <a:spcBef>
                <a:spcPts val="100"/>
              </a:spcBef>
            </a:pPr>
            <a:r>
              <a:rPr dirty="0" spc="254"/>
              <a:t>TABLE</a:t>
            </a:r>
            <a:r>
              <a:rPr dirty="0" spc="-110"/>
              <a:t> </a:t>
            </a:r>
            <a:r>
              <a:rPr dirty="0" spc="65"/>
              <a:t>OF</a:t>
            </a:r>
            <a:r>
              <a:rPr dirty="0" spc="-105"/>
              <a:t> </a:t>
            </a:r>
            <a:r>
              <a:rPr dirty="0" spc="125"/>
              <a:t>CONTENTS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95"/>
              </a:spcBef>
            </a:pPr>
            <a:r>
              <a:rPr dirty="0" spc="-350"/>
              <a:t>01</a:t>
            </a: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2200" spc="125">
                <a:solidFill>
                  <a:srgbClr val="FC2E12"/>
                </a:solidFill>
              </a:rPr>
              <a:t>OBJECTIVES</a:t>
            </a:r>
            <a:endParaRPr sz="2200"/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35" b="0">
                <a:latin typeface="Roboto"/>
                <a:cs typeface="Roboto"/>
              </a:rPr>
              <a:t>You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can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10" b="0">
                <a:latin typeface="Roboto"/>
                <a:cs typeface="Roboto"/>
              </a:rPr>
              <a:t>describe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topic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25" b="0">
                <a:latin typeface="Roboto"/>
                <a:cs typeface="Roboto"/>
              </a:rPr>
              <a:t>of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7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section</a:t>
            </a:r>
            <a:r>
              <a:rPr dirty="0" sz="1500" spc="-70" b="0">
                <a:latin typeface="Roboto"/>
                <a:cs typeface="Roboto"/>
              </a:rPr>
              <a:t> </a:t>
            </a:r>
            <a:r>
              <a:rPr dirty="0" sz="1500" spc="-20" b="0">
                <a:latin typeface="Roboto"/>
                <a:cs typeface="Roboto"/>
              </a:rPr>
              <a:t>here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>
              <a:latin typeface="Roboto"/>
              <a:cs typeface="Roboto"/>
            </a:endParaRPr>
          </a:p>
          <a:p>
            <a:pPr algn="ctr" marL="1270">
              <a:lnSpc>
                <a:spcPct val="100000"/>
              </a:lnSpc>
            </a:pPr>
            <a:r>
              <a:rPr dirty="0" spc="315"/>
              <a:t>03</a:t>
            </a: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2200" spc="160">
                <a:solidFill>
                  <a:srgbClr val="FC2E12"/>
                </a:solidFill>
              </a:rPr>
              <a:t>RESULTS</a:t>
            </a:r>
            <a:endParaRPr sz="2200"/>
          </a:p>
          <a:p>
            <a:pPr algn="ctr" marL="12700" marR="5080">
              <a:lnSpc>
                <a:spcPct val="100000"/>
              </a:lnSpc>
              <a:spcBef>
                <a:spcPts val="925"/>
              </a:spcBef>
            </a:pPr>
            <a:r>
              <a:rPr dirty="0" sz="1500" spc="-35" b="0">
                <a:latin typeface="Roboto"/>
                <a:cs typeface="Roboto"/>
              </a:rPr>
              <a:t>You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can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10" b="0">
                <a:latin typeface="Roboto"/>
                <a:cs typeface="Roboto"/>
              </a:rPr>
              <a:t>describe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topic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25" b="0">
                <a:latin typeface="Roboto"/>
                <a:cs typeface="Roboto"/>
              </a:rPr>
              <a:t>of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7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section</a:t>
            </a:r>
            <a:r>
              <a:rPr dirty="0" sz="1500" spc="-70" b="0">
                <a:latin typeface="Roboto"/>
                <a:cs typeface="Roboto"/>
              </a:rPr>
              <a:t> </a:t>
            </a:r>
            <a:r>
              <a:rPr dirty="0" sz="1500" spc="-20" b="0">
                <a:latin typeface="Roboto"/>
                <a:cs typeface="Roboto"/>
              </a:rPr>
              <a:t>here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dirty="0" spc="315"/>
              <a:t>02</a:t>
            </a: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2200" spc="45">
                <a:solidFill>
                  <a:srgbClr val="FC2E12"/>
                </a:solidFill>
              </a:rPr>
              <a:t>METHODOLOGY</a:t>
            </a:r>
            <a:endParaRPr sz="2200"/>
          </a:p>
          <a:p>
            <a:pPr algn="ctr" marL="44450" marR="38100">
              <a:lnSpc>
                <a:spcPct val="100000"/>
              </a:lnSpc>
              <a:spcBef>
                <a:spcPts val="919"/>
              </a:spcBef>
            </a:pPr>
            <a:r>
              <a:rPr dirty="0" sz="1500" spc="-35" b="0">
                <a:latin typeface="Roboto"/>
                <a:cs typeface="Roboto"/>
              </a:rPr>
              <a:t>You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can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10" b="0">
                <a:latin typeface="Roboto"/>
                <a:cs typeface="Roboto"/>
              </a:rPr>
              <a:t>describe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topic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25" b="0">
                <a:latin typeface="Roboto"/>
                <a:cs typeface="Roboto"/>
              </a:rPr>
              <a:t>of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7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section</a:t>
            </a:r>
            <a:r>
              <a:rPr dirty="0" sz="1500" spc="-70" b="0">
                <a:latin typeface="Roboto"/>
                <a:cs typeface="Roboto"/>
              </a:rPr>
              <a:t> </a:t>
            </a:r>
            <a:r>
              <a:rPr dirty="0" sz="1500" spc="-20" b="0">
                <a:latin typeface="Roboto"/>
                <a:cs typeface="Roboto"/>
              </a:rPr>
              <a:t>here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dirty="0" spc="165"/>
              <a:t>04</a:t>
            </a: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2200" spc="-10">
                <a:solidFill>
                  <a:srgbClr val="FC2E12"/>
                </a:solidFill>
              </a:rPr>
              <a:t>CONCLUSIONS</a:t>
            </a:r>
            <a:endParaRPr sz="2200"/>
          </a:p>
          <a:p>
            <a:pPr algn="ctr" marL="44450" marR="38100">
              <a:lnSpc>
                <a:spcPct val="100000"/>
              </a:lnSpc>
              <a:spcBef>
                <a:spcPts val="925"/>
              </a:spcBef>
            </a:pPr>
            <a:r>
              <a:rPr dirty="0" sz="1500" spc="-35" b="0">
                <a:latin typeface="Roboto"/>
                <a:cs typeface="Roboto"/>
              </a:rPr>
              <a:t>You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can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10" b="0">
                <a:latin typeface="Roboto"/>
                <a:cs typeface="Roboto"/>
              </a:rPr>
              <a:t>describe</a:t>
            </a:r>
            <a:r>
              <a:rPr dirty="0" sz="1500" spc="-5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topic</a:t>
            </a:r>
            <a:r>
              <a:rPr dirty="0" sz="1500" spc="-50" b="0">
                <a:latin typeface="Roboto"/>
                <a:cs typeface="Roboto"/>
              </a:rPr>
              <a:t> </a:t>
            </a:r>
            <a:r>
              <a:rPr dirty="0" sz="1500" spc="-25" b="0">
                <a:latin typeface="Roboto"/>
                <a:cs typeface="Roboto"/>
              </a:rPr>
              <a:t>of </a:t>
            </a:r>
            <a:r>
              <a:rPr dirty="0" sz="1500" b="0">
                <a:latin typeface="Roboto"/>
                <a:cs typeface="Roboto"/>
              </a:rPr>
              <a:t>the</a:t>
            </a:r>
            <a:r>
              <a:rPr dirty="0" sz="1500" spc="-75" b="0">
                <a:latin typeface="Roboto"/>
                <a:cs typeface="Roboto"/>
              </a:rPr>
              <a:t> </a:t>
            </a:r>
            <a:r>
              <a:rPr dirty="0" sz="1500" b="0">
                <a:latin typeface="Roboto"/>
                <a:cs typeface="Roboto"/>
              </a:rPr>
              <a:t>section</a:t>
            </a:r>
            <a:r>
              <a:rPr dirty="0" sz="1500" spc="-70" b="0">
                <a:latin typeface="Roboto"/>
                <a:cs typeface="Roboto"/>
              </a:rPr>
              <a:t> </a:t>
            </a:r>
            <a:r>
              <a:rPr dirty="0" sz="1500" spc="-20" b="0">
                <a:latin typeface="Roboto"/>
                <a:cs typeface="Roboto"/>
              </a:rPr>
              <a:t>here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786395" y="1625912"/>
            <a:ext cx="3945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30"/>
              <a:t>INTRODUCTION</a:t>
            </a:r>
            <a:endParaRPr sz="3600"/>
          </a:p>
        </p:txBody>
      </p:sp>
      <p:sp>
        <p:nvSpPr>
          <p:cNvPr id="20" name="object 20"/>
          <p:cNvSpPr txBox="1"/>
          <p:nvPr/>
        </p:nvSpPr>
        <p:spPr>
          <a:xfrm>
            <a:off x="786250" y="2420223"/>
            <a:ext cx="4382135" cy="10121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dirty="0" sz="1600" spc="-4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give</a:t>
            </a:r>
            <a:r>
              <a:rPr dirty="0" sz="16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brief</a:t>
            </a:r>
            <a:r>
              <a:rPr dirty="0" sz="16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0">
                <a:solidFill>
                  <a:srgbClr val="373536"/>
                </a:solidFill>
                <a:latin typeface="Roboto"/>
                <a:cs typeface="Roboto"/>
              </a:rPr>
              <a:t>description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topic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you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want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talk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about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here.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example,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if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0">
                <a:solidFill>
                  <a:srgbClr val="373536"/>
                </a:solidFill>
                <a:latin typeface="Roboto"/>
                <a:cs typeface="Roboto"/>
              </a:rPr>
              <a:t>want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6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talk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about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Mercury,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say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that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50">
                <a:solidFill>
                  <a:srgbClr val="373536"/>
                </a:solidFill>
                <a:latin typeface="Roboto"/>
                <a:cs typeface="Roboto"/>
              </a:rPr>
              <a:t>it’s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smallest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entire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Solar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System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25384" y="4581916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406" y="53400"/>
                </a:moveTo>
                <a:lnTo>
                  <a:pt x="0" y="53400"/>
                </a:lnTo>
                <a:lnTo>
                  <a:pt x="0" y="0"/>
                </a:lnTo>
                <a:lnTo>
                  <a:pt x="53406" y="0"/>
                </a:lnTo>
                <a:lnTo>
                  <a:pt x="53406" y="5340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28050" y="4581916"/>
            <a:ext cx="160655" cy="53975"/>
          </a:xfrm>
          <a:custGeom>
            <a:avLst/>
            <a:gdLst/>
            <a:ahLst/>
            <a:cxnLst/>
            <a:rect l="l" t="t" r="r" b="b"/>
            <a:pathLst>
              <a:path w="160654" h="53975">
                <a:moveTo>
                  <a:pt x="160220" y="53400"/>
                </a:moveTo>
                <a:lnTo>
                  <a:pt x="0" y="53400"/>
                </a:lnTo>
                <a:lnTo>
                  <a:pt x="0" y="0"/>
                </a:lnTo>
                <a:lnTo>
                  <a:pt x="160220" y="0"/>
                </a:lnTo>
                <a:lnTo>
                  <a:pt x="160220" y="5340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5353972" y="0"/>
            <a:ext cx="3790315" cy="5143500"/>
            <a:chOff x="5353972" y="0"/>
            <a:chExt cx="3790315" cy="5143500"/>
          </a:xfrm>
        </p:grpSpPr>
        <p:sp>
          <p:nvSpPr>
            <p:cNvPr id="3" name="object 3"/>
            <p:cNvSpPr/>
            <p:nvPr/>
          </p:nvSpPr>
          <p:spPr>
            <a:xfrm>
              <a:off x="5407482" y="531977"/>
              <a:ext cx="3736975" cy="4612005"/>
            </a:xfrm>
            <a:custGeom>
              <a:avLst/>
              <a:gdLst/>
              <a:ahLst/>
              <a:cxnLst/>
              <a:rect l="l" t="t" r="r" b="b"/>
              <a:pathLst>
                <a:path w="3736975" h="4612005">
                  <a:moveTo>
                    <a:pt x="3736517" y="2343264"/>
                  </a:moveTo>
                  <a:lnTo>
                    <a:pt x="3085922" y="2993821"/>
                  </a:lnTo>
                  <a:lnTo>
                    <a:pt x="2601442" y="2993821"/>
                  </a:lnTo>
                  <a:lnTo>
                    <a:pt x="2184184" y="3411080"/>
                  </a:lnTo>
                  <a:lnTo>
                    <a:pt x="2031593" y="3411080"/>
                  </a:lnTo>
                  <a:lnTo>
                    <a:pt x="1726552" y="3711664"/>
                  </a:lnTo>
                  <a:lnTo>
                    <a:pt x="1726552" y="3778974"/>
                  </a:lnTo>
                  <a:lnTo>
                    <a:pt x="894003" y="4611522"/>
                  </a:lnTo>
                  <a:lnTo>
                    <a:pt x="920953" y="4611522"/>
                  </a:lnTo>
                  <a:lnTo>
                    <a:pt x="1421447" y="4111028"/>
                  </a:lnTo>
                  <a:lnTo>
                    <a:pt x="1888058" y="4111028"/>
                  </a:lnTo>
                  <a:lnTo>
                    <a:pt x="2399487" y="3604044"/>
                  </a:lnTo>
                  <a:lnTo>
                    <a:pt x="2623845" y="3604044"/>
                  </a:lnTo>
                  <a:lnTo>
                    <a:pt x="2915450" y="3312363"/>
                  </a:lnTo>
                  <a:lnTo>
                    <a:pt x="2915450" y="3191243"/>
                  </a:lnTo>
                  <a:lnTo>
                    <a:pt x="3736517" y="2368600"/>
                  </a:lnTo>
                  <a:lnTo>
                    <a:pt x="3736517" y="2343264"/>
                  </a:lnTo>
                  <a:close/>
                </a:path>
                <a:path w="3736975" h="4612005">
                  <a:moveTo>
                    <a:pt x="3736517" y="0"/>
                  </a:moveTo>
                  <a:lnTo>
                    <a:pt x="1491043" y="2245461"/>
                  </a:lnTo>
                  <a:lnTo>
                    <a:pt x="1491043" y="3120479"/>
                  </a:lnTo>
                  <a:lnTo>
                    <a:pt x="0" y="4611522"/>
                  </a:lnTo>
                  <a:lnTo>
                    <a:pt x="33083" y="4611522"/>
                  </a:lnTo>
                  <a:lnTo>
                    <a:pt x="1491043" y="3153575"/>
                  </a:lnTo>
                  <a:lnTo>
                    <a:pt x="1869401" y="2779903"/>
                  </a:lnTo>
                  <a:lnTo>
                    <a:pt x="1869401" y="2628595"/>
                  </a:lnTo>
                  <a:lnTo>
                    <a:pt x="2247760" y="2245461"/>
                  </a:lnTo>
                  <a:lnTo>
                    <a:pt x="3434867" y="2245461"/>
                  </a:lnTo>
                  <a:lnTo>
                    <a:pt x="3619347" y="2061057"/>
                  </a:lnTo>
                  <a:lnTo>
                    <a:pt x="3023412" y="1484058"/>
                  </a:lnTo>
                  <a:lnTo>
                    <a:pt x="3023412" y="746188"/>
                  </a:lnTo>
                  <a:lnTo>
                    <a:pt x="3736517" y="33096"/>
                  </a:lnTo>
                  <a:lnTo>
                    <a:pt x="3736517" y="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8485" y="4127554"/>
              <a:ext cx="110515" cy="1106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0876" y="4127554"/>
              <a:ext cx="110602" cy="1106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1241" y="3872892"/>
              <a:ext cx="115369" cy="1105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8485" y="3872892"/>
              <a:ext cx="110515" cy="1105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275189" y="1676841"/>
              <a:ext cx="68580" cy="480059"/>
            </a:xfrm>
            <a:custGeom>
              <a:avLst/>
              <a:gdLst/>
              <a:ahLst/>
              <a:cxnLst/>
              <a:rect l="l" t="t" r="r" b="b"/>
              <a:pathLst>
                <a:path w="68579" h="480060">
                  <a:moveTo>
                    <a:pt x="68050" y="479729"/>
                  </a:moveTo>
                  <a:lnTo>
                    <a:pt x="0" y="411678"/>
                  </a:lnTo>
                  <a:lnTo>
                    <a:pt x="0" y="68050"/>
                  </a:lnTo>
                  <a:lnTo>
                    <a:pt x="68050" y="0"/>
                  </a:lnTo>
                  <a:lnTo>
                    <a:pt x="68050" y="47972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6008" y="2431657"/>
              <a:ext cx="138904" cy="1400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30188" y="0"/>
              <a:ext cx="3114040" cy="3843654"/>
            </a:xfrm>
            <a:custGeom>
              <a:avLst/>
              <a:gdLst/>
              <a:ahLst/>
              <a:cxnLst/>
              <a:rect l="l" t="t" r="r" b="b"/>
              <a:pathLst>
                <a:path w="3114040" h="3843654">
                  <a:moveTo>
                    <a:pt x="187629" y="1334693"/>
                  </a:moveTo>
                  <a:lnTo>
                    <a:pt x="118795" y="1265859"/>
                  </a:lnTo>
                  <a:lnTo>
                    <a:pt x="118795" y="1751152"/>
                  </a:lnTo>
                  <a:lnTo>
                    <a:pt x="187629" y="1682318"/>
                  </a:lnTo>
                  <a:lnTo>
                    <a:pt x="187629" y="1334693"/>
                  </a:lnTo>
                  <a:close/>
                </a:path>
                <a:path w="3114040" h="3843654">
                  <a:moveTo>
                    <a:pt x="2343670" y="1527124"/>
                  </a:moveTo>
                  <a:lnTo>
                    <a:pt x="931595" y="114998"/>
                  </a:lnTo>
                  <a:lnTo>
                    <a:pt x="166039" y="114998"/>
                  </a:lnTo>
                  <a:lnTo>
                    <a:pt x="50673" y="0"/>
                  </a:lnTo>
                  <a:lnTo>
                    <a:pt x="0" y="0"/>
                  </a:lnTo>
                  <a:lnTo>
                    <a:pt x="145605" y="145618"/>
                  </a:lnTo>
                  <a:lnTo>
                    <a:pt x="149047" y="152425"/>
                  </a:lnTo>
                  <a:lnTo>
                    <a:pt x="918044" y="152425"/>
                  </a:lnTo>
                  <a:lnTo>
                    <a:pt x="2306294" y="1540687"/>
                  </a:lnTo>
                  <a:lnTo>
                    <a:pt x="2306294" y="2449207"/>
                  </a:lnTo>
                  <a:lnTo>
                    <a:pt x="2343670" y="2449207"/>
                  </a:lnTo>
                  <a:lnTo>
                    <a:pt x="2343670" y="1527124"/>
                  </a:lnTo>
                  <a:close/>
                </a:path>
                <a:path w="3114040" h="3843654">
                  <a:moveTo>
                    <a:pt x="2823883" y="3843655"/>
                  </a:moveTo>
                  <a:lnTo>
                    <a:pt x="2651836" y="3671544"/>
                  </a:lnTo>
                  <a:lnTo>
                    <a:pt x="2479725" y="3502914"/>
                  </a:lnTo>
                  <a:lnTo>
                    <a:pt x="2479725" y="3599294"/>
                  </a:lnTo>
                  <a:lnTo>
                    <a:pt x="2724086" y="3843655"/>
                  </a:lnTo>
                  <a:lnTo>
                    <a:pt x="2823883" y="3843655"/>
                  </a:lnTo>
                  <a:close/>
                </a:path>
                <a:path w="3114040" h="3843654">
                  <a:moveTo>
                    <a:pt x="3113811" y="608965"/>
                  </a:moveTo>
                  <a:lnTo>
                    <a:pt x="2504859" y="0"/>
                  </a:lnTo>
                  <a:lnTo>
                    <a:pt x="2462060" y="0"/>
                  </a:lnTo>
                  <a:lnTo>
                    <a:pt x="3113811" y="651675"/>
                  </a:lnTo>
                  <a:lnTo>
                    <a:pt x="3113811" y="60896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66384" y="845977"/>
              <a:ext cx="141076" cy="1410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18021" y="969873"/>
              <a:ext cx="3026410" cy="3184525"/>
            </a:xfrm>
            <a:custGeom>
              <a:avLst/>
              <a:gdLst/>
              <a:ahLst/>
              <a:cxnLst/>
              <a:rect l="l" t="t" r="r" b="b"/>
              <a:pathLst>
                <a:path w="3026409" h="3184525">
                  <a:moveTo>
                    <a:pt x="3025978" y="3132721"/>
                  </a:moveTo>
                  <a:lnTo>
                    <a:pt x="2216378" y="2323122"/>
                  </a:lnTo>
                  <a:lnTo>
                    <a:pt x="1442034" y="2323122"/>
                  </a:lnTo>
                  <a:lnTo>
                    <a:pt x="1152931" y="2034019"/>
                  </a:lnTo>
                  <a:lnTo>
                    <a:pt x="1152931" y="2085657"/>
                  </a:lnTo>
                  <a:lnTo>
                    <a:pt x="801890" y="2085657"/>
                  </a:lnTo>
                  <a:lnTo>
                    <a:pt x="330377" y="1617560"/>
                  </a:lnTo>
                  <a:lnTo>
                    <a:pt x="330377" y="1263065"/>
                  </a:lnTo>
                  <a:lnTo>
                    <a:pt x="1152931" y="2085657"/>
                  </a:lnTo>
                  <a:lnTo>
                    <a:pt x="1152931" y="2034019"/>
                  </a:lnTo>
                  <a:lnTo>
                    <a:pt x="37858" y="918946"/>
                  </a:lnTo>
                  <a:lnTo>
                    <a:pt x="37858" y="0"/>
                  </a:lnTo>
                  <a:lnTo>
                    <a:pt x="0" y="0"/>
                  </a:lnTo>
                  <a:lnTo>
                    <a:pt x="0" y="932662"/>
                  </a:lnTo>
                  <a:lnTo>
                    <a:pt x="316598" y="1249286"/>
                  </a:lnTo>
                  <a:lnTo>
                    <a:pt x="316598" y="1621040"/>
                  </a:lnTo>
                  <a:lnTo>
                    <a:pt x="794994" y="2102853"/>
                  </a:lnTo>
                  <a:lnTo>
                    <a:pt x="1170127" y="2102853"/>
                  </a:lnTo>
                  <a:lnTo>
                    <a:pt x="1421371" y="2354097"/>
                  </a:lnTo>
                  <a:lnTo>
                    <a:pt x="1424787" y="2360993"/>
                  </a:lnTo>
                  <a:lnTo>
                    <a:pt x="2202599" y="2360993"/>
                  </a:lnTo>
                  <a:lnTo>
                    <a:pt x="3025978" y="3184360"/>
                  </a:lnTo>
                  <a:lnTo>
                    <a:pt x="3025978" y="313272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31951" y="1257845"/>
              <a:ext cx="1762125" cy="3416300"/>
            </a:xfrm>
            <a:custGeom>
              <a:avLst/>
              <a:gdLst/>
              <a:ahLst/>
              <a:cxnLst/>
              <a:rect l="l" t="t" r="r" b="b"/>
              <a:pathLst>
                <a:path w="1762125" h="3416300">
                  <a:moveTo>
                    <a:pt x="287210" y="123126"/>
                  </a:moveTo>
                  <a:lnTo>
                    <a:pt x="170992" y="123126"/>
                  </a:lnTo>
                  <a:lnTo>
                    <a:pt x="170992" y="0"/>
                  </a:lnTo>
                  <a:lnTo>
                    <a:pt x="123126" y="0"/>
                  </a:lnTo>
                  <a:lnTo>
                    <a:pt x="123126" y="123126"/>
                  </a:lnTo>
                  <a:lnTo>
                    <a:pt x="0" y="123126"/>
                  </a:lnTo>
                  <a:lnTo>
                    <a:pt x="0" y="164211"/>
                  </a:lnTo>
                  <a:lnTo>
                    <a:pt x="123126" y="164211"/>
                  </a:lnTo>
                  <a:lnTo>
                    <a:pt x="123126" y="287337"/>
                  </a:lnTo>
                  <a:lnTo>
                    <a:pt x="170992" y="287337"/>
                  </a:lnTo>
                  <a:lnTo>
                    <a:pt x="170992" y="164211"/>
                  </a:lnTo>
                  <a:lnTo>
                    <a:pt x="287210" y="164211"/>
                  </a:lnTo>
                  <a:lnTo>
                    <a:pt x="287210" y="123126"/>
                  </a:lnTo>
                  <a:close/>
                </a:path>
                <a:path w="1762125" h="3416300">
                  <a:moveTo>
                    <a:pt x="1201267" y="3285642"/>
                  </a:moveTo>
                  <a:lnTo>
                    <a:pt x="1124966" y="3285642"/>
                  </a:lnTo>
                  <a:lnTo>
                    <a:pt x="1017270" y="3415754"/>
                  </a:lnTo>
                  <a:lnTo>
                    <a:pt x="1093571" y="3415754"/>
                  </a:lnTo>
                  <a:lnTo>
                    <a:pt x="1201267" y="3285642"/>
                  </a:lnTo>
                  <a:close/>
                </a:path>
                <a:path w="1762125" h="3416300">
                  <a:moveTo>
                    <a:pt x="1340345" y="3285642"/>
                  </a:moveTo>
                  <a:lnTo>
                    <a:pt x="1264043" y="3285642"/>
                  </a:lnTo>
                  <a:lnTo>
                    <a:pt x="1156360" y="3415754"/>
                  </a:lnTo>
                  <a:lnTo>
                    <a:pt x="1232649" y="3415754"/>
                  </a:lnTo>
                  <a:lnTo>
                    <a:pt x="1340345" y="3285642"/>
                  </a:lnTo>
                  <a:close/>
                </a:path>
                <a:path w="1762125" h="3416300">
                  <a:moveTo>
                    <a:pt x="1479435" y="3285642"/>
                  </a:moveTo>
                  <a:lnTo>
                    <a:pt x="1403134" y="3285642"/>
                  </a:lnTo>
                  <a:lnTo>
                    <a:pt x="1295438" y="3415754"/>
                  </a:lnTo>
                  <a:lnTo>
                    <a:pt x="1371739" y="3415754"/>
                  </a:lnTo>
                  <a:lnTo>
                    <a:pt x="1479435" y="3285642"/>
                  </a:lnTo>
                  <a:close/>
                </a:path>
                <a:path w="1762125" h="3416300">
                  <a:moveTo>
                    <a:pt x="1618513" y="3285642"/>
                  </a:moveTo>
                  <a:lnTo>
                    <a:pt x="1542211" y="3285642"/>
                  </a:lnTo>
                  <a:lnTo>
                    <a:pt x="1434528" y="3415754"/>
                  </a:lnTo>
                  <a:lnTo>
                    <a:pt x="1510830" y="3415754"/>
                  </a:lnTo>
                  <a:lnTo>
                    <a:pt x="1618513" y="3285642"/>
                  </a:lnTo>
                  <a:close/>
                </a:path>
                <a:path w="1762125" h="3416300">
                  <a:moveTo>
                    <a:pt x="1762048" y="3285642"/>
                  </a:moveTo>
                  <a:lnTo>
                    <a:pt x="1685747" y="3285642"/>
                  </a:lnTo>
                  <a:lnTo>
                    <a:pt x="1578063" y="3415754"/>
                  </a:lnTo>
                  <a:lnTo>
                    <a:pt x="1654352" y="3415754"/>
                  </a:lnTo>
                  <a:lnTo>
                    <a:pt x="1762048" y="3285642"/>
                  </a:lnTo>
                  <a:close/>
                </a:path>
              </a:pathLst>
            </a:custGeom>
            <a:solidFill>
              <a:srgbClr val="24A3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53972" y="4581916"/>
              <a:ext cx="324485" cy="53975"/>
            </a:xfrm>
            <a:custGeom>
              <a:avLst/>
              <a:gdLst/>
              <a:ahLst/>
              <a:cxnLst/>
              <a:rect l="l" t="t" r="r" b="b"/>
              <a:pathLst>
                <a:path w="324485" h="53975">
                  <a:moveTo>
                    <a:pt x="324440" y="53400"/>
                  </a:moveTo>
                  <a:lnTo>
                    <a:pt x="0" y="53400"/>
                  </a:lnTo>
                  <a:lnTo>
                    <a:pt x="0" y="0"/>
                  </a:lnTo>
                  <a:lnTo>
                    <a:pt x="324440" y="0"/>
                  </a:lnTo>
                  <a:lnTo>
                    <a:pt x="324440" y="53400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7539164" y="2572980"/>
            <a:ext cx="1605280" cy="387985"/>
            <a:chOff x="7539164" y="2572980"/>
            <a:chExt cx="1605280" cy="387985"/>
          </a:xfrm>
        </p:grpSpPr>
        <p:sp>
          <p:nvSpPr>
            <p:cNvPr id="18" name="object 18"/>
            <p:cNvSpPr/>
            <p:nvPr/>
          </p:nvSpPr>
          <p:spPr>
            <a:xfrm>
              <a:off x="7639501" y="2672608"/>
              <a:ext cx="1504950" cy="288290"/>
            </a:xfrm>
            <a:custGeom>
              <a:avLst/>
              <a:gdLst/>
              <a:ahLst/>
              <a:cxnLst/>
              <a:rect l="l" t="t" r="r" b="b"/>
              <a:pathLst>
                <a:path w="1504950" h="288289">
                  <a:moveTo>
                    <a:pt x="1504498" y="287849"/>
                  </a:moveTo>
                  <a:lnTo>
                    <a:pt x="266057" y="287849"/>
                  </a:lnTo>
                  <a:lnTo>
                    <a:pt x="0" y="21791"/>
                  </a:lnTo>
                  <a:lnTo>
                    <a:pt x="21791" y="0"/>
                  </a:lnTo>
                  <a:lnTo>
                    <a:pt x="279195" y="257325"/>
                  </a:lnTo>
                  <a:lnTo>
                    <a:pt x="1504498" y="257325"/>
                  </a:lnTo>
                  <a:lnTo>
                    <a:pt x="1504498" y="28784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9164" y="2572980"/>
              <a:ext cx="135057" cy="1361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E3EE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2170430" cy="1476375"/>
          </a:xfrm>
          <a:custGeom>
            <a:avLst/>
            <a:gdLst/>
            <a:ahLst/>
            <a:cxnLst/>
            <a:rect l="l" t="t" r="r" b="b"/>
            <a:pathLst>
              <a:path w="2170430" h="1476375">
                <a:moveTo>
                  <a:pt x="0" y="1476272"/>
                </a:moveTo>
                <a:lnTo>
                  <a:pt x="0" y="455914"/>
                </a:lnTo>
                <a:lnTo>
                  <a:pt x="455914" y="0"/>
                </a:lnTo>
                <a:lnTo>
                  <a:pt x="1685524" y="0"/>
                </a:lnTo>
                <a:lnTo>
                  <a:pt x="2170049" y="468615"/>
                </a:lnTo>
                <a:lnTo>
                  <a:pt x="1963456" y="675208"/>
                </a:lnTo>
                <a:lnTo>
                  <a:pt x="630701" y="675208"/>
                </a:lnTo>
                <a:lnTo>
                  <a:pt x="204638" y="1101270"/>
                </a:lnTo>
                <a:lnTo>
                  <a:pt x="204638" y="1271455"/>
                </a:lnTo>
                <a:lnTo>
                  <a:pt x="0" y="147627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5976" y="435764"/>
            <a:ext cx="125438" cy="1250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6384" y="435764"/>
            <a:ext cx="124377" cy="12439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98202" y="720920"/>
            <a:ext cx="124983" cy="12485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133608" y="0"/>
            <a:ext cx="1010919" cy="1010285"/>
          </a:xfrm>
          <a:custGeom>
            <a:avLst/>
            <a:gdLst/>
            <a:ahLst/>
            <a:cxnLst/>
            <a:rect l="l" t="t" r="r" b="b"/>
            <a:pathLst>
              <a:path w="1010920" h="1010285">
                <a:moveTo>
                  <a:pt x="1010391" y="1010079"/>
                </a:moveTo>
                <a:lnTo>
                  <a:pt x="0" y="0"/>
                </a:lnTo>
                <a:lnTo>
                  <a:pt x="52251" y="0"/>
                </a:lnTo>
                <a:lnTo>
                  <a:pt x="1010391" y="958139"/>
                </a:lnTo>
                <a:lnTo>
                  <a:pt x="1010391" y="1010079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48761" y="720920"/>
            <a:ext cx="124226" cy="12485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37328" y="905599"/>
            <a:ext cx="3290570" cy="3290570"/>
            <a:chOff x="937328" y="905599"/>
            <a:chExt cx="3290570" cy="3290570"/>
          </a:xfrm>
        </p:grpSpPr>
        <p:sp>
          <p:nvSpPr>
            <p:cNvPr id="14" name="object 14"/>
            <p:cNvSpPr/>
            <p:nvPr/>
          </p:nvSpPr>
          <p:spPr>
            <a:xfrm>
              <a:off x="946853" y="915124"/>
              <a:ext cx="3271520" cy="3271520"/>
            </a:xfrm>
            <a:custGeom>
              <a:avLst/>
              <a:gdLst/>
              <a:ahLst/>
              <a:cxnLst/>
              <a:rect l="l" t="t" r="r" b="b"/>
              <a:pathLst>
                <a:path w="3271520" h="3271520">
                  <a:moveTo>
                    <a:pt x="0" y="0"/>
                  </a:moveTo>
                  <a:lnTo>
                    <a:pt x="3271499" y="0"/>
                  </a:lnTo>
                  <a:lnTo>
                    <a:pt x="3271499" y="3271499"/>
                  </a:lnTo>
                  <a:lnTo>
                    <a:pt x="0" y="3271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4565" y="1043661"/>
              <a:ext cx="3016075" cy="3014425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dirty="0" sz="2400" spc="-20" b="0">
                <a:latin typeface="Roboto"/>
                <a:cs typeface="Roboto"/>
              </a:rPr>
              <a:t>“This</a:t>
            </a:r>
            <a:r>
              <a:rPr dirty="0" sz="2400" spc="-70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is</a:t>
            </a:r>
            <a:r>
              <a:rPr dirty="0" sz="2400" spc="-65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a</a:t>
            </a:r>
            <a:r>
              <a:rPr dirty="0" sz="2400" spc="-70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quote.</a:t>
            </a:r>
            <a:r>
              <a:rPr dirty="0" sz="2400" spc="-65" b="0">
                <a:latin typeface="Roboto"/>
                <a:cs typeface="Roboto"/>
              </a:rPr>
              <a:t> </a:t>
            </a:r>
            <a:r>
              <a:rPr dirty="0" sz="2400" spc="-20" b="0">
                <a:latin typeface="Roboto"/>
                <a:cs typeface="Roboto"/>
              </a:rPr>
              <a:t>Words </a:t>
            </a:r>
            <a:r>
              <a:rPr dirty="0" sz="2400" b="0">
                <a:latin typeface="Roboto"/>
                <a:cs typeface="Roboto"/>
              </a:rPr>
              <a:t>full</a:t>
            </a:r>
            <a:r>
              <a:rPr dirty="0" sz="2400" spc="-50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of</a:t>
            </a:r>
            <a:r>
              <a:rPr dirty="0" sz="2400" spc="-45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wisdom</a:t>
            </a:r>
            <a:r>
              <a:rPr dirty="0" sz="2400" spc="-45" b="0">
                <a:latin typeface="Roboto"/>
                <a:cs typeface="Roboto"/>
              </a:rPr>
              <a:t> </a:t>
            </a:r>
            <a:r>
              <a:rPr dirty="0" sz="2400" spc="-20" b="0">
                <a:latin typeface="Roboto"/>
                <a:cs typeface="Roboto"/>
              </a:rPr>
              <a:t>that </a:t>
            </a:r>
            <a:r>
              <a:rPr dirty="0" sz="2400" b="0">
                <a:latin typeface="Roboto"/>
                <a:cs typeface="Roboto"/>
              </a:rPr>
              <a:t>someone</a:t>
            </a:r>
            <a:r>
              <a:rPr dirty="0" sz="2400" spc="-114" b="0">
                <a:latin typeface="Roboto"/>
                <a:cs typeface="Roboto"/>
              </a:rPr>
              <a:t> </a:t>
            </a:r>
            <a:r>
              <a:rPr dirty="0" sz="2400" spc="-10" b="0">
                <a:latin typeface="Roboto"/>
                <a:cs typeface="Roboto"/>
              </a:rPr>
              <a:t>important</a:t>
            </a:r>
            <a:r>
              <a:rPr dirty="0" sz="2400" spc="-110" b="0">
                <a:latin typeface="Roboto"/>
                <a:cs typeface="Roboto"/>
              </a:rPr>
              <a:t> </a:t>
            </a:r>
            <a:r>
              <a:rPr dirty="0" sz="2400" spc="-20" b="0">
                <a:latin typeface="Roboto"/>
                <a:cs typeface="Roboto"/>
              </a:rPr>
              <a:t>said </a:t>
            </a:r>
            <a:r>
              <a:rPr dirty="0" sz="2400" b="0">
                <a:latin typeface="Roboto"/>
                <a:cs typeface="Roboto"/>
              </a:rPr>
              <a:t>and</a:t>
            </a:r>
            <a:r>
              <a:rPr dirty="0" sz="2400" spc="-95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can</a:t>
            </a:r>
            <a:r>
              <a:rPr dirty="0" sz="2400" spc="-90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make</a:t>
            </a:r>
            <a:r>
              <a:rPr dirty="0" sz="2400" spc="-90" b="0">
                <a:latin typeface="Roboto"/>
                <a:cs typeface="Roboto"/>
              </a:rPr>
              <a:t> </a:t>
            </a:r>
            <a:r>
              <a:rPr dirty="0" sz="2400" b="0">
                <a:latin typeface="Roboto"/>
                <a:cs typeface="Roboto"/>
              </a:rPr>
              <a:t>the</a:t>
            </a:r>
            <a:r>
              <a:rPr dirty="0" sz="2400" spc="-90" b="0">
                <a:latin typeface="Roboto"/>
                <a:cs typeface="Roboto"/>
              </a:rPr>
              <a:t> </a:t>
            </a:r>
            <a:r>
              <a:rPr dirty="0" sz="2400" spc="-10" b="0">
                <a:latin typeface="Roboto"/>
                <a:cs typeface="Roboto"/>
              </a:rPr>
              <a:t>reader </a:t>
            </a:r>
            <a:r>
              <a:rPr dirty="0" sz="2400" b="0">
                <a:latin typeface="Roboto"/>
                <a:cs typeface="Roboto"/>
              </a:rPr>
              <a:t>get</a:t>
            </a:r>
            <a:r>
              <a:rPr dirty="0" sz="2400" spc="-50" b="0">
                <a:latin typeface="Roboto"/>
                <a:cs typeface="Roboto"/>
              </a:rPr>
              <a:t> </a:t>
            </a:r>
            <a:r>
              <a:rPr dirty="0" sz="2400" spc="-10" b="0">
                <a:latin typeface="Roboto"/>
                <a:cs typeface="Roboto"/>
              </a:rPr>
              <a:t>inspired.”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0193" y="3405311"/>
            <a:ext cx="33369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0" b="1">
                <a:solidFill>
                  <a:srgbClr val="373536"/>
                </a:solidFill>
                <a:latin typeface="Verdana"/>
                <a:cs typeface="Verdana"/>
              </a:rPr>
              <a:t>—</a:t>
            </a:r>
            <a:r>
              <a:rPr dirty="0" sz="2200" b="1">
                <a:solidFill>
                  <a:srgbClr val="373536"/>
                </a:solidFill>
                <a:latin typeface="Verdana"/>
                <a:cs typeface="Verdana"/>
              </a:rPr>
              <a:t>SOMEONE</a:t>
            </a:r>
            <a:r>
              <a:rPr dirty="0" sz="2200" spc="-135" b="1">
                <a:solidFill>
                  <a:srgbClr val="373536"/>
                </a:solidFill>
                <a:latin typeface="Verdana"/>
                <a:cs typeface="Verdana"/>
              </a:rPr>
              <a:t> </a:t>
            </a:r>
            <a:r>
              <a:rPr dirty="0" sz="2200" spc="55" b="1">
                <a:solidFill>
                  <a:srgbClr val="373536"/>
                </a:solidFill>
                <a:latin typeface="Verdana"/>
                <a:cs typeface="Verdana"/>
              </a:rPr>
              <a:t>FAMOUS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5824" y="4262691"/>
            <a:ext cx="3293745" cy="93345"/>
          </a:xfrm>
          <a:custGeom>
            <a:avLst/>
            <a:gdLst/>
            <a:ahLst/>
            <a:cxnLst/>
            <a:rect l="l" t="t" r="r" b="b"/>
            <a:pathLst>
              <a:path w="3293745" h="93345">
                <a:moveTo>
                  <a:pt x="857034" y="0"/>
                </a:moveTo>
                <a:lnTo>
                  <a:pt x="827849" y="0"/>
                </a:lnTo>
                <a:lnTo>
                  <a:pt x="771601" y="49974"/>
                </a:lnTo>
                <a:lnTo>
                  <a:pt x="801243" y="49974"/>
                </a:lnTo>
                <a:lnTo>
                  <a:pt x="857034" y="0"/>
                </a:lnTo>
                <a:close/>
              </a:path>
              <a:path w="3293745" h="93345">
                <a:moveTo>
                  <a:pt x="910971" y="0"/>
                </a:moveTo>
                <a:lnTo>
                  <a:pt x="881786" y="0"/>
                </a:lnTo>
                <a:lnTo>
                  <a:pt x="825627" y="49974"/>
                </a:lnTo>
                <a:lnTo>
                  <a:pt x="855179" y="49974"/>
                </a:lnTo>
                <a:lnTo>
                  <a:pt x="910971" y="0"/>
                </a:lnTo>
                <a:close/>
              </a:path>
              <a:path w="3293745" h="93345">
                <a:moveTo>
                  <a:pt x="965009" y="0"/>
                </a:moveTo>
                <a:lnTo>
                  <a:pt x="935812" y="0"/>
                </a:lnTo>
                <a:lnTo>
                  <a:pt x="879563" y="49974"/>
                </a:lnTo>
                <a:lnTo>
                  <a:pt x="908761" y="49974"/>
                </a:lnTo>
                <a:lnTo>
                  <a:pt x="965009" y="0"/>
                </a:lnTo>
                <a:close/>
              </a:path>
              <a:path w="3293745" h="93345">
                <a:moveTo>
                  <a:pt x="1018946" y="0"/>
                </a:moveTo>
                <a:lnTo>
                  <a:pt x="989393" y="0"/>
                </a:lnTo>
                <a:lnTo>
                  <a:pt x="933602" y="49974"/>
                </a:lnTo>
                <a:lnTo>
                  <a:pt x="962787" y="49974"/>
                </a:lnTo>
                <a:lnTo>
                  <a:pt x="1018946" y="0"/>
                </a:lnTo>
                <a:close/>
              </a:path>
              <a:path w="3293745" h="93345">
                <a:moveTo>
                  <a:pt x="1072972" y="0"/>
                </a:moveTo>
                <a:lnTo>
                  <a:pt x="1043330" y="0"/>
                </a:lnTo>
                <a:lnTo>
                  <a:pt x="987539" y="49974"/>
                </a:lnTo>
                <a:lnTo>
                  <a:pt x="1016723" y="49974"/>
                </a:lnTo>
                <a:lnTo>
                  <a:pt x="1072972" y="0"/>
                </a:lnTo>
                <a:close/>
              </a:path>
              <a:path w="3293745" h="93345">
                <a:moveTo>
                  <a:pt x="3293465" y="1117"/>
                </a:moveTo>
                <a:lnTo>
                  <a:pt x="2023859" y="1117"/>
                </a:lnTo>
                <a:lnTo>
                  <a:pt x="2023859" y="14414"/>
                </a:lnTo>
                <a:lnTo>
                  <a:pt x="1986902" y="51447"/>
                </a:lnTo>
                <a:lnTo>
                  <a:pt x="1585772" y="51447"/>
                </a:lnTo>
                <a:lnTo>
                  <a:pt x="1548739" y="14414"/>
                </a:lnTo>
                <a:lnTo>
                  <a:pt x="2023859" y="14414"/>
                </a:lnTo>
                <a:lnTo>
                  <a:pt x="2023859" y="1117"/>
                </a:lnTo>
                <a:lnTo>
                  <a:pt x="1116939" y="1117"/>
                </a:lnTo>
                <a:lnTo>
                  <a:pt x="1038529" y="79527"/>
                </a:lnTo>
                <a:lnTo>
                  <a:pt x="0" y="79527"/>
                </a:lnTo>
                <a:lnTo>
                  <a:pt x="0" y="92824"/>
                </a:lnTo>
                <a:lnTo>
                  <a:pt x="1044067" y="92824"/>
                </a:lnTo>
                <a:lnTo>
                  <a:pt x="1122476" y="14414"/>
                </a:lnTo>
                <a:lnTo>
                  <a:pt x="1540230" y="14414"/>
                </a:lnTo>
                <a:lnTo>
                  <a:pt x="1583182" y="57353"/>
                </a:lnTo>
                <a:lnTo>
                  <a:pt x="1989124" y="57353"/>
                </a:lnTo>
                <a:lnTo>
                  <a:pt x="2032304" y="14414"/>
                </a:lnTo>
                <a:lnTo>
                  <a:pt x="3293465" y="14414"/>
                </a:lnTo>
                <a:lnTo>
                  <a:pt x="3293465" y="1117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447491" y="3944491"/>
            <a:ext cx="1696720" cy="1199515"/>
          </a:xfrm>
          <a:custGeom>
            <a:avLst/>
            <a:gdLst/>
            <a:ahLst/>
            <a:cxnLst/>
            <a:rect l="l" t="t" r="r" b="b"/>
            <a:pathLst>
              <a:path w="1696720" h="1199514">
                <a:moveTo>
                  <a:pt x="1052211" y="1199008"/>
                </a:moveTo>
                <a:lnTo>
                  <a:pt x="0" y="1199008"/>
                </a:lnTo>
                <a:lnTo>
                  <a:pt x="703169" y="495942"/>
                </a:lnTo>
                <a:lnTo>
                  <a:pt x="1154458" y="495942"/>
                </a:lnTo>
                <a:lnTo>
                  <a:pt x="1649658" y="0"/>
                </a:lnTo>
                <a:lnTo>
                  <a:pt x="1696508" y="0"/>
                </a:lnTo>
                <a:lnTo>
                  <a:pt x="1696508" y="554396"/>
                </a:lnTo>
                <a:lnTo>
                  <a:pt x="1052211" y="1199008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272478" y="3631195"/>
            <a:ext cx="644525" cy="1512570"/>
            <a:chOff x="8272478" y="3631195"/>
            <a:chExt cx="644525" cy="15125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9799" y="3631195"/>
              <a:ext cx="114260" cy="1150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72475" y="3720375"/>
              <a:ext cx="644525" cy="1423670"/>
            </a:xfrm>
            <a:custGeom>
              <a:avLst/>
              <a:gdLst/>
              <a:ahLst/>
              <a:cxnLst/>
              <a:rect l="l" t="t" r="r" b="b"/>
              <a:pathLst>
                <a:path w="644525" h="1423670">
                  <a:moveTo>
                    <a:pt x="644042" y="1397749"/>
                  </a:moveTo>
                  <a:lnTo>
                    <a:pt x="593445" y="1347177"/>
                  </a:lnTo>
                  <a:lnTo>
                    <a:pt x="593445" y="1060145"/>
                  </a:lnTo>
                  <a:lnTo>
                    <a:pt x="581139" y="1047851"/>
                  </a:lnTo>
                  <a:lnTo>
                    <a:pt x="581139" y="1065479"/>
                  </a:lnTo>
                  <a:lnTo>
                    <a:pt x="581139" y="1334871"/>
                  </a:lnTo>
                  <a:lnTo>
                    <a:pt x="105867" y="859726"/>
                  </a:lnTo>
                  <a:lnTo>
                    <a:pt x="105867" y="590257"/>
                  </a:lnTo>
                  <a:lnTo>
                    <a:pt x="581139" y="1065479"/>
                  </a:lnTo>
                  <a:lnTo>
                    <a:pt x="581139" y="1047851"/>
                  </a:lnTo>
                  <a:lnTo>
                    <a:pt x="105867" y="573024"/>
                  </a:lnTo>
                  <a:lnTo>
                    <a:pt x="105867" y="416941"/>
                  </a:lnTo>
                  <a:lnTo>
                    <a:pt x="501078" y="21348"/>
                  </a:lnTo>
                  <a:lnTo>
                    <a:pt x="479628" y="0"/>
                  </a:lnTo>
                  <a:lnTo>
                    <a:pt x="75488" y="404622"/>
                  </a:lnTo>
                  <a:lnTo>
                    <a:pt x="75488" y="872451"/>
                  </a:lnTo>
                  <a:lnTo>
                    <a:pt x="313067" y="1110018"/>
                  </a:lnTo>
                  <a:lnTo>
                    <a:pt x="0" y="1423123"/>
                  </a:lnTo>
                  <a:lnTo>
                    <a:pt x="17233" y="1423123"/>
                  </a:lnTo>
                  <a:lnTo>
                    <a:pt x="321678" y="1118641"/>
                  </a:lnTo>
                  <a:lnTo>
                    <a:pt x="613562" y="1410474"/>
                  </a:lnTo>
                  <a:lnTo>
                    <a:pt x="613562" y="1423123"/>
                  </a:lnTo>
                  <a:lnTo>
                    <a:pt x="644042" y="1423123"/>
                  </a:lnTo>
                  <a:lnTo>
                    <a:pt x="644042" y="139774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2344420" cy="2120265"/>
          </a:xfrm>
          <a:custGeom>
            <a:avLst/>
            <a:gdLst/>
            <a:ahLst/>
            <a:cxnLst/>
            <a:rect l="l" t="t" r="r" b="b"/>
            <a:pathLst>
              <a:path w="2344420" h="2120265">
                <a:moveTo>
                  <a:pt x="0" y="2119963"/>
                </a:moveTo>
                <a:lnTo>
                  <a:pt x="0" y="766962"/>
                </a:lnTo>
                <a:lnTo>
                  <a:pt x="188382" y="578579"/>
                </a:lnTo>
                <a:lnTo>
                  <a:pt x="563692" y="578579"/>
                </a:lnTo>
                <a:lnTo>
                  <a:pt x="1142271" y="0"/>
                </a:lnTo>
                <a:lnTo>
                  <a:pt x="2344159" y="0"/>
                </a:lnTo>
                <a:lnTo>
                  <a:pt x="2324348" y="19805"/>
                </a:lnTo>
                <a:lnTo>
                  <a:pt x="2324348" y="343781"/>
                </a:lnTo>
                <a:lnTo>
                  <a:pt x="1626764" y="1041496"/>
                </a:lnTo>
                <a:lnTo>
                  <a:pt x="1078466" y="1041496"/>
                </a:lnTo>
                <a:lnTo>
                  <a:pt x="0" y="2119963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7060" y="1141007"/>
            <a:ext cx="302895" cy="302895"/>
          </a:xfrm>
          <a:custGeom>
            <a:avLst/>
            <a:gdLst/>
            <a:ahLst/>
            <a:cxnLst/>
            <a:rect l="l" t="t" r="r" b="b"/>
            <a:pathLst>
              <a:path w="302894" h="302894">
                <a:moveTo>
                  <a:pt x="86123" y="302751"/>
                </a:moveTo>
                <a:lnTo>
                  <a:pt x="0" y="302751"/>
                </a:lnTo>
                <a:lnTo>
                  <a:pt x="151138" y="151409"/>
                </a:lnTo>
                <a:lnTo>
                  <a:pt x="302480" y="0"/>
                </a:lnTo>
                <a:lnTo>
                  <a:pt x="302480" y="86123"/>
                </a:lnTo>
                <a:lnTo>
                  <a:pt x="194166" y="194437"/>
                </a:lnTo>
                <a:lnTo>
                  <a:pt x="86123" y="302751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197200" y="0"/>
            <a:ext cx="2697480" cy="1993264"/>
            <a:chOff x="197200" y="0"/>
            <a:chExt cx="2697480" cy="1993264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200" y="1868152"/>
              <a:ext cx="124181" cy="1250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3405" y="0"/>
              <a:ext cx="2621280" cy="1910714"/>
            </a:xfrm>
            <a:custGeom>
              <a:avLst/>
              <a:gdLst/>
              <a:ahLst/>
              <a:cxnLst/>
              <a:rect l="l" t="t" r="r" b="b"/>
              <a:pathLst>
                <a:path w="2621280" h="1910714">
                  <a:moveTo>
                    <a:pt x="2621267" y="0"/>
                  </a:moveTo>
                  <a:lnTo>
                    <a:pt x="2614968" y="0"/>
                  </a:lnTo>
                  <a:lnTo>
                    <a:pt x="2601633" y="0"/>
                  </a:lnTo>
                  <a:lnTo>
                    <a:pt x="2601633" y="19634"/>
                  </a:lnTo>
                  <a:lnTo>
                    <a:pt x="2601633" y="330250"/>
                  </a:lnTo>
                  <a:lnTo>
                    <a:pt x="2184882" y="747001"/>
                  </a:lnTo>
                  <a:lnTo>
                    <a:pt x="1874062" y="747001"/>
                  </a:lnTo>
                  <a:lnTo>
                    <a:pt x="2601633" y="19634"/>
                  </a:lnTo>
                  <a:lnTo>
                    <a:pt x="2601633" y="0"/>
                  </a:lnTo>
                  <a:lnTo>
                    <a:pt x="2574391" y="0"/>
                  </a:lnTo>
                  <a:lnTo>
                    <a:pt x="1618627" y="955776"/>
                  </a:lnTo>
                  <a:lnTo>
                    <a:pt x="931062" y="955776"/>
                  </a:lnTo>
                  <a:lnTo>
                    <a:pt x="926185" y="960653"/>
                  </a:lnTo>
                  <a:lnTo>
                    <a:pt x="0" y="1887105"/>
                  </a:lnTo>
                  <a:lnTo>
                    <a:pt x="23342" y="1910372"/>
                  </a:lnTo>
                  <a:lnTo>
                    <a:pt x="944854" y="988860"/>
                  </a:lnTo>
                  <a:lnTo>
                    <a:pt x="1632153" y="988860"/>
                  </a:lnTo>
                  <a:lnTo>
                    <a:pt x="1637030" y="983983"/>
                  </a:lnTo>
                  <a:lnTo>
                    <a:pt x="1860804" y="760260"/>
                  </a:lnTo>
                  <a:lnTo>
                    <a:pt x="2190572" y="760260"/>
                  </a:lnTo>
                  <a:lnTo>
                    <a:pt x="2614968" y="335661"/>
                  </a:lnTo>
                  <a:lnTo>
                    <a:pt x="2614968" y="6299"/>
                  </a:lnTo>
                  <a:lnTo>
                    <a:pt x="2621267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562267" y="566838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80" h="259080">
                <a:moveTo>
                  <a:pt x="258521" y="108940"/>
                </a:moveTo>
                <a:lnTo>
                  <a:pt x="149593" y="108940"/>
                </a:lnTo>
                <a:lnTo>
                  <a:pt x="149593" y="0"/>
                </a:lnTo>
                <a:lnTo>
                  <a:pt x="108597" y="0"/>
                </a:lnTo>
                <a:lnTo>
                  <a:pt x="108597" y="108940"/>
                </a:lnTo>
                <a:lnTo>
                  <a:pt x="0" y="108940"/>
                </a:lnTo>
                <a:lnTo>
                  <a:pt x="0" y="149923"/>
                </a:lnTo>
                <a:lnTo>
                  <a:pt x="108597" y="149923"/>
                </a:lnTo>
                <a:lnTo>
                  <a:pt x="108597" y="258864"/>
                </a:lnTo>
                <a:lnTo>
                  <a:pt x="149593" y="258864"/>
                </a:lnTo>
                <a:lnTo>
                  <a:pt x="149593" y="149923"/>
                </a:lnTo>
                <a:lnTo>
                  <a:pt x="258521" y="149923"/>
                </a:lnTo>
                <a:lnTo>
                  <a:pt x="258521" y="108940"/>
                </a:lnTo>
                <a:close/>
              </a:path>
            </a:pathLst>
          </a:custGeom>
          <a:solidFill>
            <a:srgbClr val="24A3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7247719" y="0"/>
            <a:ext cx="1896745" cy="1419860"/>
          </a:xfrm>
          <a:custGeom>
            <a:avLst/>
            <a:gdLst/>
            <a:ahLst/>
            <a:cxnLst/>
            <a:rect l="l" t="t" r="r" b="b"/>
            <a:pathLst>
              <a:path w="1896745" h="1419860">
                <a:moveTo>
                  <a:pt x="1896280" y="1419483"/>
                </a:moveTo>
                <a:lnTo>
                  <a:pt x="1517671" y="1040883"/>
                </a:lnTo>
                <a:lnTo>
                  <a:pt x="1040312" y="1040883"/>
                </a:lnTo>
                <a:lnTo>
                  <a:pt x="0" y="0"/>
                </a:lnTo>
                <a:lnTo>
                  <a:pt x="1002188" y="0"/>
                </a:lnTo>
                <a:lnTo>
                  <a:pt x="1281715" y="279521"/>
                </a:lnTo>
                <a:lnTo>
                  <a:pt x="1391279" y="279521"/>
                </a:lnTo>
                <a:lnTo>
                  <a:pt x="1896280" y="784368"/>
                </a:lnTo>
                <a:lnTo>
                  <a:pt x="1896280" y="1419483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4359317"/>
            <a:ext cx="925830" cy="784225"/>
          </a:xfrm>
          <a:custGeom>
            <a:avLst/>
            <a:gdLst/>
            <a:ahLst/>
            <a:cxnLst/>
            <a:rect l="l" t="t" r="r" b="b"/>
            <a:pathLst>
              <a:path w="925830" h="784225">
                <a:moveTo>
                  <a:pt x="925581" y="784182"/>
                </a:moveTo>
                <a:lnTo>
                  <a:pt x="0" y="784182"/>
                </a:lnTo>
                <a:lnTo>
                  <a:pt x="0" y="252"/>
                </a:lnTo>
                <a:lnTo>
                  <a:pt x="39989" y="0"/>
                </a:lnTo>
                <a:lnTo>
                  <a:pt x="324433" y="284443"/>
                </a:lnTo>
                <a:lnTo>
                  <a:pt x="425700" y="284443"/>
                </a:lnTo>
                <a:lnTo>
                  <a:pt x="925581" y="78418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320" y="4452140"/>
            <a:ext cx="97631" cy="9815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88406" y="4021704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4">
                <a:moveTo>
                  <a:pt x="0" y="519729"/>
                </a:moveTo>
                <a:lnTo>
                  <a:pt x="0" y="371823"/>
                </a:lnTo>
                <a:lnTo>
                  <a:pt x="371823" y="0"/>
                </a:lnTo>
                <a:lnTo>
                  <a:pt x="520066" y="0"/>
                </a:lnTo>
                <a:lnTo>
                  <a:pt x="259865" y="259865"/>
                </a:lnTo>
                <a:lnTo>
                  <a:pt x="0" y="519729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0" y="2083804"/>
            <a:ext cx="1325880" cy="2942590"/>
            <a:chOff x="0" y="2083804"/>
            <a:chExt cx="1325880" cy="294259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9321" y="2083804"/>
              <a:ext cx="126750" cy="127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2182748"/>
              <a:ext cx="1325880" cy="2844165"/>
            </a:xfrm>
            <a:custGeom>
              <a:avLst/>
              <a:gdLst/>
              <a:ahLst/>
              <a:cxnLst/>
              <a:rect l="l" t="t" r="r" b="b"/>
              <a:pathLst>
                <a:path w="1325880" h="2844165">
                  <a:moveTo>
                    <a:pt x="1325270" y="1551546"/>
                  </a:moveTo>
                  <a:lnTo>
                    <a:pt x="1269161" y="1495437"/>
                  </a:lnTo>
                  <a:lnTo>
                    <a:pt x="1269161" y="1176705"/>
                  </a:lnTo>
                  <a:lnTo>
                    <a:pt x="1255725" y="1163269"/>
                  </a:lnTo>
                  <a:lnTo>
                    <a:pt x="1255725" y="1182408"/>
                  </a:lnTo>
                  <a:lnTo>
                    <a:pt x="1255725" y="1482001"/>
                  </a:lnTo>
                  <a:lnTo>
                    <a:pt x="727849" y="954125"/>
                  </a:lnTo>
                  <a:lnTo>
                    <a:pt x="727849" y="654545"/>
                  </a:lnTo>
                  <a:lnTo>
                    <a:pt x="1255725" y="1182408"/>
                  </a:lnTo>
                  <a:lnTo>
                    <a:pt x="1255725" y="1163269"/>
                  </a:lnTo>
                  <a:lnTo>
                    <a:pt x="727849" y="635393"/>
                  </a:lnTo>
                  <a:lnTo>
                    <a:pt x="727849" y="462622"/>
                  </a:lnTo>
                  <a:lnTo>
                    <a:pt x="1166939" y="23850"/>
                  </a:lnTo>
                  <a:lnTo>
                    <a:pt x="1143088" y="0"/>
                  </a:lnTo>
                  <a:lnTo>
                    <a:pt x="694245" y="448754"/>
                  </a:lnTo>
                  <a:lnTo>
                    <a:pt x="694245" y="967905"/>
                  </a:lnTo>
                  <a:lnTo>
                    <a:pt x="958062" y="1231874"/>
                  </a:lnTo>
                  <a:lnTo>
                    <a:pt x="515099" y="1674926"/>
                  </a:lnTo>
                  <a:lnTo>
                    <a:pt x="515099" y="2229269"/>
                  </a:lnTo>
                  <a:lnTo>
                    <a:pt x="0" y="2744076"/>
                  </a:lnTo>
                  <a:lnTo>
                    <a:pt x="0" y="2763177"/>
                  </a:lnTo>
                  <a:lnTo>
                    <a:pt x="528535" y="2234641"/>
                  </a:lnTo>
                  <a:lnTo>
                    <a:pt x="528535" y="1680641"/>
                  </a:lnTo>
                  <a:lnTo>
                    <a:pt x="967473" y="1241298"/>
                  </a:lnTo>
                  <a:lnTo>
                    <a:pt x="1291336" y="1565325"/>
                  </a:lnTo>
                  <a:lnTo>
                    <a:pt x="1291336" y="1846351"/>
                  </a:lnTo>
                  <a:lnTo>
                    <a:pt x="328129" y="2809887"/>
                  </a:lnTo>
                  <a:lnTo>
                    <a:pt x="0" y="2809887"/>
                  </a:lnTo>
                  <a:lnTo>
                    <a:pt x="0" y="2843568"/>
                  </a:lnTo>
                  <a:lnTo>
                    <a:pt x="341909" y="2843568"/>
                  </a:lnTo>
                  <a:lnTo>
                    <a:pt x="1325270" y="1860130"/>
                  </a:lnTo>
                  <a:lnTo>
                    <a:pt x="1325270" y="155154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8486" y="4452140"/>
            <a:ext cx="97630" cy="981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749" y="4676228"/>
            <a:ext cx="97630" cy="97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3810" y="4676228"/>
            <a:ext cx="97736" cy="9773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550269" y="616390"/>
            <a:ext cx="3594100" cy="4527550"/>
            <a:chOff x="5550269" y="616390"/>
            <a:chExt cx="3594100" cy="4527550"/>
          </a:xfrm>
        </p:grpSpPr>
        <p:sp>
          <p:nvSpPr>
            <p:cNvPr id="4" name="object 4"/>
            <p:cNvSpPr/>
            <p:nvPr/>
          </p:nvSpPr>
          <p:spPr>
            <a:xfrm>
              <a:off x="7334540" y="4108517"/>
              <a:ext cx="1809750" cy="1035050"/>
            </a:xfrm>
            <a:custGeom>
              <a:avLst/>
              <a:gdLst/>
              <a:ahLst/>
              <a:cxnLst/>
              <a:rect l="l" t="t" r="r" b="b"/>
              <a:pathLst>
                <a:path w="1809750" h="1035050">
                  <a:moveTo>
                    <a:pt x="1806195" y="1034982"/>
                  </a:moveTo>
                  <a:lnTo>
                    <a:pt x="0" y="1034982"/>
                  </a:lnTo>
                  <a:lnTo>
                    <a:pt x="526232" y="508749"/>
                  </a:lnTo>
                  <a:lnTo>
                    <a:pt x="1300709" y="508749"/>
                  </a:lnTo>
                  <a:lnTo>
                    <a:pt x="1809459" y="0"/>
                  </a:lnTo>
                  <a:lnTo>
                    <a:pt x="1809459" y="1031718"/>
                  </a:lnTo>
                  <a:lnTo>
                    <a:pt x="1806195" y="1034982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50268" y="616394"/>
              <a:ext cx="3594100" cy="4527550"/>
            </a:xfrm>
            <a:custGeom>
              <a:avLst/>
              <a:gdLst/>
              <a:ahLst/>
              <a:cxnLst/>
              <a:rect l="l" t="t" r="r" b="b"/>
              <a:pathLst>
                <a:path w="3594100" h="4527550">
                  <a:moveTo>
                    <a:pt x="3593731" y="0"/>
                  </a:moveTo>
                  <a:lnTo>
                    <a:pt x="2827439" y="766292"/>
                  </a:lnTo>
                  <a:lnTo>
                    <a:pt x="2827439" y="3044355"/>
                  </a:lnTo>
                  <a:lnTo>
                    <a:pt x="2594445" y="3277349"/>
                  </a:lnTo>
                  <a:lnTo>
                    <a:pt x="2451582" y="3277349"/>
                  </a:lnTo>
                  <a:lnTo>
                    <a:pt x="2225306" y="3503942"/>
                  </a:lnTo>
                  <a:lnTo>
                    <a:pt x="1999043" y="3730218"/>
                  </a:lnTo>
                  <a:lnTo>
                    <a:pt x="1999043" y="3872750"/>
                  </a:lnTo>
                  <a:lnTo>
                    <a:pt x="1747240" y="4124553"/>
                  </a:lnTo>
                  <a:lnTo>
                    <a:pt x="0" y="4124553"/>
                  </a:lnTo>
                  <a:lnTo>
                    <a:pt x="0" y="4527105"/>
                  </a:lnTo>
                  <a:lnTo>
                    <a:pt x="40982" y="4527105"/>
                  </a:lnTo>
                  <a:lnTo>
                    <a:pt x="40982" y="4165536"/>
                  </a:lnTo>
                  <a:lnTo>
                    <a:pt x="931278" y="4165536"/>
                  </a:lnTo>
                  <a:lnTo>
                    <a:pt x="688886" y="4407928"/>
                  </a:lnTo>
                  <a:lnTo>
                    <a:pt x="297154" y="4407928"/>
                  </a:lnTo>
                  <a:lnTo>
                    <a:pt x="178155" y="4527105"/>
                  </a:lnTo>
                  <a:lnTo>
                    <a:pt x="201574" y="4527105"/>
                  </a:lnTo>
                  <a:lnTo>
                    <a:pt x="304292" y="4424400"/>
                  </a:lnTo>
                  <a:lnTo>
                    <a:pt x="695604" y="4424400"/>
                  </a:lnTo>
                  <a:lnTo>
                    <a:pt x="954455" y="4165536"/>
                  </a:lnTo>
                  <a:lnTo>
                    <a:pt x="1764042" y="4165536"/>
                  </a:lnTo>
                  <a:lnTo>
                    <a:pt x="2868422" y="3061157"/>
                  </a:lnTo>
                  <a:lnTo>
                    <a:pt x="2868422" y="783424"/>
                  </a:lnTo>
                  <a:lnTo>
                    <a:pt x="3593731" y="57823"/>
                  </a:lnTo>
                  <a:lnTo>
                    <a:pt x="3593731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7398127" y="0"/>
            <a:ext cx="1746250" cy="1193165"/>
          </a:xfrm>
          <a:custGeom>
            <a:avLst/>
            <a:gdLst/>
            <a:ahLst/>
            <a:cxnLst/>
            <a:rect l="l" t="t" r="r" b="b"/>
            <a:pathLst>
              <a:path w="1746250" h="1193165">
                <a:moveTo>
                  <a:pt x="1745872" y="1192800"/>
                </a:moveTo>
                <a:lnTo>
                  <a:pt x="1060451" y="507380"/>
                </a:lnTo>
                <a:lnTo>
                  <a:pt x="507461" y="507380"/>
                </a:lnTo>
                <a:lnTo>
                  <a:pt x="0" y="0"/>
                </a:lnTo>
                <a:lnTo>
                  <a:pt x="23262" y="0"/>
                </a:lnTo>
                <a:lnTo>
                  <a:pt x="514180" y="490917"/>
                </a:lnTo>
                <a:lnTo>
                  <a:pt x="1067254" y="490917"/>
                </a:lnTo>
                <a:lnTo>
                  <a:pt x="1745872" y="1169607"/>
                </a:lnTo>
                <a:lnTo>
                  <a:pt x="1745872" y="1192800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4131499" y="1088812"/>
            <a:ext cx="88138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575"/>
              <a:t>01</a:t>
            </a:r>
            <a:endParaRPr sz="5500"/>
          </a:p>
        </p:txBody>
      </p:sp>
      <p:sp>
        <p:nvSpPr>
          <p:cNvPr id="25" name="object 25"/>
          <p:cNvSpPr txBox="1"/>
          <p:nvPr/>
        </p:nvSpPr>
        <p:spPr>
          <a:xfrm>
            <a:off x="1906589" y="2161893"/>
            <a:ext cx="5331460" cy="173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500" spc="330" b="1">
                <a:solidFill>
                  <a:srgbClr val="373536"/>
                </a:solidFill>
                <a:latin typeface="Verdana"/>
                <a:cs typeface="Verdana"/>
              </a:rPr>
              <a:t>OBJECTIVES</a:t>
            </a:r>
            <a:endParaRPr sz="5500">
              <a:latin typeface="Verdana"/>
              <a:cs typeface="Verdana"/>
            </a:endParaRPr>
          </a:p>
          <a:p>
            <a:pPr algn="ctr" marL="1473835" marR="1468120">
              <a:lnSpc>
                <a:spcPct val="100699"/>
              </a:lnSpc>
              <a:spcBef>
                <a:spcPts val="2495"/>
              </a:spcBef>
            </a:pPr>
            <a:r>
              <a:rPr dirty="0" sz="1800" spc="-35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enter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73536"/>
                </a:solidFill>
                <a:latin typeface="Roboto"/>
                <a:cs typeface="Roboto"/>
              </a:rPr>
              <a:t>subtitle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here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if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373536"/>
                </a:solidFill>
                <a:latin typeface="Roboto"/>
                <a:cs typeface="Roboto"/>
              </a:rPr>
              <a:t>need</a:t>
            </a:r>
            <a:r>
              <a:rPr dirty="0" sz="18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73536"/>
                </a:solidFill>
                <a:latin typeface="Roboto"/>
                <a:cs typeface="Roboto"/>
              </a:rPr>
              <a:t>it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97315" y="2450147"/>
            <a:ext cx="97790" cy="556895"/>
          </a:xfrm>
          <a:custGeom>
            <a:avLst/>
            <a:gdLst/>
            <a:ahLst/>
            <a:cxnLst/>
            <a:rect l="l" t="t" r="r" b="b"/>
            <a:pathLst>
              <a:path w="97790" h="556894">
                <a:moveTo>
                  <a:pt x="97180" y="419188"/>
                </a:moveTo>
                <a:lnTo>
                  <a:pt x="0" y="499567"/>
                </a:lnTo>
                <a:lnTo>
                  <a:pt x="0" y="556768"/>
                </a:lnTo>
                <a:lnTo>
                  <a:pt x="97180" y="476389"/>
                </a:lnTo>
                <a:lnTo>
                  <a:pt x="97180" y="419188"/>
                </a:lnTo>
                <a:close/>
              </a:path>
              <a:path w="97790" h="556894">
                <a:moveTo>
                  <a:pt x="97180" y="314363"/>
                </a:moveTo>
                <a:lnTo>
                  <a:pt x="0" y="394665"/>
                </a:lnTo>
                <a:lnTo>
                  <a:pt x="0" y="451866"/>
                </a:lnTo>
                <a:lnTo>
                  <a:pt x="97180" y="371487"/>
                </a:lnTo>
                <a:lnTo>
                  <a:pt x="97180" y="314363"/>
                </a:lnTo>
                <a:close/>
              </a:path>
              <a:path w="97790" h="556894">
                <a:moveTo>
                  <a:pt x="97180" y="209461"/>
                </a:moveTo>
                <a:lnTo>
                  <a:pt x="0" y="289763"/>
                </a:lnTo>
                <a:lnTo>
                  <a:pt x="0" y="346951"/>
                </a:lnTo>
                <a:lnTo>
                  <a:pt x="97180" y="266573"/>
                </a:lnTo>
                <a:lnTo>
                  <a:pt x="97180" y="209461"/>
                </a:lnTo>
                <a:close/>
              </a:path>
              <a:path w="97790" h="556894">
                <a:moveTo>
                  <a:pt x="97180" y="104559"/>
                </a:moveTo>
                <a:lnTo>
                  <a:pt x="0" y="184937"/>
                </a:lnTo>
                <a:lnTo>
                  <a:pt x="0" y="242049"/>
                </a:lnTo>
                <a:lnTo>
                  <a:pt x="97180" y="161671"/>
                </a:lnTo>
                <a:lnTo>
                  <a:pt x="97180" y="104559"/>
                </a:lnTo>
                <a:close/>
              </a:path>
              <a:path w="97790" h="556894">
                <a:moveTo>
                  <a:pt x="97180" y="0"/>
                </a:moveTo>
                <a:lnTo>
                  <a:pt x="0" y="80035"/>
                </a:lnTo>
                <a:lnTo>
                  <a:pt x="0" y="137147"/>
                </a:lnTo>
                <a:lnTo>
                  <a:pt x="97180" y="56769"/>
                </a:lnTo>
                <a:lnTo>
                  <a:pt x="97180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57912" y="4994678"/>
            <a:ext cx="1586230" cy="149225"/>
          </a:xfrm>
          <a:custGeom>
            <a:avLst/>
            <a:gdLst/>
            <a:ahLst/>
            <a:cxnLst/>
            <a:rect l="l" t="t" r="r" b="b"/>
            <a:pathLst>
              <a:path w="1586229" h="149225">
                <a:moveTo>
                  <a:pt x="40594" y="148822"/>
                </a:moveTo>
                <a:lnTo>
                  <a:pt x="0" y="148822"/>
                </a:lnTo>
                <a:lnTo>
                  <a:pt x="148822" y="0"/>
                </a:lnTo>
                <a:lnTo>
                  <a:pt x="1586087" y="0"/>
                </a:lnTo>
                <a:lnTo>
                  <a:pt x="1586087" y="28800"/>
                </a:lnTo>
                <a:lnTo>
                  <a:pt x="160585" y="28800"/>
                </a:lnTo>
                <a:lnTo>
                  <a:pt x="40594" y="148822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PROBLEM</a:t>
            </a:r>
            <a:r>
              <a:rPr dirty="0" spc="-80"/>
              <a:t> </a:t>
            </a:r>
            <a:r>
              <a:rPr dirty="0" spc="150"/>
              <a:t>STATEMENT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84597" y="1550584"/>
            <a:ext cx="492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3464" y="1550584"/>
            <a:ext cx="26212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5485" algn="l"/>
              </a:tabLst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r>
              <a:rPr dirty="0" sz="3000" b="1">
                <a:solidFill>
                  <a:srgbClr val="373536"/>
                </a:solidFill>
                <a:latin typeface="Verdana"/>
                <a:cs typeface="Verdana"/>
              </a:rPr>
              <a:t>	</a:t>
            </a: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07508" y="1550584"/>
            <a:ext cx="621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4463" y="3269625"/>
            <a:ext cx="129222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marL="12700" marR="5080" indent="117475">
              <a:lnSpc>
                <a:spcPct val="100000"/>
              </a:lnSpc>
              <a:spcBef>
                <a:spcPts val="119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beautiful</a:t>
            </a:r>
            <a:r>
              <a:rPr dirty="0" sz="15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name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0501" y="3269625"/>
            <a:ext cx="1504950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8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Mars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actually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very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2837" y="3269625"/>
            <a:ext cx="1645920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algn="ctr" marL="174625" marR="167640" indent="-1270">
              <a:lnSpc>
                <a:spcPct val="100000"/>
              </a:lnSpc>
              <a:spcBef>
                <a:spcPts val="119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Mercury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smallest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7525" y="2487871"/>
            <a:ext cx="1466850" cy="2656205"/>
            <a:chOff x="7677525" y="2487871"/>
            <a:chExt cx="1466850" cy="2656205"/>
          </a:xfrm>
        </p:grpSpPr>
        <p:sp>
          <p:nvSpPr>
            <p:cNvPr id="6" name="object 6"/>
            <p:cNvSpPr/>
            <p:nvPr/>
          </p:nvSpPr>
          <p:spPr>
            <a:xfrm>
              <a:off x="7677525" y="4084522"/>
              <a:ext cx="1466850" cy="1059180"/>
            </a:xfrm>
            <a:custGeom>
              <a:avLst/>
              <a:gdLst/>
              <a:ahLst/>
              <a:cxnLst/>
              <a:rect l="l" t="t" r="r" b="b"/>
              <a:pathLst>
                <a:path w="1466850" h="1059179">
                  <a:moveTo>
                    <a:pt x="1134484" y="1058977"/>
                  </a:moveTo>
                  <a:lnTo>
                    <a:pt x="0" y="1058977"/>
                  </a:lnTo>
                  <a:lnTo>
                    <a:pt x="388525" y="670924"/>
                  </a:lnTo>
                  <a:lnTo>
                    <a:pt x="795643" y="670924"/>
                  </a:lnTo>
                  <a:lnTo>
                    <a:pt x="1466475" y="0"/>
                  </a:lnTo>
                  <a:lnTo>
                    <a:pt x="1466475" y="1006037"/>
                  </a:lnTo>
                  <a:lnTo>
                    <a:pt x="1457618" y="1014894"/>
                  </a:lnTo>
                  <a:lnTo>
                    <a:pt x="1178560" y="1014894"/>
                  </a:lnTo>
                  <a:lnTo>
                    <a:pt x="1134484" y="10589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4" y="24878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878742"/>
              <a:ext cx="126235" cy="12748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321" y="2230253"/>
            <a:ext cx="6734165" cy="846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26901" y="3269625"/>
            <a:ext cx="158305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70" b="1">
                <a:solidFill>
                  <a:srgbClr val="FC2E12"/>
                </a:solidFill>
                <a:latin typeface="Verdana"/>
                <a:cs typeface="Verdana"/>
              </a:rPr>
              <a:t>NEPTUNE</a:t>
            </a:r>
            <a:endParaRPr sz="2200">
              <a:latin typeface="Verdana"/>
              <a:cs typeface="Verdana"/>
            </a:endParaRPr>
          </a:p>
          <a:p>
            <a:pPr algn="ctr" marL="97790" marR="92075" indent="635">
              <a:lnSpc>
                <a:spcPct val="100000"/>
              </a:lnSpc>
              <a:spcBef>
                <a:spcPts val="119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Neptune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far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away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Earth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7286052" y="0"/>
            <a:ext cx="1858010" cy="1402080"/>
            <a:chOff x="7286052" y="0"/>
            <a:chExt cx="1858010" cy="1402080"/>
          </a:xfrm>
        </p:grpSpPr>
        <p:sp>
          <p:nvSpPr>
            <p:cNvPr id="11" name="object 11"/>
            <p:cNvSpPr/>
            <p:nvPr/>
          </p:nvSpPr>
          <p:spPr>
            <a:xfrm>
              <a:off x="7286052" y="0"/>
              <a:ext cx="1858010" cy="1381125"/>
            </a:xfrm>
            <a:custGeom>
              <a:avLst/>
              <a:gdLst/>
              <a:ahLst/>
              <a:cxnLst/>
              <a:rect l="l" t="t" r="r" b="b"/>
              <a:pathLst>
                <a:path w="1858009" h="1381125">
                  <a:moveTo>
                    <a:pt x="1857947" y="1381060"/>
                  </a:moveTo>
                  <a:lnTo>
                    <a:pt x="1355110" y="878233"/>
                  </a:lnTo>
                  <a:lnTo>
                    <a:pt x="877750" y="878233"/>
                  </a:lnTo>
                  <a:lnTo>
                    <a:pt x="0" y="0"/>
                  </a:lnTo>
                  <a:lnTo>
                    <a:pt x="1002281" y="0"/>
                  </a:lnTo>
                  <a:lnTo>
                    <a:pt x="1119154" y="116871"/>
                  </a:lnTo>
                  <a:lnTo>
                    <a:pt x="1228718" y="116871"/>
                  </a:lnTo>
                  <a:lnTo>
                    <a:pt x="1857947" y="745909"/>
                  </a:lnTo>
                  <a:lnTo>
                    <a:pt x="1857947" y="138106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0046" y="1276476"/>
              <a:ext cx="124305" cy="1250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25818" y="0"/>
              <a:ext cx="513080" cy="1293495"/>
            </a:xfrm>
            <a:custGeom>
              <a:avLst/>
              <a:gdLst/>
              <a:ahLst/>
              <a:cxnLst/>
              <a:rect l="l" t="t" r="r" b="b"/>
              <a:pathLst>
                <a:path w="513079" h="1293495">
                  <a:moveTo>
                    <a:pt x="512528" y="1292916"/>
                  </a:moveTo>
                  <a:lnTo>
                    <a:pt x="479445" y="1292916"/>
                  </a:lnTo>
                  <a:lnTo>
                    <a:pt x="479445" y="479445"/>
                  </a:lnTo>
                  <a:lnTo>
                    <a:pt x="0" y="0"/>
                  </a:lnTo>
                  <a:lnTo>
                    <a:pt x="46826" y="0"/>
                  </a:lnTo>
                  <a:lnTo>
                    <a:pt x="512528" y="465576"/>
                  </a:lnTo>
                  <a:lnTo>
                    <a:pt x="512528" y="129291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98575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STUDY</a:t>
            </a:r>
            <a:r>
              <a:rPr dirty="0" spc="-95"/>
              <a:t> </a:t>
            </a:r>
            <a:r>
              <a:rPr dirty="0" spc="175"/>
              <a:t>OBJECTIVES</a:t>
            </a:r>
          </a:p>
        </p:txBody>
      </p:sp>
      <p:sp>
        <p:nvSpPr>
          <p:cNvPr id="14" name="object 14"/>
          <p:cNvSpPr/>
          <p:nvPr/>
        </p:nvSpPr>
        <p:spPr>
          <a:xfrm>
            <a:off x="8583219" y="1630273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521" y="108927"/>
                </a:moveTo>
                <a:lnTo>
                  <a:pt x="149910" y="108927"/>
                </a:lnTo>
                <a:lnTo>
                  <a:pt x="149910" y="0"/>
                </a:lnTo>
                <a:lnTo>
                  <a:pt x="108927" y="0"/>
                </a:lnTo>
                <a:lnTo>
                  <a:pt x="108927" y="108927"/>
                </a:lnTo>
                <a:lnTo>
                  <a:pt x="0" y="108927"/>
                </a:lnTo>
                <a:lnTo>
                  <a:pt x="0" y="149923"/>
                </a:lnTo>
                <a:lnTo>
                  <a:pt x="108927" y="149923"/>
                </a:lnTo>
                <a:lnTo>
                  <a:pt x="108927" y="258851"/>
                </a:lnTo>
                <a:lnTo>
                  <a:pt x="149910" y="258851"/>
                </a:lnTo>
                <a:lnTo>
                  <a:pt x="149910" y="149923"/>
                </a:lnTo>
                <a:lnTo>
                  <a:pt x="258521" y="149923"/>
                </a:lnTo>
                <a:lnTo>
                  <a:pt x="258521" y="108927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69559" y="1873237"/>
            <a:ext cx="2101850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31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2540">
              <a:lnSpc>
                <a:spcPct val="100000"/>
              </a:lnSpc>
              <a:spcBef>
                <a:spcPts val="885"/>
              </a:spcBef>
            </a:pPr>
            <a:r>
              <a:rPr dirty="0" sz="2200" spc="8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endParaRPr sz="2200">
              <a:latin typeface="Verdana"/>
              <a:cs typeface="Verdana"/>
            </a:endParaRPr>
          </a:p>
          <a:p>
            <a:pPr algn="ctr" marL="12700" marR="5080" indent="635">
              <a:lnSpc>
                <a:spcPct val="100000"/>
              </a:lnSpc>
              <a:spcBef>
                <a:spcPts val="96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Despite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being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red,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Mars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place.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It's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full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of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iron</a:t>
            </a:r>
            <a:r>
              <a:rPr dirty="0" sz="1500" spc="-7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oxide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dust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8195" y="1873237"/>
            <a:ext cx="1846580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85"/>
              </a:spcBef>
            </a:pP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96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giant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Solar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System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6145" y="1873237"/>
            <a:ext cx="2131695" cy="1892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8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algn="ctr" marL="12065" marR="5080" indent="-635">
              <a:lnSpc>
                <a:spcPct val="100000"/>
              </a:lnSpc>
              <a:spcBef>
                <a:spcPts val="96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Mercury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closest planet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smallest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one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4174967"/>
            <a:ext cx="1334770" cy="969010"/>
          </a:xfrm>
          <a:custGeom>
            <a:avLst/>
            <a:gdLst/>
            <a:ahLst/>
            <a:cxnLst/>
            <a:rect l="l" t="t" r="r" b="b"/>
            <a:pathLst>
              <a:path w="1334770" h="969010">
                <a:moveTo>
                  <a:pt x="1334465" y="968532"/>
                </a:moveTo>
                <a:lnTo>
                  <a:pt x="306169" y="968532"/>
                </a:lnTo>
                <a:lnTo>
                  <a:pt x="0" y="662189"/>
                </a:lnTo>
                <a:lnTo>
                  <a:pt x="0" y="1671"/>
                </a:lnTo>
                <a:lnTo>
                  <a:pt x="264472" y="0"/>
                </a:lnTo>
                <a:lnTo>
                  <a:pt x="548915" y="284443"/>
                </a:lnTo>
                <a:lnTo>
                  <a:pt x="650182" y="284443"/>
                </a:lnTo>
                <a:lnTo>
                  <a:pt x="1334465" y="96853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85340" y="3837902"/>
            <a:ext cx="1009015" cy="1306195"/>
            <a:chOff x="385340" y="3837902"/>
            <a:chExt cx="1009015" cy="130619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340" y="3837902"/>
              <a:ext cx="127832" cy="1265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7735" y="3924916"/>
              <a:ext cx="926465" cy="1219200"/>
            </a:xfrm>
            <a:custGeom>
              <a:avLst/>
              <a:gdLst/>
              <a:ahLst/>
              <a:cxnLst/>
              <a:rect l="l" t="t" r="r" b="b"/>
              <a:pathLst>
                <a:path w="926465" h="1219200">
                  <a:moveTo>
                    <a:pt x="926241" y="1218583"/>
                  </a:moveTo>
                  <a:lnTo>
                    <a:pt x="892561" y="1218583"/>
                  </a:lnTo>
                  <a:lnTo>
                    <a:pt x="892561" y="916498"/>
                  </a:lnTo>
                  <a:lnTo>
                    <a:pt x="0" y="23937"/>
                  </a:lnTo>
                  <a:lnTo>
                    <a:pt x="23853" y="0"/>
                  </a:lnTo>
                  <a:lnTo>
                    <a:pt x="926241" y="902388"/>
                  </a:lnTo>
                  <a:lnTo>
                    <a:pt x="926241" y="121858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2716" y="4461358"/>
            <a:ext cx="97631" cy="98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6883" y="4461358"/>
            <a:ext cx="97630" cy="981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145" y="4685446"/>
            <a:ext cx="97630" cy="97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2206" y="4685446"/>
            <a:ext cx="97736" cy="97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4244" y="0"/>
            <a:ext cx="1419860" cy="1309370"/>
          </a:xfrm>
          <a:custGeom>
            <a:avLst/>
            <a:gdLst/>
            <a:ahLst/>
            <a:cxnLst/>
            <a:rect l="l" t="t" r="r" b="b"/>
            <a:pathLst>
              <a:path w="1419859" h="1309370">
                <a:moveTo>
                  <a:pt x="1419756" y="1309027"/>
                </a:moveTo>
                <a:lnTo>
                  <a:pt x="925278" y="814549"/>
                </a:lnTo>
                <a:lnTo>
                  <a:pt x="726767" y="814549"/>
                </a:lnTo>
                <a:lnTo>
                  <a:pt x="341670" y="429552"/>
                </a:lnTo>
                <a:lnTo>
                  <a:pt x="341670" y="341670"/>
                </a:lnTo>
                <a:lnTo>
                  <a:pt x="0" y="0"/>
                </a:lnTo>
                <a:lnTo>
                  <a:pt x="628588" y="0"/>
                </a:lnTo>
                <a:lnTo>
                  <a:pt x="1198043" y="569542"/>
                </a:lnTo>
                <a:lnTo>
                  <a:pt x="1419756" y="569542"/>
                </a:lnTo>
                <a:lnTo>
                  <a:pt x="1419756" y="1309027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08405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LITERATURE</a:t>
            </a:r>
            <a:r>
              <a:rPr dirty="0" spc="-70"/>
              <a:t> </a:t>
            </a:r>
            <a:r>
              <a:rPr dirty="0" spc="55"/>
              <a:t>REVIEW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4002" y="1660110"/>
            <a:ext cx="93387" cy="937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4002" y="1921953"/>
            <a:ext cx="92934" cy="9294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375601" y="539145"/>
            <a:ext cx="768985" cy="1477645"/>
            <a:chOff x="8375601" y="539145"/>
            <a:chExt cx="768985" cy="147764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7039" y="1923312"/>
              <a:ext cx="93274" cy="933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07872" y="614741"/>
              <a:ext cx="736600" cy="1330325"/>
            </a:xfrm>
            <a:custGeom>
              <a:avLst/>
              <a:gdLst/>
              <a:ahLst/>
              <a:cxnLst/>
              <a:rect l="l" t="t" r="r" b="b"/>
              <a:pathLst>
                <a:path w="736600" h="1330325">
                  <a:moveTo>
                    <a:pt x="736127" y="1330127"/>
                  </a:moveTo>
                  <a:lnTo>
                    <a:pt x="0" y="593772"/>
                  </a:lnTo>
                  <a:lnTo>
                    <a:pt x="0" y="0"/>
                  </a:lnTo>
                  <a:lnTo>
                    <a:pt x="29760" y="0"/>
                  </a:lnTo>
                  <a:lnTo>
                    <a:pt x="29760" y="581172"/>
                  </a:lnTo>
                  <a:lnTo>
                    <a:pt x="736127" y="1287538"/>
                  </a:lnTo>
                  <a:lnTo>
                    <a:pt x="736127" y="133012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5601" y="539145"/>
              <a:ext cx="95580" cy="9557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7040" y="2185268"/>
            <a:ext cx="93274" cy="9282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27846" y="4158857"/>
            <a:ext cx="236220" cy="38100"/>
          </a:xfrm>
          <a:custGeom>
            <a:avLst/>
            <a:gdLst/>
            <a:ahLst/>
            <a:cxnLst/>
            <a:rect l="l" t="t" r="r" b="b"/>
            <a:pathLst>
              <a:path w="236219" h="38100">
                <a:moveTo>
                  <a:pt x="235890" y="37881"/>
                </a:moveTo>
                <a:lnTo>
                  <a:pt x="0" y="37881"/>
                </a:lnTo>
                <a:lnTo>
                  <a:pt x="0" y="0"/>
                </a:lnTo>
                <a:lnTo>
                  <a:pt x="235890" y="0"/>
                </a:lnTo>
                <a:lnTo>
                  <a:pt x="235890" y="37881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09332" y="4158869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90500" h="38100">
                <a:moveTo>
                  <a:pt x="117779" y="0"/>
                </a:moveTo>
                <a:lnTo>
                  <a:pt x="0" y="0"/>
                </a:lnTo>
                <a:lnTo>
                  <a:pt x="0" y="37871"/>
                </a:lnTo>
                <a:lnTo>
                  <a:pt x="117779" y="37871"/>
                </a:lnTo>
                <a:lnTo>
                  <a:pt x="117779" y="0"/>
                </a:lnTo>
                <a:close/>
              </a:path>
              <a:path w="190500" h="38100">
                <a:moveTo>
                  <a:pt x="190284" y="0"/>
                </a:moveTo>
                <a:lnTo>
                  <a:pt x="152730" y="0"/>
                </a:lnTo>
                <a:lnTo>
                  <a:pt x="152730" y="37871"/>
                </a:lnTo>
                <a:lnTo>
                  <a:pt x="190284" y="37871"/>
                </a:lnTo>
                <a:lnTo>
                  <a:pt x="190284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0" y="1453784"/>
            <a:ext cx="2222500" cy="3689985"/>
            <a:chOff x="0" y="1453784"/>
            <a:chExt cx="2222500" cy="3689985"/>
          </a:xfrm>
        </p:grpSpPr>
        <p:sp>
          <p:nvSpPr>
            <p:cNvPr id="13" name="object 13"/>
            <p:cNvSpPr/>
            <p:nvPr/>
          </p:nvSpPr>
          <p:spPr>
            <a:xfrm>
              <a:off x="0" y="1453794"/>
              <a:ext cx="771525" cy="2207260"/>
            </a:xfrm>
            <a:custGeom>
              <a:avLst/>
              <a:gdLst/>
              <a:ahLst/>
              <a:cxnLst/>
              <a:rect l="l" t="t" r="r" b="b"/>
              <a:pathLst>
                <a:path w="771525" h="2207260">
                  <a:moveTo>
                    <a:pt x="770902" y="2188921"/>
                  </a:moveTo>
                  <a:lnTo>
                    <a:pt x="267512" y="1685531"/>
                  </a:lnTo>
                  <a:lnTo>
                    <a:pt x="267512" y="267487"/>
                  </a:lnTo>
                  <a:lnTo>
                    <a:pt x="0" y="0"/>
                  </a:lnTo>
                  <a:lnTo>
                    <a:pt x="0" y="12649"/>
                  </a:lnTo>
                  <a:lnTo>
                    <a:pt x="0" y="36042"/>
                  </a:lnTo>
                  <a:lnTo>
                    <a:pt x="0" y="124815"/>
                  </a:lnTo>
                  <a:lnTo>
                    <a:pt x="8255" y="133070"/>
                  </a:lnTo>
                  <a:lnTo>
                    <a:pt x="97028" y="133070"/>
                  </a:lnTo>
                  <a:lnTo>
                    <a:pt x="242163" y="278193"/>
                  </a:lnTo>
                  <a:lnTo>
                    <a:pt x="242163" y="1696237"/>
                  </a:lnTo>
                  <a:lnTo>
                    <a:pt x="752868" y="2206942"/>
                  </a:lnTo>
                  <a:lnTo>
                    <a:pt x="770902" y="218892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026" y="3619677"/>
              <a:ext cx="96122" cy="968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3492109"/>
              <a:ext cx="2222500" cy="1651635"/>
            </a:xfrm>
            <a:custGeom>
              <a:avLst/>
              <a:gdLst/>
              <a:ahLst/>
              <a:cxnLst/>
              <a:rect l="l" t="t" r="r" b="b"/>
              <a:pathLst>
                <a:path w="2222500" h="1651635">
                  <a:moveTo>
                    <a:pt x="1671027" y="1651390"/>
                  </a:moveTo>
                  <a:lnTo>
                    <a:pt x="681885" y="1651390"/>
                  </a:lnTo>
                  <a:lnTo>
                    <a:pt x="0" y="969504"/>
                  </a:lnTo>
                  <a:lnTo>
                    <a:pt x="0" y="0"/>
                  </a:lnTo>
                  <a:lnTo>
                    <a:pt x="355153" y="355464"/>
                  </a:lnTo>
                  <a:lnTo>
                    <a:pt x="355153" y="517143"/>
                  </a:lnTo>
                  <a:lnTo>
                    <a:pt x="759923" y="921912"/>
                  </a:lnTo>
                  <a:lnTo>
                    <a:pt x="2026070" y="921912"/>
                  </a:lnTo>
                  <a:lnTo>
                    <a:pt x="2222338" y="1118180"/>
                  </a:lnTo>
                  <a:lnTo>
                    <a:pt x="1671027" y="165139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0" y="4069995"/>
              <a:ext cx="1073785" cy="1073785"/>
            </a:xfrm>
            <a:custGeom>
              <a:avLst/>
              <a:gdLst/>
              <a:ahLst/>
              <a:cxnLst/>
              <a:rect l="l" t="t" r="r" b="b"/>
              <a:pathLst>
                <a:path w="1073785" h="1073785">
                  <a:moveTo>
                    <a:pt x="1073504" y="1073504"/>
                  </a:moveTo>
                  <a:lnTo>
                    <a:pt x="1030788" y="1073504"/>
                  </a:lnTo>
                  <a:lnTo>
                    <a:pt x="0" y="42397"/>
                  </a:lnTo>
                  <a:lnTo>
                    <a:pt x="0" y="0"/>
                  </a:lnTo>
                  <a:lnTo>
                    <a:pt x="1073504" y="107350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86091" y="1873237"/>
            <a:ext cx="2513965" cy="191643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1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8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algn="ctr" marL="12065" marR="5080" indent="635">
              <a:lnSpc>
                <a:spcPct val="101600"/>
              </a:lnSpc>
              <a:spcBef>
                <a:spcPts val="700"/>
              </a:spcBef>
            </a:pPr>
            <a:r>
              <a:rPr dirty="0" sz="1600" spc="-50">
                <a:solidFill>
                  <a:srgbClr val="373536"/>
                </a:solidFill>
                <a:latin typeface="Roboto"/>
                <a:cs typeface="Roboto"/>
              </a:rPr>
              <a:t>It’s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closest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600" spc="-20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6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smallest</a:t>
            </a:r>
            <a:r>
              <a:rPr dirty="0" sz="16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one</a:t>
            </a:r>
            <a:r>
              <a:rPr dirty="0" sz="16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in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8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Solar</a:t>
            </a:r>
            <a:r>
              <a:rPr dirty="0" sz="1600" spc="-8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System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7220" y="1873237"/>
            <a:ext cx="2527300" cy="191643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endParaRPr sz="3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1600"/>
              </a:lnSpc>
              <a:spcBef>
                <a:spcPts val="700"/>
              </a:spcBef>
            </a:pP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beautiful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0">
                <a:solidFill>
                  <a:srgbClr val="373536"/>
                </a:solidFill>
                <a:latin typeface="Roboto"/>
                <a:cs typeface="Roboto"/>
              </a:rPr>
              <a:t>name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6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second</a:t>
            </a:r>
            <a:r>
              <a:rPr dirty="0" sz="16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373536"/>
                </a:solidFill>
                <a:latin typeface="Roboto"/>
                <a:cs typeface="Roboto"/>
              </a:rPr>
              <a:t>planet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6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6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6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2066289" cy="1167765"/>
            <a:chOff x="0" y="0"/>
            <a:chExt cx="2066289" cy="116776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066289" cy="915035"/>
            </a:xfrm>
            <a:custGeom>
              <a:avLst/>
              <a:gdLst/>
              <a:ahLst/>
              <a:cxnLst/>
              <a:rect l="l" t="t" r="r" b="b"/>
              <a:pathLst>
                <a:path w="2066289" h="915035">
                  <a:moveTo>
                    <a:pt x="0" y="914832"/>
                  </a:moveTo>
                  <a:lnTo>
                    <a:pt x="0" y="0"/>
                  </a:lnTo>
                  <a:lnTo>
                    <a:pt x="2054096" y="0"/>
                  </a:lnTo>
                  <a:lnTo>
                    <a:pt x="2065899" y="11415"/>
                  </a:lnTo>
                  <a:lnTo>
                    <a:pt x="1859306" y="218008"/>
                  </a:lnTo>
                  <a:lnTo>
                    <a:pt x="526551" y="218008"/>
                  </a:lnTo>
                  <a:lnTo>
                    <a:pt x="100489" y="644070"/>
                  </a:lnTo>
                  <a:lnTo>
                    <a:pt x="100489" y="814255"/>
                  </a:lnTo>
                  <a:lnTo>
                    <a:pt x="0" y="914832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167765" cy="1167765"/>
            </a:xfrm>
            <a:custGeom>
              <a:avLst/>
              <a:gdLst/>
              <a:ahLst/>
              <a:cxnLst/>
              <a:rect l="l" t="t" r="r" b="b"/>
              <a:pathLst>
                <a:path w="1167765" h="1167765">
                  <a:moveTo>
                    <a:pt x="0" y="1167364"/>
                  </a:moveTo>
                  <a:lnTo>
                    <a:pt x="0" y="1115473"/>
                  </a:lnTo>
                  <a:lnTo>
                    <a:pt x="1115473" y="0"/>
                  </a:lnTo>
                  <a:lnTo>
                    <a:pt x="1167725" y="0"/>
                  </a:lnTo>
                  <a:lnTo>
                    <a:pt x="0" y="116736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221" y="436114"/>
              <a:ext cx="124377" cy="1243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9568" y="436114"/>
              <a:ext cx="125437" cy="1250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995" y="721270"/>
              <a:ext cx="124225" cy="124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7797" y="721270"/>
              <a:ext cx="124983" cy="124850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43150">
              <a:lnSpc>
                <a:spcPct val="100000"/>
              </a:lnSpc>
              <a:spcBef>
                <a:spcPts val="100"/>
              </a:spcBef>
            </a:pPr>
            <a:r>
              <a:rPr dirty="0" spc="185"/>
              <a:t>SCHEDULE</a:t>
            </a:r>
          </a:p>
        </p:txBody>
      </p:sp>
      <p:sp>
        <p:nvSpPr>
          <p:cNvPr id="2" name="object 2"/>
          <p:cNvSpPr/>
          <p:nvPr/>
        </p:nvSpPr>
        <p:spPr>
          <a:xfrm>
            <a:off x="7867130" y="4317400"/>
            <a:ext cx="1276985" cy="826135"/>
          </a:xfrm>
          <a:custGeom>
            <a:avLst/>
            <a:gdLst/>
            <a:ahLst/>
            <a:cxnLst/>
            <a:rect l="l" t="t" r="r" b="b"/>
            <a:pathLst>
              <a:path w="1276984" h="826135">
                <a:moveTo>
                  <a:pt x="1052041" y="826099"/>
                </a:moveTo>
                <a:lnTo>
                  <a:pt x="0" y="826099"/>
                </a:lnTo>
                <a:lnTo>
                  <a:pt x="435930" y="390234"/>
                </a:lnTo>
                <a:lnTo>
                  <a:pt x="887218" y="390234"/>
                </a:lnTo>
                <a:lnTo>
                  <a:pt x="1276869" y="0"/>
                </a:lnTo>
                <a:lnTo>
                  <a:pt x="1276869" y="601162"/>
                </a:lnTo>
                <a:lnTo>
                  <a:pt x="1052041" y="826099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338929" y="3517396"/>
            <a:ext cx="730250" cy="1626235"/>
            <a:chOff x="8338929" y="3517396"/>
            <a:chExt cx="730250" cy="1626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2199" y="3517396"/>
              <a:ext cx="114260" cy="115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8921" y="3606571"/>
              <a:ext cx="730250" cy="1537335"/>
            </a:xfrm>
            <a:custGeom>
              <a:avLst/>
              <a:gdLst/>
              <a:ahLst/>
              <a:cxnLst/>
              <a:rect l="l" t="t" r="r" b="b"/>
              <a:pathLst>
                <a:path w="730250" h="1537335">
                  <a:moveTo>
                    <a:pt x="729996" y="1397762"/>
                  </a:moveTo>
                  <a:lnTo>
                    <a:pt x="679399" y="1347190"/>
                  </a:lnTo>
                  <a:lnTo>
                    <a:pt x="679399" y="1060145"/>
                  </a:lnTo>
                  <a:lnTo>
                    <a:pt x="667092" y="1047851"/>
                  </a:lnTo>
                  <a:lnTo>
                    <a:pt x="667092" y="1065479"/>
                  </a:lnTo>
                  <a:lnTo>
                    <a:pt x="667092" y="1334884"/>
                  </a:lnTo>
                  <a:lnTo>
                    <a:pt x="191820" y="859739"/>
                  </a:lnTo>
                  <a:lnTo>
                    <a:pt x="191820" y="590270"/>
                  </a:lnTo>
                  <a:lnTo>
                    <a:pt x="667092" y="1065479"/>
                  </a:lnTo>
                  <a:lnTo>
                    <a:pt x="667092" y="1047851"/>
                  </a:lnTo>
                  <a:lnTo>
                    <a:pt x="191820" y="573024"/>
                  </a:lnTo>
                  <a:lnTo>
                    <a:pt x="191820" y="416941"/>
                  </a:lnTo>
                  <a:lnTo>
                    <a:pt x="587032" y="21348"/>
                  </a:lnTo>
                  <a:lnTo>
                    <a:pt x="565581" y="0"/>
                  </a:lnTo>
                  <a:lnTo>
                    <a:pt x="161442" y="404622"/>
                  </a:lnTo>
                  <a:lnTo>
                    <a:pt x="161442" y="872464"/>
                  </a:lnTo>
                  <a:lnTo>
                    <a:pt x="399008" y="1110030"/>
                  </a:lnTo>
                  <a:lnTo>
                    <a:pt x="0" y="1509102"/>
                  </a:lnTo>
                  <a:lnTo>
                    <a:pt x="0" y="1536928"/>
                  </a:lnTo>
                  <a:lnTo>
                    <a:pt x="11912" y="1536928"/>
                  </a:lnTo>
                  <a:lnTo>
                    <a:pt x="11912" y="1514436"/>
                  </a:lnTo>
                  <a:lnTo>
                    <a:pt x="407631" y="1118641"/>
                  </a:lnTo>
                  <a:lnTo>
                    <a:pt x="699516" y="1410487"/>
                  </a:lnTo>
                  <a:lnTo>
                    <a:pt x="699516" y="1536928"/>
                  </a:lnTo>
                  <a:lnTo>
                    <a:pt x="729996" y="1536928"/>
                  </a:lnTo>
                  <a:lnTo>
                    <a:pt x="729996" y="139776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06512" y="1387287"/>
          <a:ext cx="7605395" cy="3053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315"/>
                <a:gridCol w="1250315"/>
                <a:gridCol w="1250315"/>
                <a:gridCol w="1250314"/>
                <a:gridCol w="1250314"/>
                <a:gridCol w="1250315"/>
              </a:tblGrid>
              <a:tr h="473075">
                <a:tc gridSpan="3"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500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TASK</a:t>
                      </a:r>
                      <a:r>
                        <a:rPr dirty="0" sz="1500" spc="-30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1:</a:t>
                      </a:r>
                      <a:r>
                        <a:rPr dirty="0" sz="1500" spc="-25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Venus</a:t>
                      </a:r>
                      <a:r>
                        <a:rPr dirty="0" sz="1500" spc="-3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has</a:t>
                      </a:r>
                      <a:r>
                        <a:rPr dirty="0" sz="1500" spc="-2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500" spc="-3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beautiful</a:t>
                      </a:r>
                      <a:r>
                        <a:rPr dirty="0" sz="1500" spc="-3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2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name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9525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  <a:solidFill>
                      <a:srgbClr val="DD481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500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TASK</a:t>
                      </a:r>
                      <a:r>
                        <a:rPr dirty="0" sz="1500" spc="-35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2:</a:t>
                      </a:r>
                      <a:r>
                        <a:rPr dirty="0" sz="1500" spc="-35" b="1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Earth</a:t>
                      </a:r>
                      <a:r>
                        <a:rPr dirty="0" sz="1500" spc="-3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dirty="0" sz="1500" spc="-3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where</a:t>
                      </a:r>
                      <a:r>
                        <a:rPr dirty="0" sz="1500" spc="-3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we</a:t>
                      </a:r>
                      <a:r>
                        <a:rPr dirty="0" sz="1500" spc="-3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all</a:t>
                      </a:r>
                      <a:r>
                        <a:rPr dirty="0" sz="1500" spc="-35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20">
                          <a:solidFill>
                            <a:srgbClr val="E3EEED"/>
                          </a:solidFill>
                          <a:latin typeface="Roboto"/>
                          <a:cs typeface="Roboto"/>
                        </a:rPr>
                        <a:t>live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95250">
                    <a:lnL w="28575">
                      <a:solidFill>
                        <a:srgbClr val="64818C"/>
                      </a:solidFill>
                      <a:prstDash val="sysDash"/>
                    </a:lnL>
                    <a:lnR w="28575">
                      <a:solidFill>
                        <a:srgbClr val="64818C"/>
                      </a:solidFill>
                      <a:prstDash val="sysDash"/>
                    </a:lnR>
                    <a:solidFill>
                      <a:srgbClr val="24A36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3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120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JAN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90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FEB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-25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50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APR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-25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MAY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700" spc="100" b="1">
                          <a:solidFill>
                            <a:srgbClr val="373536"/>
                          </a:solidFill>
                          <a:latin typeface="Verdana"/>
                          <a:cs typeface="Verdana"/>
                        </a:rPr>
                        <a:t>JUN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C1D6CE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700" spc="90" b="1">
                          <a:solidFill>
                            <a:srgbClr val="E3EEED"/>
                          </a:solidFill>
                          <a:latin typeface="Verdana"/>
                          <a:cs typeface="Verdana"/>
                        </a:rPr>
                        <a:t>TASK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3398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64818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783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700" spc="-10" b="1">
                          <a:solidFill>
                            <a:srgbClr val="E3EEED"/>
                          </a:solidFill>
                          <a:latin typeface="Verdana"/>
                          <a:cs typeface="Verdana"/>
                        </a:rPr>
                        <a:t>DESCRIPTION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3398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64818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700" spc="65" b="1">
                          <a:solidFill>
                            <a:srgbClr val="E3EEED"/>
                          </a:solidFill>
                          <a:latin typeface="Verdana"/>
                          <a:cs typeface="Verdana"/>
                        </a:rPr>
                        <a:t>DATE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3398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64818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700" spc="110" b="1">
                          <a:solidFill>
                            <a:srgbClr val="E3EEED"/>
                          </a:solidFill>
                          <a:latin typeface="Verdana"/>
                          <a:cs typeface="Verdana"/>
                        </a:rPr>
                        <a:t>STATUS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3398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  <a:solidFill>
                      <a:srgbClr val="64818C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200" spc="-755" b="1">
                          <a:solidFill>
                            <a:srgbClr val="DD481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933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 spc="-2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Saturn</a:t>
                      </a:r>
                      <a:r>
                        <a:rPr dirty="0" sz="1500" spc="-4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dirty="0" sz="1500" spc="-4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500" spc="-4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gas</a:t>
                      </a:r>
                      <a:r>
                        <a:rPr dirty="0" sz="1500" spc="-4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giant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 spc="-2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January</a:t>
                      </a:r>
                      <a:r>
                        <a:rPr dirty="0" sz="1500" spc="-3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dirty="0" sz="1500" spc="-2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26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500" spc="-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March</a:t>
                      </a:r>
                      <a:r>
                        <a:rPr dirty="0" sz="1500" spc="-2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3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28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Completed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2200" spc="200" b="1">
                          <a:solidFill>
                            <a:srgbClr val="24A36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933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Jupiter</a:t>
                      </a:r>
                      <a:r>
                        <a:rPr dirty="0" sz="1500" spc="-5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dirty="0" sz="1500" spc="-4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500" spc="-5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gas</a:t>
                      </a:r>
                      <a:r>
                        <a:rPr dirty="0" sz="1500" spc="-4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giant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6578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April</a:t>
                      </a:r>
                      <a:r>
                        <a:rPr dirty="0" sz="1500" spc="-7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1</a:t>
                      </a:r>
                      <a:r>
                        <a:rPr dirty="0" sz="1500" spc="-4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26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500" spc="-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June</a:t>
                      </a:r>
                      <a:r>
                        <a:rPr dirty="0" sz="1500" spc="-4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2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30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0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dirty="0" sz="1500" spc="-65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500" spc="-10">
                          <a:solidFill>
                            <a:srgbClr val="373536"/>
                          </a:solidFill>
                          <a:latin typeface="Roboto"/>
                          <a:cs typeface="Roboto"/>
                        </a:rPr>
                        <a:t>progress</a:t>
                      </a:r>
                      <a:endParaRPr sz="1500">
                        <a:latin typeface="Roboto"/>
                        <a:cs typeface="Roboto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64818C"/>
                      </a:solidFill>
                      <a:prstDash val="solid"/>
                    </a:lnL>
                    <a:lnR w="28575">
                      <a:solidFill>
                        <a:srgbClr val="64818C"/>
                      </a:solidFill>
                      <a:prstDash val="solid"/>
                    </a:lnR>
                    <a:lnT w="28575">
                      <a:solidFill>
                        <a:srgbClr val="64818C"/>
                      </a:solidFill>
                      <a:prstDash val="solid"/>
                    </a:lnT>
                    <a:lnB w="28575">
                      <a:solidFill>
                        <a:srgbClr val="64818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56739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METHODOLOGY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65757" y="1642056"/>
            <a:ext cx="129286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30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marL="12700" marR="5080" indent="234950">
              <a:lnSpc>
                <a:spcPct val="100000"/>
              </a:lnSpc>
              <a:spcBef>
                <a:spcPts val="4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beautiful</a:t>
            </a:r>
            <a:r>
              <a:rPr dirty="0" sz="15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name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9000" y="1721953"/>
            <a:ext cx="2406015" cy="2414270"/>
            <a:chOff x="3369000" y="1721953"/>
            <a:chExt cx="2406015" cy="2414270"/>
          </a:xfrm>
        </p:grpSpPr>
        <p:sp>
          <p:nvSpPr>
            <p:cNvPr id="11" name="object 11"/>
            <p:cNvSpPr/>
            <p:nvPr/>
          </p:nvSpPr>
          <p:spPr>
            <a:xfrm>
              <a:off x="3383287" y="1736241"/>
              <a:ext cx="2377440" cy="2385695"/>
            </a:xfrm>
            <a:custGeom>
              <a:avLst/>
              <a:gdLst/>
              <a:ahLst/>
              <a:cxnLst/>
              <a:rect l="l" t="t" r="r" b="b"/>
              <a:pathLst>
                <a:path w="2377440" h="2385695">
                  <a:moveTo>
                    <a:pt x="1570124" y="403649"/>
                  </a:moveTo>
                  <a:lnTo>
                    <a:pt x="1572840" y="356575"/>
                  </a:lnTo>
                  <a:lnTo>
                    <a:pt x="1580785" y="311096"/>
                  </a:lnTo>
                  <a:lnTo>
                    <a:pt x="1593657" y="267515"/>
                  </a:lnTo>
                  <a:lnTo>
                    <a:pt x="1611152" y="226134"/>
                  </a:lnTo>
                  <a:lnTo>
                    <a:pt x="1632968" y="187257"/>
                  </a:lnTo>
                  <a:lnTo>
                    <a:pt x="1658802" y="151187"/>
                  </a:lnTo>
                  <a:lnTo>
                    <a:pt x="1688351" y="118226"/>
                  </a:lnTo>
                  <a:lnTo>
                    <a:pt x="1721312" y="88677"/>
                  </a:lnTo>
                  <a:lnTo>
                    <a:pt x="1757382" y="62843"/>
                  </a:lnTo>
                  <a:lnTo>
                    <a:pt x="1796259" y="41027"/>
                  </a:lnTo>
                  <a:lnTo>
                    <a:pt x="1837640" y="23532"/>
                  </a:lnTo>
                  <a:lnTo>
                    <a:pt x="1881221" y="10660"/>
                  </a:lnTo>
                  <a:lnTo>
                    <a:pt x="1926700" y="2715"/>
                  </a:lnTo>
                  <a:lnTo>
                    <a:pt x="1973774" y="0"/>
                  </a:lnTo>
                  <a:lnTo>
                    <a:pt x="2026832" y="3500"/>
                  </a:lnTo>
                  <a:lnTo>
                    <a:pt x="2078531" y="13829"/>
                  </a:lnTo>
                  <a:lnTo>
                    <a:pt x="2128245" y="30725"/>
                  </a:lnTo>
                  <a:lnTo>
                    <a:pt x="2175345" y="53930"/>
                  </a:lnTo>
                  <a:lnTo>
                    <a:pt x="2219206" y="83184"/>
                  </a:lnTo>
                  <a:lnTo>
                    <a:pt x="2259198" y="118226"/>
                  </a:lnTo>
                  <a:lnTo>
                    <a:pt x="2294240" y="158218"/>
                  </a:lnTo>
                  <a:lnTo>
                    <a:pt x="2323493" y="202079"/>
                  </a:lnTo>
                  <a:lnTo>
                    <a:pt x="2346698" y="249179"/>
                  </a:lnTo>
                  <a:lnTo>
                    <a:pt x="2363595" y="298893"/>
                  </a:lnTo>
                  <a:lnTo>
                    <a:pt x="2373924" y="350592"/>
                  </a:lnTo>
                  <a:lnTo>
                    <a:pt x="2377424" y="403649"/>
                  </a:lnTo>
                  <a:lnTo>
                    <a:pt x="2374709" y="450724"/>
                  </a:lnTo>
                  <a:lnTo>
                    <a:pt x="2366764" y="496203"/>
                  </a:lnTo>
                  <a:lnTo>
                    <a:pt x="2353892" y="539784"/>
                  </a:lnTo>
                  <a:lnTo>
                    <a:pt x="2336397" y="581165"/>
                  </a:lnTo>
                  <a:lnTo>
                    <a:pt x="2314581" y="620041"/>
                  </a:lnTo>
                  <a:lnTo>
                    <a:pt x="2288747" y="656112"/>
                  </a:lnTo>
                  <a:lnTo>
                    <a:pt x="2259198" y="689073"/>
                  </a:lnTo>
                  <a:lnTo>
                    <a:pt x="2226237" y="718622"/>
                  </a:lnTo>
                  <a:lnTo>
                    <a:pt x="2190166" y="744456"/>
                  </a:lnTo>
                  <a:lnTo>
                    <a:pt x="2151290" y="766272"/>
                  </a:lnTo>
                  <a:lnTo>
                    <a:pt x="2109909" y="783767"/>
                  </a:lnTo>
                  <a:lnTo>
                    <a:pt x="2066328" y="796639"/>
                  </a:lnTo>
                  <a:lnTo>
                    <a:pt x="2020849" y="804584"/>
                  </a:lnTo>
                  <a:lnTo>
                    <a:pt x="1973774" y="807299"/>
                  </a:lnTo>
                  <a:lnTo>
                    <a:pt x="1926700" y="804584"/>
                  </a:lnTo>
                  <a:lnTo>
                    <a:pt x="1881221" y="796639"/>
                  </a:lnTo>
                  <a:lnTo>
                    <a:pt x="1837640" y="783767"/>
                  </a:lnTo>
                  <a:lnTo>
                    <a:pt x="1796259" y="766272"/>
                  </a:lnTo>
                  <a:lnTo>
                    <a:pt x="1757382" y="744456"/>
                  </a:lnTo>
                  <a:lnTo>
                    <a:pt x="1721312" y="718622"/>
                  </a:lnTo>
                  <a:lnTo>
                    <a:pt x="1688351" y="689073"/>
                  </a:lnTo>
                  <a:lnTo>
                    <a:pt x="1658802" y="656112"/>
                  </a:lnTo>
                  <a:lnTo>
                    <a:pt x="1632968" y="620041"/>
                  </a:lnTo>
                  <a:lnTo>
                    <a:pt x="1611152" y="581165"/>
                  </a:lnTo>
                  <a:lnTo>
                    <a:pt x="1593657" y="539784"/>
                  </a:lnTo>
                  <a:lnTo>
                    <a:pt x="1580785" y="496203"/>
                  </a:lnTo>
                  <a:lnTo>
                    <a:pt x="1572840" y="450724"/>
                  </a:lnTo>
                  <a:lnTo>
                    <a:pt x="1570124" y="403649"/>
                  </a:lnTo>
                  <a:close/>
                </a:path>
                <a:path w="2377440" h="2385695">
                  <a:moveTo>
                    <a:pt x="1570124" y="1981826"/>
                  </a:moveTo>
                  <a:lnTo>
                    <a:pt x="1572840" y="1934752"/>
                  </a:lnTo>
                  <a:lnTo>
                    <a:pt x="1580785" y="1889273"/>
                  </a:lnTo>
                  <a:lnTo>
                    <a:pt x="1593657" y="1845692"/>
                  </a:lnTo>
                  <a:lnTo>
                    <a:pt x="1611152" y="1804311"/>
                  </a:lnTo>
                  <a:lnTo>
                    <a:pt x="1632968" y="1765434"/>
                  </a:lnTo>
                  <a:lnTo>
                    <a:pt x="1658802" y="1729364"/>
                  </a:lnTo>
                  <a:lnTo>
                    <a:pt x="1688351" y="1696403"/>
                  </a:lnTo>
                  <a:lnTo>
                    <a:pt x="1721312" y="1666854"/>
                  </a:lnTo>
                  <a:lnTo>
                    <a:pt x="1757382" y="1641020"/>
                  </a:lnTo>
                  <a:lnTo>
                    <a:pt x="1796259" y="1619204"/>
                  </a:lnTo>
                  <a:lnTo>
                    <a:pt x="1837640" y="1601708"/>
                  </a:lnTo>
                  <a:lnTo>
                    <a:pt x="1881221" y="1588837"/>
                  </a:lnTo>
                  <a:lnTo>
                    <a:pt x="1926700" y="1580892"/>
                  </a:lnTo>
                  <a:lnTo>
                    <a:pt x="1973774" y="1578176"/>
                  </a:lnTo>
                  <a:lnTo>
                    <a:pt x="2026832" y="1581677"/>
                  </a:lnTo>
                  <a:lnTo>
                    <a:pt x="2078531" y="1592005"/>
                  </a:lnTo>
                  <a:lnTo>
                    <a:pt x="2128245" y="1608902"/>
                  </a:lnTo>
                  <a:lnTo>
                    <a:pt x="2175345" y="1632107"/>
                  </a:lnTo>
                  <a:lnTo>
                    <a:pt x="2219206" y="1661361"/>
                  </a:lnTo>
                  <a:lnTo>
                    <a:pt x="2259198" y="1696402"/>
                  </a:lnTo>
                  <a:lnTo>
                    <a:pt x="2294240" y="1736395"/>
                  </a:lnTo>
                  <a:lnTo>
                    <a:pt x="2323493" y="1780255"/>
                  </a:lnTo>
                  <a:lnTo>
                    <a:pt x="2346698" y="1827356"/>
                  </a:lnTo>
                  <a:lnTo>
                    <a:pt x="2363595" y="1877070"/>
                  </a:lnTo>
                  <a:lnTo>
                    <a:pt x="2373924" y="1928769"/>
                  </a:lnTo>
                  <a:lnTo>
                    <a:pt x="2377424" y="1981826"/>
                  </a:lnTo>
                  <a:lnTo>
                    <a:pt x="2374709" y="2028900"/>
                  </a:lnTo>
                  <a:lnTo>
                    <a:pt x="2366764" y="2074379"/>
                  </a:lnTo>
                  <a:lnTo>
                    <a:pt x="2353892" y="2117961"/>
                  </a:lnTo>
                  <a:lnTo>
                    <a:pt x="2336397" y="2159341"/>
                  </a:lnTo>
                  <a:lnTo>
                    <a:pt x="2314581" y="2198218"/>
                  </a:lnTo>
                  <a:lnTo>
                    <a:pt x="2288747" y="2234289"/>
                  </a:lnTo>
                  <a:lnTo>
                    <a:pt x="2259198" y="2267250"/>
                  </a:lnTo>
                  <a:lnTo>
                    <a:pt x="2226237" y="2296799"/>
                  </a:lnTo>
                  <a:lnTo>
                    <a:pt x="2190166" y="2322633"/>
                  </a:lnTo>
                  <a:lnTo>
                    <a:pt x="2151290" y="2344449"/>
                  </a:lnTo>
                  <a:lnTo>
                    <a:pt x="2109909" y="2361944"/>
                  </a:lnTo>
                  <a:lnTo>
                    <a:pt x="2066328" y="2374816"/>
                  </a:lnTo>
                  <a:lnTo>
                    <a:pt x="2020849" y="2382761"/>
                  </a:lnTo>
                  <a:lnTo>
                    <a:pt x="1973774" y="2385476"/>
                  </a:lnTo>
                  <a:lnTo>
                    <a:pt x="1926700" y="2382761"/>
                  </a:lnTo>
                  <a:lnTo>
                    <a:pt x="1881221" y="2374816"/>
                  </a:lnTo>
                  <a:lnTo>
                    <a:pt x="1837640" y="2361944"/>
                  </a:lnTo>
                  <a:lnTo>
                    <a:pt x="1796259" y="2344449"/>
                  </a:lnTo>
                  <a:lnTo>
                    <a:pt x="1757382" y="2322633"/>
                  </a:lnTo>
                  <a:lnTo>
                    <a:pt x="1721312" y="2296799"/>
                  </a:lnTo>
                  <a:lnTo>
                    <a:pt x="1688351" y="2267250"/>
                  </a:lnTo>
                  <a:lnTo>
                    <a:pt x="1658802" y="2234289"/>
                  </a:lnTo>
                  <a:lnTo>
                    <a:pt x="1632968" y="2198218"/>
                  </a:lnTo>
                  <a:lnTo>
                    <a:pt x="1611152" y="2159341"/>
                  </a:lnTo>
                  <a:lnTo>
                    <a:pt x="1593657" y="2117961"/>
                  </a:lnTo>
                  <a:lnTo>
                    <a:pt x="1580785" y="2074379"/>
                  </a:lnTo>
                  <a:lnTo>
                    <a:pt x="1572840" y="2028900"/>
                  </a:lnTo>
                  <a:lnTo>
                    <a:pt x="1570124" y="1981826"/>
                  </a:lnTo>
                  <a:close/>
                </a:path>
                <a:path w="2377440" h="2385695">
                  <a:moveTo>
                    <a:pt x="0" y="403649"/>
                  </a:moveTo>
                  <a:lnTo>
                    <a:pt x="2715" y="356575"/>
                  </a:lnTo>
                  <a:lnTo>
                    <a:pt x="10660" y="311096"/>
                  </a:lnTo>
                  <a:lnTo>
                    <a:pt x="23532" y="267515"/>
                  </a:lnTo>
                  <a:lnTo>
                    <a:pt x="41027" y="226134"/>
                  </a:lnTo>
                  <a:lnTo>
                    <a:pt x="62843" y="187257"/>
                  </a:lnTo>
                  <a:lnTo>
                    <a:pt x="88677" y="151187"/>
                  </a:lnTo>
                  <a:lnTo>
                    <a:pt x="118226" y="118226"/>
                  </a:lnTo>
                  <a:lnTo>
                    <a:pt x="151187" y="88677"/>
                  </a:lnTo>
                  <a:lnTo>
                    <a:pt x="187257" y="62843"/>
                  </a:lnTo>
                  <a:lnTo>
                    <a:pt x="226134" y="41027"/>
                  </a:lnTo>
                  <a:lnTo>
                    <a:pt x="267515" y="23532"/>
                  </a:lnTo>
                  <a:lnTo>
                    <a:pt x="311096" y="10660"/>
                  </a:lnTo>
                  <a:lnTo>
                    <a:pt x="356575" y="2715"/>
                  </a:lnTo>
                  <a:lnTo>
                    <a:pt x="403649" y="0"/>
                  </a:lnTo>
                  <a:lnTo>
                    <a:pt x="456707" y="3500"/>
                  </a:lnTo>
                  <a:lnTo>
                    <a:pt x="508406" y="13829"/>
                  </a:lnTo>
                  <a:lnTo>
                    <a:pt x="558120" y="30725"/>
                  </a:lnTo>
                  <a:lnTo>
                    <a:pt x="605220" y="53930"/>
                  </a:lnTo>
                  <a:lnTo>
                    <a:pt x="649081" y="83184"/>
                  </a:lnTo>
                  <a:lnTo>
                    <a:pt x="689073" y="118226"/>
                  </a:lnTo>
                  <a:lnTo>
                    <a:pt x="724115" y="158218"/>
                  </a:lnTo>
                  <a:lnTo>
                    <a:pt x="753368" y="202079"/>
                  </a:lnTo>
                  <a:lnTo>
                    <a:pt x="776573" y="249179"/>
                  </a:lnTo>
                  <a:lnTo>
                    <a:pt x="793470" y="298893"/>
                  </a:lnTo>
                  <a:lnTo>
                    <a:pt x="803799" y="350592"/>
                  </a:lnTo>
                  <a:lnTo>
                    <a:pt x="807299" y="403649"/>
                  </a:lnTo>
                  <a:lnTo>
                    <a:pt x="804584" y="450724"/>
                  </a:lnTo>
                  <a:lnTo>
                    <a:pt x="796639" y="496203"/>
                  </a:lnTo>
                  <a:lnTo>
                    <a:pt x="783767" y="539784"/>
                  </a:lnTo>
                  <a:lnTo>
                    <a:pt x="766272" y="581165"/>
                  </a:lnTo>
                  <a:lnTo>
                    <a:pt x="744456" y="620041"/>
                  </a:lnTo>
                  <a:lnTo>
                    <a:pt x="718622" y="656112"/>
                  </a:lnTo>
                  <a:lnTo>
                    <a:pt x="689073" y="689073"/>
                  </a:lnTo>
                  <a:lnTo>
                    <a:pt x="656112" y="718622"/>
                  </a:lnTo>
                  <a:lnTo>
                    <a:pt x="620041" y="744456"/>
                  </a:lnTo>
                  <a:lnTo>
                    <a:pt x="581165" y="766272"/>
                  </a:lnTo>
                  <a:lnTo>
                    <a:pt x="539784" y="783767"/>
                  </a:lnTo>
                  <a:lnTo>
                    <a:pt x="496203" y="796639"/>
                  </a:lnTo>
                  <a:lnTo>
                    <a:pt x="450724" y="804584"/>
                  </a:lnTo>
                  <a:lnTo>
                    <a:pt x="403649" y="807299"/>
                  </a:lnTo>
                  <a:lnTo>
                    <a:pt x="356575" y="804584"/>
                  </a:lnTo>
                  <a:lnTo>
                    <a:pt x="311096" y="796639"/>
                  </a:lnTo>
                  <a:lnTo>
                    <a:pt x="267515" y="783767"/>
                  </a:lnTo>
                  <a:lnTo>
                    <a:pt x="226134" y="766272"/>
                  </a:lnTo>
                  <a:lnTo>
                    <a:pt x="187257" y="744456"/>
                  </a:lnTo>
                  <a:lnTo>
                    <a:pt x="151187" y="718622"/>
                  </a:lnTo>
                  <a:lnTo>
                    <a:pt x="118226" y="689073"/>
                  </a:lnTo>
                  <a:lnTo>
                    <a:pt x="88677" y="656112"/>
                  </a:lnTo>
                  <a:lnTo>
                    <a:pt x="62843" y="620041"/>
                  </a:lnTo>
                  <a:lnTo>
                    <a:pt x="41027" y="581165"/>
                  </a:lnTo>
                  <a:lnTo>
                    <a:pt x="23532" y="539784"/>
                  </a:lnTo>
                  <a:lnTo>
                    <a:pt x="10660" y="496203"/>
                  </a:lnTo>
                  <a:lnTo>
                    <a:pt x="2715" y="450724"/>
                  </a:lnTo>
                  <a:lnTo>
                    <a:pt x="0" y="403649"/>
                  </a:lnTo>
                  <a:close/>
                </a:path>
                <a:path w="2377440" h="2385695">
                  <a:moveTo>
                    <a:pt x="0" y="1981826"/>
                  </a:moveTo>
                  <a:lnTo>
                    <a:pt x="2715" y="1934752"/>
                  </a:lnTo>
                  <a:lnTo>
                    <a:pt x="10660" y="1889273"/>
                  </a:lnTo>
                  <a:lnTo>
                    <a:pt x="23532" y="1845692"/>
                  </a:lnTo>
                  <a:lnTo>
                    <a:pt x="41027" y="1804311"/>
                  </a:lnTo>
                  <a:lnTo>
                    <a:pt x="62843" y="1765434"/>
                  </a:lnTo>
                  <a:lnTo>
                    <a:pt x="88677" y="1729364"/>
                  </a:lnTo>
                  <a:lnTo>
                    <a:pt x="118226" y="1696403"/>
                  </a:lnTo>
                  <a:lnTo>
                    <a:pt x="151187" y="1666854"/>
                  </a:lnTo>
                  <a:lnTo>
                    <a:pt x="187257" y="1641020"/>
                  </a:lnTo>
                  <a:lnTo>
                    <a:pt x="226134" y="1619204"/>
                  </a:lnTo>
                  <a:lnTo>
                    <a:pt x="267515" y="1601708"/>
                  </a:lnTo>
                  <a:lnTo>
                    <a:pt x="311096" y="1588837"/>
                  </a:lnTo>
                  <a:lnTo>
                    <a:pt x="356575" y="1580892"/>
                  </a:lnTo>
                  <a:lnTo>
                    <a:pt x="403649" y="1578176"/>
                  </a:lnTo>
                  <a:lnTo>
                    <a:pt x="456707" y="1581677"/>
                  </a:lnTo>
                  <a:lnTo>
                    <a:pt x="508406" y="1592005"/>
                  </a:lnTo>
                  <a:lnTo>
                    <a:pt x="558120" y="1608902"/>
                  </a:lnTo>
                  <a:lnTo>
                    <a:pt x="605220" y="1632107"/>
                  </a:lnTo>
                  <a:lnTo>
                    <a:pt x="649081" y="1661361"/>
                  </a:lnTo>
                  <a:lnTo>
                    <a:pt x="689073" y="1696402"/>
                  </a:lnTo>
                  <a:lnTo>
                    <a:pt x="724115" y="1736395"/>
                  </a:lnTo>
                  <a:lnTo>
                    <a:pt x="753368" y="1780255"/>
                  </a:lnTo>
                  <a:lnTo>
                    <a:pt x="776573" y="1827356"/>
                  </a:lnTo>
                  <a:lnTo>
                    <a:pt x="793470" y="1877070"/>
                  </a:lnTo>
                  <a:lnTo>
                    <a:pt x="803799" y="1928769"/>
                  </a:lnTo>
                  <a:lnTo>
                    <a:pt x="807299" y="1981826"/>
                  </a:lnTo>
                  <a:lnTo>
                    <a:pt x="804584" y="2028900"/>
                  </a:lnTo>
                  <a:lnTo>
                    <a:pt x="796639" y="2074379"/>
                  </a:lnTo>
                  <a:lnTo>
                    <a:pt x="783767" y="2117961"/>
                  </a:lnTo>
                  <a:lnTo>
                    <a:pt x="766272" y="2159341"/>
                  </a:lnTo>
                  <a:lnTo>
                    <a:pt x="744456" y="2198218"/>
                  </a:lnTo>
                  <a:lnTo>
                    <a:pt x="718622" y="2234289"/>
                  </a:lnTo>
                  <a:lnTo>
                    <a:pt x="689073" y="2267250"/>
                  </a:lnTo>
                  <a:lnTo>
                    <a:pt x="656112" y="2296799"/>
                  </a:lnTo>
                  <a:lnTo>
                    <a:pt x="620041" y="2322633"/>
                  </a:lnTo>
                  <a:lnTo>
                    <a:pt x="581165" y="2344449"/>
                  </a:lnTo>
                  <a:lnTo>
                    <a:pt x="539784" y="2361944"/>
                  </a:lnTo>
                  <a:lnTo>
                    <a:pt x="496203" y="2374816"/>
                  </a:lnTo>
                  <a:lnTo>
                    <a:pt x="450724" y="2382761"/>
                  </a:lnTo>
                  <a:lnTo>
                    <a:pt x="403649" y="2385476"/>
                  </a:lnTo>
                  <a:lnTo>
                    <a:pt x="356575" y="2382761"/>
                  </a:lnTo>
                  <a:lnTo>
                    <a:pt x="311096" y="2374816"/>
                  </a:lnTo>
                  <a:lnTo>
                    <a:pt x="267515" y="2361944"/>
                  </a:lnTo>
                  <a:lnTo>
                    <a:pt x="226134" y="2344449"/>
                  </a:lnTo>
                  <a:lnTo>
                    <a:pt x="187257" y="2322633"/>
                  </a:lnTo>
                  <a:lnTo>
                    <a:pt x="151187" y="2296799"/>
                  </a:lnTo>
                  <a:lnTo>
                    <a:pt x="118226" y="2267250"/>
                  </a:lnTo>
                  <a:lnTo>
                    <a:pt x="88677" y="2234289"/>
                  </a:lnTo>
                  <a:lnTo>
                    <a:pt x="62843" y="2198218"/>
                  </a:lnTo>
                  <a:lnTo>
                    <a:pt x="41027" y="2159341"/>
                  </a:lnTo>
                  <a:lnTo>
                    <a:pt x="23532" y="2117961"/>
                  </a:lnTo>
                  <a:lnTo>
                    <a:pt x="10660" y="2074379"/>
                  </a:lnTo>
                  <a:lnTo>
                    <a:pt x="2715" y="2028900"/>
                  </a:lnTo>
                  <a:lnTo>
                    <a:pt x="0" y="1981826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86862" y="2139891"/>
              <a:ext cx="1570355" cy="1578610"/>
            </a:xfrm>
            <a:custGeom>
              <a:avLst/>
              <a:gdLst/>
              <a:ahLst/>
              <a:cxnLst/>
              <a:rect l="l" t="t" r="r" b="b"/>
              <a:pathLst>
                <a:path w="1570354" h="1578610">
                  <a:moveTo>
                    <a:pt x="403724" y="0"/>
                  </a:moveTo>
                  <a:lnTo>
                    <a:pt x="1166624" y="0"/>
                  </a:lnTo>
                </a:path>
                <a:path w="1570354" h="1578610">
                  <a:moveTo>
                    <a:pt x="1570199" y="403649"/>
                  </a:moveTo>
                  <a:lnTo>
                    <a:pt x="0" y="1174649"/>
                  </a:lnTo>
                </a:path>
                <a:path w="1570354" h="1578610">
                  <a:moveTo>
                    <a:pt x="1166549" y="1578176"/>
                  </a:moveTo>
                  <a:lnTo>
                    <a:pt x="403649" y="1578176"/>
                  </a:lnTo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644" y="1954729"/>
              <a:ext cx="372726" cy="3703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71173" y="1970557"/>
              <a:ext cx="372110" cy="218440"/>
            </a:xfrm>
            <a:custGeom>
              <a:avLst/>
              <a:gdLst/>
              <a:ahLst/>
              <a:cxnLst/>
              <a:rect l="l" t="t" r="r" b="b"/>
              <a:pathLst>
                <a:path w="372110" h="218439">
                  <a:moveTo>
                    <a:pt x="301866" y="120573"/>
                  </a:moveTo>
                  <a:lnTo>
                    <a:pt x="276999" y="120573"/>
                  </a:lnTo>
                  <a:lnTo>
                    <a:pt x="276999" y="217195"/>
                  </a:lnTo>
                  <a:lnTo>
                    <a:pt x="301866" y="217195"/>
                  </a:lnTo>
                  <a:lnTo>
                    <a:pt x="301866" y="120573"/>
                  </a:lnTo>
                  <a:close/>
                </a:path>
                <a:path w="372110" h="218439">
                  <a:moveTo>
                    <a:pt x="346875" y="83820"/>
                  </a:moveTo>
                  <a:lnTo>
                    <a:pt x="344182" y="77317"/>
                  </a:lnTo>
                  <a:lnTo>
                    <a:pt x="340423" y="70777"/>
                  </a:lnTo>
                  <a:lnTo>
                    <a:pt x="337515" y="63728"/>
                  </a:lnTo>
                  <a:lnTo>
                    <a:pt x="335648" y="56349"/>
                  </a:lnTo>
                  <a:lnTo>
                    <a:pt x="334987" y="48780"/>
                  </a:lnTo>
                  <a:lnTo>
                    <a:pt x="335648" y="40678"/>
                  </a:lnTo>
                  <a:lnTo>
                    <a:pt x="337515" y="33020"/>
                  </a:lnTo>
                  <a:lnTo>
                    <a:pt x="340423" y="25882"/>
                  </a:lnTo>
                  <a:lnTo>
                    <a:pt x="344182" y="19329"/>
                  </a:lnTo>
                  <a:lnTo>
                    <a:pt x="346367" y="13208"/>
                  </a:lnTo>
                  <a:lnTo>
                    <a:pt x="345109" y="6908"/>
                  </a:lnTo>
                  <a:lnTo>
                    <a:pt x="341083" y="1981"/>
                  </a:lnTo>
                  <a:lnTo>
                    <a:pt x="334987" y="0"/>
                  </a:lnTo>
                  <a:lnTo>
                    <a:pt x="48780" y="0"/>
                  </a:lnTo>
                  <a:lnTo>
                    <a:pt x="29895" y="3860"/>
                  </a:lnTo>
                  <a:lnTo>
                    <a:pt x="14389" y="14389"/>
                  </a:lnTo>
                  <a:lnTo>
                    <a:pt x="3873" y="29908"/>
                  </a:lnTo>
                  <a:lnTo>
                    <a:pt x="0" y="48780"/>
                  </a:lnTo>
                  <a:lnTo>
                    <a:pt x="3873" y="67119"/>
                  </a:lnTo>
                  <a:lnTo>
                    <a:pt x="14389" y="82359"/>
                  </a:lnTo>
                  <a:lnTo>
                    <a:pt x="29895" y="92773"/>
                  </a:lnTo>
                  <a:lnTo>
                    <a:pt x="48780" y="96621"/>
                  </a:lnTo>
                  <a:lnTo>
                    <a:pt x="334987" y="96621"/>
                  </a:lnTo>
                  <a:lnTo>
                    <a:pt x="341591" y="94767"/>
                  </a:lnTo>
                  <a:lnTo>
                    <a:pt x="345782" y="90068"/>
                  </a:lnTo>
                  <a:lnTo>
                    <a:pt x="346875" y="83820"/>
                  </a:lnTo>
                  <a:close/>
                </a:path>
                <a:path w="372110" h="218439">
                  <a:moveTo>
                    <a:pt x="371792" y="126098"/>
                  </a:moveTo>
                  <a:lnTo>
                    <a:pt x="366268" y="121475"/>
                  </a:lnTo>
                  <a:lnTo>
                    <a:pt x="325780" y="121475"/>
                  </a:lnTo>
                  <a:lnTo>
                    <a:pt x="325780" y="218109"/>
                  </a:lnTo>
                  <a:lnTo>
                    <a:pt x="360743" y="218109"/>
                  </a:lnTo>
                  <a:lnTo>
                    <a:pt x="366268" y="217195"/>
                  </a:lnTo>
                  <a:lnTo>
                    <a:pt x="371792" y="211683"/>
                  </a:lnTo>
                  <a:lnTo>
                    <a:pt x="371792" y="12609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948" y="2091125"/>
              <a:ext cx="227311" cy="966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45728" y="2211674"/>
              <a:ext cx="25400" cy="97155"/>
            </a:xfrm>
            <a:custGeom>
              <a:avLst/>
              <a:gdLst/>
              <a:ahLst/>
              <a:cxnLst/>
              <a:rect l="l" t="t" r="r" b="b"/>
              <a:pathLst>
                <a:path w="25400" h="97155">
                  <a:moveTo>
                    <a:pt x="24828" y="96626"/>
                  </a:moveTo>
                  <a:lnTo>
                    <a:pt x="0" y="96626"/>
                  </a:lnTo>
                  <a:lnTo>
                    <a:pt x="0" y="0"/>
                  </a:lnTo>
                  <a:lnTo>
                    <a:pt x="24828" y="0"/>
                  </a:lnTo>
                  <a:lnTo>
                    <a:pt x="24828" y="9662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4509" y="2213514"/>
              <a:ext cx="222696" cy="956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01085" y="2212581"/>
              <a:ext cx="1621155" cy="1691005"/>
            </a:xfrm>
            <a:custGeom>
              <a:avLst/>
              <a:gdLst/>
              <a:ahLst/>
              <a:cxnLst/>
              <a:rect l="l" t="t" r="r" b="b"/>
              <a:pathLst>
                <a:path w="1621154" h="1691004">
                  <a:moveTo>
                    <a:pt x="371754" y="1610347"/>
                  </a:moveTo>
                  <a:lnTo>
                    <a:pt x="366014" y="1606054"/>
                  </a:lnTo>
                  <a:lnTo>
                    <a:pt x="279222" y="1540954"/>
                  </a:lnTo>
                  <a:lnTo>
                    <a:pt x="277190" y="1539430"/>
                  </a:lnTo>
                  <a:lnTo>
                    <a:pt x="274942" y="1538757"/>
                  </a:lnTo>
                  <a:lnTo>
                    <a:pt x="267093" y="1538757"/>
                  </a:lnTo>
                  <a:lnTo>
                    <a:pt x="261848" y="1543202"/>
                  </a:lnTo>
                  <a:lnTo>
                    <a:pt x="261848" y="1582153"/>
                  </a:lnTo>
                  <a:lnTo>
                    <a:pt x="206883" y="1582153"/>
                  </a:lnTo>
                  <a:lnTo>
                    <a:pt x="194195" y="1579587"/>
                  </a:lnTo>
                  <a:lnTo>
                    <a:pt x="183845" y="1572615"/>
                  </a:lnTo>
                  <a:lnTo>
                    <a:pt x="176860" y="1562277"/>
                  </a:lnTo>
                  <a:lnTo>
                    <a:pt x="174294" y="1549641"/>
                  </a:lnTo>
                  <a:lnTo>
                    <a:pt x="174294" y="1483080"/>
                  </a:lnTo>
                  <a:lnTo>
                    <a:pt x="166611" y="1445094"/>
                  </a:lnTo>
                  <a:lnTo>
                    <a:pt x="145669" y="1414030"/>
                  </a:lnTo>
                  <a:lnTo>
                    <a:pt x="114630" y="1393088"/>
                  </a:lnTo>
                  <a:lnTo>
                    <a:pt x="76669" y="1385404"/>
                  </a:lnTo>
                  <a:lnTo>
                    <a:pt x="32524" y="1385404"/>
                  </a:lnTo>
                  <a:lnTo>
                    <a:pt x="19850" y="1387957"/>
                  </a:lnTo>
                  <a:lnTo>
                    <a:pt x="9512" y="1394942"/>
                  </a:lnTo>
                  <a:lnTo>
                    <a:pt x="2540" y="1405293"/>
                  </a:lnTo>
                  <a:lnTo>
                    <a:pt x="0" y="1417980"/>
                  </a:lnTo>
                  <a:lnTo>
                    <a:pt x="2540" y="1430629"/>
                  </a:lnTo>
                  <a:lnTo>
                    <a:pt x="9512" y="1440980"/>
                  </a:lnTo>
                  <a:lnTo>
                    <a:pt x="19850" y="1447952"/>
                  </a:lnTo>
                  <a:lnTo>
                    <a:pt x="32524" y="1450517"/>
                  </a:lnTo>
                  <a:lnTo>
                    <a:pt x="76669" y="1450517"/>
                  </a:lnTo>
                  <a:lnTo>
                    <a:pt x="89331" y="1453070"/>
                  </a:lnTo>
                  <a:lnTo>
                    <a:pt x="99669" y="1460042"/>
                  </a:lnTo>
                  <a:lnTo>
                    <a:pt x="106641" y="1470393"/>
                  </a:lnTo>
                  <a:lnTo>
                    <a:pt x="109207" y="1483080"/>
                  </a:lnTo>
                  <a:lnTo>
                    <a:pt x="109207" y="1549641"/>
                  </a:lnTo>
                  <a:lnTo>
                    <a:pt x="116890" y="1587588"/>
                  </a:lnTo>
                  <a:lnTo>
                    <a:pt x="137845" y="1618627"/>
                  </a:lnTo>
                  <a:lnTo>
                    <a:pt x="168897" y="1639570"/>
                  </a:lnTo>
                  <a:lnTo>
                    <a:pt x="206883" y="1647266"/>
                  </a:lnTo>
                  <a:lnTo>
                    <a:pt x="261848" y="1647266"/>
                  </a:lnTo>
                  <a:lnTo>
                    <a:pt x="261848" y="1686255"/>
                  </a:lnTo>
                  <a:lnTo>
                    <a:pt x="267131" y="1690687"/>
                  </a:lnTo>
                  <a:lnTo>
                    <a:pt x="274955" y="1690687"/>
                  </a:lnTo>
                  <a:lnTo>
                    <a:pt x="277202" y="1690014"/>
                  </a:lnTo>
                  <a:lnTo>
                    <a:pt x="279222" y="1688515"/>
                  </a:lnTo>
                  <a:lnTo>
                    <a:pt x="366014" y="1623415"/>
                  </a:lnTo>
                  <a:lnTo>
                    <a:pt x="371754" y="1619072"/>
                  </a:lnTo>
                  <a:lnTo>
                    <a:pt x="371754" y="1610347"/>
                  </a:lnTo>
                  <a:close/>
                </a:path>
                <a:path w="1621154" h="1691004">
                  <a:moveTo>
                    <a:pt x="1620710" y="0"/>
                  </a:moveTo>
                  <a:lnTo>
                    <a:pt x="1582978" y="0"/>
                  </a:lnTo>
                  <a:lnTo>
                    <a:pt x="1575612" y="0"/>
                  </a:lnTo>
                  <a:lnTo>
                    <a:pt x="1570088" y="5524"/>
                  </a:lnTo>
                  <a:lnTo>
                    <a:pt x="1570088" y="90208"/>
                  </a:lnTo>
                  <a:lnTo>
                    <a:pt x="1575612" y="96634"/>
                  </a:lnTo>
                  <a:lnTo>
                    <a:pt x="1620710" y="96634"/>
                  </a:lnTo>
                  <a:lnTo>
                    <a:pt x="1620710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1027" y="3770896"/>
              <a:ext cx="110423" cy="67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46580" y="3532868"/>
              <a:ext cx="226266" cy="15193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702" y="3537850"/>
              <a:ext cx="359410" cy="360680"/>
            </a:xfrm>
            <a:custGeom>
              <a:avLst/>
              <a:gdLst/>
              <a:ahLst/>
              <a:cxnLst/>
              <a:rect l="l" t="t" r="r" b="b"/>
              <a:pathLst>
                <a:path w="359410" h="360679">
                  <a:moveTo>
                    <a:pt x="39807" y="360434"/>
                  </a:moveTo>
                  <a:lnTo>
                    <a:pt x="23593" y="360434"/>
                  </a:lnTo>
                  <a:lnTo>
                    <a:pt x="15476" y="357348"/>
                  </a:lnTo>
                  <a:lnTo>
                    <a:pt x="9285" y="351176"/>
                  </a:lnTo>
                  <a:lnTo>
                    <a:pt x="2321" y="340692"/>
                  </a:lnTo>
                  <a:lnTo>
                    <a:pt x="0" y="328771"/>
                  </a:lnTo>
                  <a:lnTo>
                    <a:pt x="2321" y="316849"/>
                  </a:lnTo>
                  <a:lnTo>
                    <a:pt x="9285" y="306365"/>
                  </a:lnTo>
                  <a:lnTo>
                    <a:pt x="75286" y="240345"/>
                  </a:lnTo>
                  <a:lnTo>
                    <a:pt x="72407" y="230973"/>
                  </a:lnTo>
                  <a:lnTo>
                    <a:pt x="72549" y="221393"/>
                  </a:lnTo>
                  <a:lnTo>
                    <a:pt x="75584" y="212306"/>
                  </a:lnTo>
                  <a:lnTo>
                    <a:pt x="81383" y="204418"/>
                  </a:lnTo>
                  <a:lnTo>
                    <a:pt x="96289" y="189493"/>
                  </a:lnTo>
                  <a:lnTo>
                    <a:pt x="86723" y="151257"/>
                  </a:lnTo>
                  <a:lnTo>
                    <a:pt x="88350" y="111791"/>
                  </a:lnTo>
                  <a:lnTo>
                    <a:pt x="101423" y="73837"/>
                  </a:lnTo>
                  <a:lnTo>
                    <a:pt x="126195" y="40135"/>
                  </a:lnTo>
                  <a:lnTo>
                    <a:pt x="171621" y="10031"/>
                  </a:lnTo>
                  <a:lnTo>
                    <a:pt x="223298" y="0"/>
                  </a:lnTo>
                  <a:lnTo>
                    <a:pt x="249523" y="2507"/>
                  </a:lnTo>
                  <a:lnTo>
                    <a:pt x="274961" y="10031"/>
                  </a:lnTo>
                  <a:lnTo>
                    <a:pt x="296049" y="21114"/>
                  </a:lnTo>
                  <a:lnTo>
                    <a:pt x="223242" y="21114"/>
                  </a:lnTo>
                  <a:lnTo>
                    <a:pt x="201050" y="23236"/>
                  </a:lnTo>
                  <a:lnTo>
                    <a:pt x="159464" y="40135"/>
                  </a:lnTo>
                  <a:lnTo>
                    <a:pt x="115634" y="93456"/>
                  </a:lnTo>
                  <a:lnTo>
                    <a:pt x="107122" y="137180"/>
                  </a:lnTo>
                  <a:lnTo>
                    <a:pt x="115617" y="180915"/>
                  </a:lnTo>
                  <a:lnTo>
                    <a:pt x="141119" y="219342"/>
                  </a:lnTo>
                  <a:lnTo>
                    <a:pt x="179532" y="244818"/>
                  </a:lnTo>
                  <a:lnTo>
                    <a:pt x="223261" y="253306"/>
                  </a:lnTo>
                  <a:lnTo>
                    <a:pt x="296103" y="253306"/>
                  </a:lnTo>
                  <a:lnTo>
                    <a:pt x="289636" y="256691"/>
                  </a:lnTo>
                  <a:lnTo>
                    <a:pt x="88864" y="256691"/>
                  </a:lnTo>
                  <a:lnTo>
                    <a:pt x="73940" y="271616"/>
                  </a:lnTo>
                  <a:lnTo>
                    <a:pt x="88864" y="286540"/>
                  </a:lnTo>
                  <a:lnTo>
                    <a:pt x="118696" y="286540"/>
                  </a:lnTo>
                  <a:lnTo>
                    <a:pt x="47925" y="357348"/>
                  </a:lnTo>
                  <a:lnTo>
                    <a:pt x="39807" y="360434"/>
                  </a:lnTo>
                  <a:close/>
                </a:path>
                <a:path w="359410" h="360679">
                  <a:moveTo>
                    <a:pt x="296103" y="253306"/>
                  </a:moveTo>
                  <a:lnTo>
                    <a:pt x="223261" y="253306"/>
                  </a:lnTo>
                  <a:lnTo>
                    <a:pt x="245466" y="251184"/>
                  </a:lnTo>
                  <a:lnTo>
                    <a:pt x="267003" y="244818"/>
                  </a:lnTo>
                  <a:lnTo>
                    <a:pt x="287205" y="234204"/>
                  </a:lnTo>
                  <a:lnTo>
                    <a:pt x="305402" y="219342"/>
                  </a:lnTo>
                  <a:lnTo>
                    <a:pt x="330871" y="180915"/>
                  </a:lnTo>
                  <a:lnTo>
                    <a:pt x="339361" y="137180"/>
                  </a:lnTo>
                  <a:lnTo>
                    <a:pt x="330871" y="93456"/>
                  </a:lnTo>
                  <a:lnTo>
                    <a:pt x="305402" y="55060"/>
                  </a:lnTo>
                  <a:lnTo>
                    <a:pt x="266980" y="29601"/>
                  </a:lnTo>
                  <a:lnTo>
                    <a:pt x="223242" y="21114"/>
                  </a:lnTo>
                  <a:lnTo>
                    <a:pt x="296049" y="21114"/>
                  </a:lnTo>
                  <a:lnTo>
                    <a:pt x="298825" y="22573"/>
                  </a:lnTo>
                  <a:lnTo>
                    <a:pt x="320326" y="40135"/>
                  </a:lnTo>
                  <a:lnTo>
                    <a:pt x="346010" y="75735"/>
                  </a:lnTo>
                  <a:lnTo>
                    <a:pt x="358852" y="116175"/>
                  </a:lnTo>
                  <a:lnTo>
                    <a:pt x="358852" y="158227"/>
                  </a:lnTo>
                  <a:lnTo>
                    <a:pt x="346010" y="198667"/>
                  </a:lnTo>
                  <a:lnTo>
                    <a:pt x="320372" y="234204"/>
                  </a:lnTo>
                  <a:lnTo>
                    <a:pt x="298598" y="252000"/>
                  </a:lnTo>
                  <a:lnTo>
                    <a:pt x="296103" y="253306"/>
                  </a:lnTo>
                  <a:close/>
                </a:path>
                <a:path w="359410" h="360679">
                  <a:moveTo>
                    <a:pt x="118696" y="286540"/>
                  </a:moveTo>
                  <a:lnTo>
                    <a:pt x="88864" y="286540"/>
                  </a:lnTo>
                  <a:lnTo>
                    <a:pt x="103789" y="271616"/>
                  </a:lnTo>
                  <a:lnTo>
                    <a:pt x="88864" y="256691"/>
                  </a:lnTo>
                  <a:lnTo>
                    <a:pt x="289636" y="256691"/>
                  </a:lnTo>
                  <a:lnTo>
                    <a:pt x="275345" y="264172"/>
                  </a:lnTo>
                  <a:lnTo>
                    <a:pt x="170968" y="264172"/>
                  </a:lnTo>
                  <a:lnTo>
                    <a:pt x="156044" y="279040"/>
                  </a:lnTo>
                  <a:lnTo>
                    <a:pt x="150022" y="285138"/>
                  </a:lnTo>
                  <a:lnTo>
                    <a:pt x="120098" y="285138"/>
                  </a:lnTo>
                  <a:lnTo>
                    <a:pt x="118696" y="286540"/>
                  </a:lnTo>
                  <a:close/>
                </a:path>
                <a:path w="359410" h="360679">
                  <a:moveTo>
                    <a:pt x="223261" y="274440"/>
                  </a:moveTo>
                  <a:lnTo>
                    <a:pt x="209848" y="273790"/>
                  </a:lnTo>
                  <a:lnTo>
                    <a:pt x="196589" y="271852"/>
                  </a:lnTo>
                  <a:lnTo>
                    <a:pt x="183592" y="268641"/>
                  </a:lnTo>
                  <a:lnTo>
                    <a:pt x="170968" y="264172"/>
                  </a:lnTo>
                  <a:lnTo>
                    <a:pt x="275345" y="264172"/>
                  </a:lnTo>
                  <a:lnTo>
                    <a:pt x="274648" y="264537"/>
                  </a:lnTo>
                  <a:lnTo>
                    <a:pt x="249271" y="271982"/>
                  </a:lnTo>
                  <a:lnTo>
                    <a:pt x="223261" y="274440"/>
                  </a:lnTo>
                  <a:close/>
                </a:path>
                <a:path w="359410" h="360679">
                  <a:moveTo>
                    <a:pt x="141961" y="288336"/>
                  </a:moveTo>
                  <a:lnTo>
                    <a:pt x="129131" y="288336"/>
                  </a:lnTo>
                  <a:lnTo>
                    <a:pt x="124436" y="287307"/>
                  </a:lnTo>
                  <a:lnTo>
                    <a:pt x="119983" y="285138"/>
                  </a:lnTo>
                  <a:lnTo>
                    <a:pt x="150022" y="285138"/>
                  </a:lnTo>
                  <a:lnTo>
                    <a:pt x="141961" y="28833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9935" y="3580024"/>
              <a:ext cx="190073" cy="19007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922882" y="1620402"/>
            <a:ext cx="23044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7962" sz="4500" spc="509" b="1">
                <a:solidFill>
                  <a:srgbClr val="373536"/>
                </a:solidFill>
                <a:latin typeface="Verdana"/>
                <a:cs typeface="Verdana"/>
              </a:rPr>
              <a:t>02</a:t>
            </a:r>
            <a:r>
              <a:rPr dirty="0" baseline="-37962" sz="4500" spc="862" b="1">
                <a:solidFill>
                  <a:srgbClr val="373536"/>
                </a:solidFill>
                <a:latin typeface="Verdana"/>
                <a:cs typeface="Verdana"/>
              </a:rPr>
              <a:t> </a:t>
            </a: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9963" y="1883351"/>
            <a:ext cx="4921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5850" y="2111769"/>
            <a:ext cx="11233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3369" y="3198898"/>
            <a:ext cx="18675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200" spc="10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r>
              <a:rPr dirty="0" sz="2200" spc="50" b="1">
                <a:solidFill>
                  <a:srgbClr val="FC2E12"/>
                </a:solidFill>
                <a:latin typeface="Verdana"/>
                <a:cs typeface="Verdana"/>
              </a:rPr>
              <a:t>  </a:t>
            </a:r>
            <a:r>
              <a:rPr dirty="0" baseline="-37962" sz="4500" spc="472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baseline="-37962" sz="4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2840" y="3690269"/>
            <a:ext cx="15049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Mars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actually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7332" y="3461867"/>
            <a:ext cx="621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5733" y="3918869"/>
            <a:ext cx="891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77525" y="2487871"/>
            <a:ext cx="1466850" cy="2656205"/>
            <a:chOff x="7677525" y="2487871"/>
            <a:chExt cx="1466850" cy="2656205"/>
          </a:xfrm>
        </p:grpSpPr>
        <p:sp>
          <p:nvSpPr>
            <p:cNvPr id="6" name="object 6"/>
            <p:cNvSpPr/>
            <p:nvPr/>
          </p:nvSpPr>
          <p:spPr>
            <a:xfrm>
              <a:off x="7677525" y="4084522"/>
              <a:ext cx="1466850" cy="1059180"/>
            </a:xfrm>
            <a:custGeom>
              <a:avLst/>
              <a:gdLst/>
              <a:ahLst/>
              <a:cxnLst/>
              <a:rect l="l" t="t" r="r" b="b"/>
              <a:pathLst>
                <a:path w="1466850" h="1059179">
                  <a:moveTo>
                    <a:pt x="1134484" y="1058977"/>
                  </a:moveTo>
                  <a:lnTo>
                    <a:pt x="0" y="1058977"/>
                  </a:lnTo>
                  <a:lnTo>
                    <a:pt x="388525" y="670924"/>
                  </a:lnTo>
                  <a:lnTo>
                    <a:pt x="795643" y="670924"/>
                  </a:lnTo>
                  <a:lnTo>
                    <a:pt x="1466475" y="0"/>
                  </a:lnTo>
                  <a:lnTo>
                    <a:pt x="1466475" y="1006037"/>
                  </a:lnTo>
                  <a:lnTo>
                    <a:pt x="1457618" y="1014894"/>
                  </a:lnTo>
                  <a:lnTo>
                    <a:pt x="1178560" y="1014894"/>
                  </a:lnTo>
                  <a:lnTo>
                    <a:pt x="1134484" y="10589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4" y="24878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878742"/>
              <a:ext cx="126235" cy="12748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785850" y="2340369"/>
            <a:ext cx="12268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8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85850" y="3220594"/>
            <a:ext cx="151574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200" spc="105" b="1">
                <a:solidFill>
                  <a:srgbClr val="FC2E12"/>
                </a:solidFill>
                <a:latin typeface="Verdana"/>
                <a:cs typeface="Verdana"/>
              </a:rPr>
              <a:t>EARTH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Earth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where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we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live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8805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STUDY</a:t>
            </a:r>
            <a:r>
              <a:rPr dirty="0" spc="-145"/>
              <a:t> </a:t>
            </a:r>
            <a:r>
              <a:rPr dirty="0" spc="-35"/>
              <a:t>APPLICATION</a:t>
            </a:r>
            <a:r>
              <a:rPr dirty="0" spc="-145"/>
              <a:t> </a:t>
            </a:r>
            <a:r>
              <a:rPr dirty="0" spc="160"/>
              <a:t>AREA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8158140" y="0"/>
            <a:ext cx="986155" cy="1295400"/>
            <a:chOff x="8158140" y="0"/>
            <a:chExt cx="986155" cy="1295400"/>
          </a:xfrm>
        </p:grpSpPr>
        <p:sp>
          <p:nvSpPr>
            <p:cNvPr id="3" name="object 3"/>
            <p:cNvSpPr/>
            <p:nvPr/>
          </p:nvSpPr>
          <p:spPr>
            <a:xfrm>
              <a:off x="8158140" y="0"/>
              <a:ext cx="986155" cy="986155"/>
            </a:xfrm>
            <a:custGeom>
              <a:avLst/>
              <a:gdLst/>
              <a:ahLst/>
              <a:cxnLst/>
              <a:rect l="l" t="t" r="r" b="b"/>
              <a:pathLst>
                <a:path w="986154" h="986155">
                  <a:moveTo>
                    <a:pt x="985859" y="985859"/>
                  </a:moveTo>
                  <a:lnTo>
                    <a:pt x="0" y="0"/>
                  </a:lnTo>
                  <a:lnTo>
                    <a:pt x="373414" y="0"/>
                  </a:lnTo>
                  <a:lnTo>
                    <a:pt x="985859" y="612441"/>
                  </a:lnTo>
                  <a:lnTo>
                    <a:pt x="985859" y="985859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05722" y="0"/>
              <a:ext cx="668655" cy="1219835"/>
            </a:xfrm>
            <a:custGeom>
              <a:avLst/>
              <a:gdLst/>
              <a:ahLst/>
              <a:cxnLst/>
              <a:rect l="l" t="t" r="r" b="b"/>
              <a:pathLst>
                <a:path w="668654" h="1219835">
                  <a:moveTo>
                    <a:pt x="29760" y="1219507"/>
                  </a:moveTo>
                  <a:lnTo>
                    <a:pt x="0" y="1219507"/>
                  </a:lnTo>
                  <a:lnTo>
                    <a:pt x="0" y="625734"/>
                  </a:lnTo>
                  <a:lnTo>
                    <a:pt x="625542" y="0"/>
                  </a:lnTo>
                  <a:lnTo>
                    <a:pt x="668096" y="0"/>
                  </a:lnTo>
                  <a:lnTo>
                    <a:pt x="29760" y="638335"/>
                  </a:lnTo>
                  <a:lnTo>
                    <a:pt x="29760" y="121950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3451" y="1199528"/>
              <a:ext cx="95580" cy="955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01583"/>
            <a:ext cx="5460582" cy="37419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3647" y="1456961"/>
            <a:ext cx="183299" cy="183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3957" y="1127811"/>
            <a:ext cx="2148840" cy="330136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270"/>
              </a:spcBef>
            </a:pPr>
            <a:r>
              <a:rPr dirty="0" sz="3200" spc="195" b="1">
                <a:solidFill>
                  <a:srgbClr val="373536"/>
                </a:solidFill>
                <a:latin typeface="Verdana"/>
                <a:cs typeface="Verdana"/>
              </a:rPr>
              <a:t>3,000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3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giant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and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7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500">
              <a:latin typeface="Roboto"/>
              <a:cs typeface="Roboto"/>
            </a:endParaRPr>
          </a:p>
          <a:p>
            <a:pPr marL="339090">
              <a:lnSpc>
                <a:spcPct val="100000"/>
              </a:lnSpc>
            </a:pPr>
            <a:r>
              <a:rPr dirty="0" sz="3200" spc="195" b="1">
                <a:solidFill>
                  <a:srgbClr val="373536"/>
                </a:solidFill>
                <a:latin typeface="Verdana"/>
                <a:cs typeface="Verdana"/>
              </a:rPr>
              <a:t>5,600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00" spc="70" b="1">
                <a:solidFill>
                  <a:srgbClr val="FC2E12"/>
                </a:solidFill>
                <a:latin typeface="Verdana"/>
                <a:cs typeface="Verdana"/>
              </a:rPr>
              <a:t>NEPTUNE</a:t>
            </a:r>
            <a:endParaRPr sz="2200">
              <a:latin typeface="Verdana"/>
              <a:cs typeface="Verdana"/>
            </a:endParaRPr>
          </a:p>
          <a:p>
            <a:pPr marL="12700" marR="189230">
              <a:lnSpc>
                <a:spcPct val="100000"/>
              </a:lnSpc>
              <a:spcBef>
                <a:spcPts val="32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Neptune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farthest planet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647" y="3160009"/>
            <a:ext cx="183299" cy="18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2066289" cy="1167765"/>
            <a:chOff x="0" y="0"/>
            <a:chExt cx="2066289" cy="116776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066289" cy="915035"/>
            </a:xfrm>
            <a:custGeom>
              <a:avLst/>
              <a:gdLst/>
              <a:ahLst/>
              <a:cxnLst/>
              <a:rect l="l" t="t" r="r" b="b"/>
              <a:pathLst>
                <a:path w="2066289" h="915035">
                  <a:moveTo>
                    <a:pt x="0" y="914832"/>
                  </a:moveTo>
                  <a:lnTo>
                    <a:pt x="0" y="0"/>
                  </a:lnTo>
                  <a:lnTo>
                    <a:pt x="2054096" y="0"/>
                  </a:lnTo>
                  <a:lnTo>
                    <a:pt x="2065899" y="11415"/>
                  </a:lnTo>
                  <a:lnTo>
                    <a:pt x="1859306" y="218008"/>
                  </a:lnTo>
                  <a:lnTo>
                    <a:pt x="526551" y="218008"/>
                  </a:lnTo>
                  <a:lnTo>
                    <a:pt x="100489" y="644070"/>
                  </a:lnTo>
                  <a:lnTo>
                    <a:pt x="100489" y="814255"/>
                  </a:lnTo>
                  <a:lnTo>
                    <a:pt x="0" y="914832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167765" cy="1167765"/>
            </a:xfrm>
            <a:custGeom>
              <a:avLst/>
              <a:gdLst/>
              <a:ahLst/>
              <a:cxnLst/>
              <a:rect l="l" t="t" r="r" b="b"/>
              <a:pathLst>
                <a:path w="1167765" h="1167765">
                  <a:moveTo>
                    <a:pt x="0" y="1167364"/>
                  </a:moveTo>
                  <a:lnTo>
                    <a:pt x="0" y="1115473"/>
                  </a:lnTo>
                  <a:lnTo>
                    <a:pt x="1115473" y="0"/>
                  </a:lnTo>
                  <a:lnTo>
                    <a:pt x="1167725" y="0"/>
                  </a:lnTo>
                  <a:lnTo>
                    <a:pt x="0" y="116736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221" y="436114"/>
              <a:ext cx="124377" cy="1243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9568" y="436114"/>
              <a:ext cx="125437" cy="1250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995" y="721270"/>
              <a:ext cx="124225" cy="124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7797" y="721270"/>
              <a:ext cx="124983" cy="124850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49375">
              <a:lnSpc>
                <a:spcPct val="100000"/>
              </a:lnSpc>
              <a:spcBef>
                <a:spcPts val="100"/>
              </a:spcBef>
            </a:pPr>
            <a:r>
              <a:rPr dirty="0" spc="235"/>
              <a:t>RESULTS</a:t>
            </a:r>
            <a:r>
              <a:rPr dirty="0" spc="-100"/>
              <a:t> </a:t>
            </a:r>
            <a:r>
              <a:rPr dirty="0" spc="-10"/>
              <a:t>ANALYSIS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3936" y="1204050"/>
            <a:ext cx="1365885" cy="15982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270"/>
              </a:spcBef>
            </a:pPr>
            <a:r>
              <a:rPr dirty="0" sz="3200" spc="335" b="1">
                <a:solidFill>
                  <a:srgbClr val="373536"/>
                </a:solidFill>
                <a:latin typeface="Verdana"/>
                <a:cs typeface="Verdana"/>
              </a:rPr>
              <a:t>380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marL="12700" marR="78105">
              <a:lnSpc>
                <a:spcPct val="100000"/>
              </a:lnSpc>
              <a:spcBef>
                <a:spcPts val="3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7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beautiful</a:t>
            </a:r>
            <a:r>
              <a:rPr dirty="0" sz="15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name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3611" y="1533161"/>
            <a:ext cx="183299" cy="1832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003673" y="1204032"/>
            <a:ext cx="1416050" cy="15982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270"/>
              </a:spcBef>
            </a:pPr>
            <a:r>
              <a:rPr dirty="0" sz="3200" spc="335" b="1">
                <a:solidFill>
                  <a:srgbClr val="373536"/>
                </a:solidFill>
                <a:latin typeface="Verdana"/>
                <a:cs typeface="Verdana"/>
              </a:rPr>
              <a:t>290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  <a:p>
            <a:pPr marL="12700" marR="193675">
              <a:lnSpc>
                <a:spcPct val="100000"/>
              </a:lnSpc>
              <a:spcBef>
                <a:spcPts val="33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the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8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33348" y="1533161"/>
            <a:ext cx="183299" cy="183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93936" y="2907098"/>
            <a:ext cx="1504950" cy="15982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270"/>
              </a:spcBef>
            </a:pPr>
            <a:r>
              <a:rPr dirty="0" sz="3200" spc="-25" b="1">
                <a:solidFill>
                  <a:srgbClr val="373536"/>
                </a:solidFill>
                <a:latin typeface="Verdana"/>
                <a:cs typeface="Verdana"/>
              </a:rPr>
              <a:t>120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00" spc="8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32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Mars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actually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a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3611" y="3236209"/>
            <a:ext cx="183299" cy="1833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03673" y="2907080"/>
            <a:ext cx="1515745" cy="15982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270"/>
              </a:spcBef>
            </a:pPr>
            <a:r>
              <a:rPr dirty="0" sz="3200" spc="-25" b="1">
                <a:solidFill>
                  <a:srgbClr val="373536"/>
                </a:solidFill>
                <a:latin typeface="Verdana"/>
                <a:cs typeface="Verdana"/>
              </a:rPr>
              <a:t>160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00" spc="105" b="1">
                <a:solidFill>
                  <a:srgbClr val="FC2E12"/>
                </a:solidFill>
                <a:latin typeface="Verdana"/>
                <a:cs typeface="Verdana"/>
              </a:rPr>
              <a:t>EARTH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Earth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where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we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live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together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33348" y="3236209"/>
            <a:ext cx="183299" cy="183300"/>
          </a:xfrm>
          <a:prstGeom prst="rect">
            <a:avLst/>
          </a:prstGeom>
        </p:spPr>
      </p:pic>
      <p:pic>
        <p:nvPicPr>
          <p:cNvPr id="23" name="object 23">
            <a:hlinkClick r:id="rId13"/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40300" y="1401576"/>
            <a:ext cx="3280499" cy="23085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7867130" y="4317400"/>
            <a:ext cx="1276985" cy="826135"/>
          </a:xfrm>
          <a:custGeom>
            <a:avLst/>
            <a:gdLst/>
            <a:ahLst/>
            <a:cxnLst/>
            <a:rect l="l" t="t" r="r" b="b"/>
            <a:pathLst>
              <a:path w="1276984" h="826135">
                <a:moveTo>
                  <a:pt x="1052041" y="826099"/>
                </a:moveTo>
                <a:lnTo>
                  <a:pt x="0" y="826099"/>
                </a:lnTo>
                <a:lnTo>
                  <a:pt x="435930" y="390234"/>
                </a:lnTo>
                <a:lnTo>
                  <a:pt x="887218" y="390234"/>
                </a:lnTo>
                <a:lnTo>
                  <a:pt x="1276869" y="0"/>
                </a:lnTo>
                <a:lnTo>
                  <a:pt x="1276869" y="601162"/>
                </a:lnTo>
                <a:lnTo>
                  <a:pt x="1052041" y="826099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153400" y="3927041"/>
            <a:ext cx="3052445" cy="57023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Follow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link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graph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modify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its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data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2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then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paste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new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one</a:t>
            </a:r>
            <a:r>
              <a:rPr dirty="0" sz="12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here.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For</a:t>
            </a:r>
            <a:r>
              <a:rPr dirty="0" sz="1200" spc="-50" b="1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 </a:t>
            </a:r>
            <a:r>
              <a:rPr dirty="0" sz="1200" spc="-20" b="1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more</a:t>
            </a:r>
            <a:r>
              <a:rPr dirty="0" sz="1200" spc="-2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info,</a:t>
            </a:r>
            <a:r>
              <a:rPr dirty="0" sz="1200" spc="-50" b="1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click</a:t>
            </a:r>
            <a:r>
              <a:rPr dirty="0" sz="1200" spc="-50" b="1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200" spc="-20" b="1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here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38929" y="3517396"/>
            <a:ext cx="730250" cy="1626235"/>
            <a:chOff x="8338929" y="3517396"/>
            <a:chExt cx="730250" cy="1626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2199" y="3517396"/>
              <a:ext cx="114260" cy="115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8921" y="3606571"/>
              <a:ext cx="730250" cy="1537335"/>
            </a:xfrm>
            <a:custGeom>
              <a:avLst/>
              <a:gdLst/>
              <a:ahLst/>
              <a:cxnLst/>
              <a:rect l="l" t="t" r="r" b="b"/>
              <a:pathLst>
                <a:path w="730250" h="1537335">
                  <a:moveTo>
                    <a:pt x="729996" y="1397762"/>
                  </a:moveTo>
                  <a:lnTo>
                    <a:pt x="679399" y="1347190"/>
                  </a:lnTo>
                  <a:lnTo>
                    <a:pt x="679399" y="1060145"/>
                  </a:lnTo>
                  <a:lnTo>
                    <a:pt x="667092" y="1047851"/>
                  </a:lnTo>
                  <a:lnTo>
                    <a:pt x="667092" y="1065479"/>
                  </a:lnTo>
                  <a:lnTo>
                    <a:pt x="667092" y="1334884"/>
                  </a:lnTo>
                  <a:lnTo>
                    <a:pt x="191820" y="859739"/>
                  </a:lnTo>
                  <a:lnTo>
                    <a:pt x="191820" y="590270"/>
                  </a:lnTo>
                  <a:lnTo>
                    <a:pt x="667092" y="1065479"/>
                  </a:lnTo>
                  <a:lnTo>
                    <a:pt x="667092" y="1047851"/>
                  </a:lnTo>
                  <a:lnTo>
                    <a:pt x="191820" y="573024"/>
                  </a:lnTo>
                  <a:lnTo>
                    <a:pt x="191820" y="416941"/>
                  </a:lnTo>
                  <a:lnTo>
                    <a:pt x="587032" y="21348"/>
                  </a:lnTo>
                  <a:lnTo>
                    <a:pt x="565581" y="0"/>
                  </a:lnTo>
                  <a:lnTo>
                    <a:pt x="161442" y="404622"/>
                  </a:lnTo>
                  <a:lnTo>
                    <a:pt x="161442" y="872464"/>
                  </a:lnTo>
                  <a:lnTo>
                    <a:pt x="399008" y="1110030"/>
                  </a:lnTo>
                  <a:lnTo>
                    <a:pt x="0" y="1509102"/>
                  </a:lnTo>
                  <a:lnTo>
                    <a:pt x="0" y="1536928"/>
                  </a:lnTo>
                  <a:lnTo>
                    <a:pt x="11912" y="1536928"/>
                  </a:lnTo>
                  <a:lnTo>
                    <a:pt x="11912" y="1514436"/>
                  </a:lnTo>
                  <a:lnTo>
                    <a:pt x="407631" y="1118641"/>
                  </a:lnTo>
                  <a:lnTo>
                    <a:pt x="699516" y="1410487"/>
                  </a:lnTo>
                  <a:lnTo>
                    <a:pt x="699516" y="1536928"/>
                  </a:lnTo>
                  <a:lnTo>
                    <a:pt x="729996" y="1536928"/>
                  </a:lnTo>
                  <a:lnTo>
                    <a:pt x="729996" y="139776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409947" y="445384"/>
            <a:ext cx="6322695" cy="1478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PERCENTAGE</a:t>
            </a:r>
            <a:r>
              <a:rPr dirty="0" spc="-105"/>
              <a:t> </a:t>
            </a:r>
            <a:r>
              <a:rPr dirty="0" spc="225"/>
              <a:t>RESULTS</a:t>
            </a:r>
          </a:p>
          <a:p>
            <a:pPr>
              <a:lnSpc>
                <a:spcPct val="100000"/>
              </a:lnSpc>
              <a:spcBef>
                <a:spcPts val="595"/>
              </a:spcBef>
            </a:pPr>
          </a:p>
          <a:p>
            <a:pPr algn="ctr">
              <a:lnSpc>
                <a:spcPct val="100000"/>
              </a:lnSpc>
              <a:tabLst>
                <a:tab pos="2647950" algn="l"/>
                <a:tab pos="5299710" algn="l"/>
              </a:tabLst>
            </a:pPr>
            <a:r>
              <a:rPr dirty="0" spc="-25"/>
              <a:t>25%</a:t>
            </a:r>
            <a:r>
              <a:rPr dirty="0"/>
              <a:t>	</a:t>
            </a:r>
            <a:r>
              <a:rPr dirty="0" spc="-25"/>
              <a:t>50%</a:t>
            </a:r>
            <a:r>
              <a:rPr dirty="0"/>
              <a:t>	</a:t>
            </a:r>
            <a:r>
              <a:rPr dirty="0" spc="-35"/>
              <a:t>65%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0" y="2642387"/>
            <a:ext cx="1357630" cy="2501265"/>
            <a:chOff x="0" y="2642387"/>
            <a:chExt cx="1357630" cy="2501265"/>
          </a:xfrm>
        </p:grpSpPr>
        <p:sp>
          <p:nvSpPr>
            <p:cNvPr id="3" name="object 3"/>
            <p:cNvSpPr/>
            <p:nvPr/>
          </p:nvSpPr>
          <p:spPr>
            <a:xfrm>
              <a:off x="0" y="4193486"/>
              <a:ext cx="1357630" cy="950594"/>
            </a:xfrm>
            <a:custGeom>
              <a:avLst/>
              <a:gdLst/>
              <a:ahLst/>
              <a:cxnLst/>
              <a:rect l="l" t="t" r="r" b="b"/>
              <a:pathLst>
                <a:path w="1357630" h="950595">
                  <a:moveTo>
                    <a:pt x="1357512" y="950013"/>
                  </a:moveTo>
                  <a:lnTo>
                    <a:pt x="223042" y="950013"/>
                  </a:lnTo>
                  <a:lnTo>
                    <a:pt x="188757" y="915723"/>
                  </a:lnTo>
                  <a:lnTo>
                    <a:pt x="0" y="915723"/>
                  </a:lnTo>
                  <a:lnTo>
                    <a:pt x="0" y="0"/>
                  </a:lnTo>
                  <a:lnTo>
                    <a:pt x="571674" y="571753"/>
                  </a:lnTo>
                  <a:lnTo>
                    <a:pt x="978792" y="571753"/>
                  </a:lnTo>
                  <a:lnTo>
                    <a:pt x="1357512" y="950013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2642387"/>
              <a:ext cx="763270" cy="2185670"/>
            </a:xfrm>
            <a:custGeom>
              <a:avLst/>
              <a:gdLst/>
              <a:ahLst/>
              <a:cxnLst/>
              <a:rect l="l" t="t" r="r" b="b"/>
              <a:pathLst>
                <a:path w="763270" h="2185670">
                  <a:moveTo>
                    <a:pt x="762850" y="2166518"/>
                  </a:moveTo>
                  <a:lnTo>
                    <a:pt x="264490" y="1669884"/>
                  </a:lnTo>
                  <a:lnTo>
                    <a:pt x="264490" y="265290"/>
                  </a:lnTo>
                  <a:lnTo>
                    <a:pt x="0" y="0"/>
                  </a:lnTo>
                  <a:lnTo>
                    <a:pt x="0" y="13893"/>
                  </a:lnTo>
                  <a:lnTo>
                    <a:pt x="0" y="36207"/>
                  </a:lnTo>
                  <a:lnTo>
                    <a:pt x="0" y="125425"/>
                  </a:lnTo>
                  <a:lnTo>
                    <a:pt x="7772" y="133197"/>
                  </a:lnTo>
                  <a:lnTo>
                    <a:pt x="96977" y="133197"/>
                  </a:lnTo>
                  <a:lnTo>
                    <a:pt x="240220" y="276440"/>
                  </a:lnTo>
                  <a:lnTo>
                    <a:pt x="240220" y="1679079"/>
                  </a:lnTo>
                  <a:lnTo>
                    <a:pt x="746226" y="2185111"/>
                  </a:lnTo>
                  <a:lnTo>
                    <a:pt x="762850" y="216651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626" y="4787470"/>
              <a:ext cx="95960" cy="957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305" y="3668656"/>
              <a:ext cx="78377" cy="45720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332160" y="2081949"/>
            <a:ext cx="1181735" cy="1181735"/>
            <a:chOff x="1332160" y="2081949"/>
            <a:chExt cx="1181735" cy="1181735"/>
          </a:xfrm>
        </p:grpSpPr>
        <p:sp>
          <p:nvSpPr>
            <p:cNvPr id="24" name="object 24"/>
            <p:cNvSpPr/>
            <p:nvPr/>
          </p:nvSpPr>
          <p:spPr>
            <a:xfrm>
              <a:off x="1346448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576455" y="1152911"/>
                  </a:moveTo>
                  <a:lnTo>
                    <a:pt x="529177" y="1151000"/>
                  </a:lnTo>
                  <a:lnTo>
                    <a:pt x="482951" y="1145366"/>
                  </a:lnTo>
                  <a:lnTo>
                    <a:pt x="437926" y="1136157"/>
                  </a:lnTo>
                  <a:lnTo>
                    <a:pt x="394251" y="1123523"/>
                  </a:lnTo>
                  <a:lnTo>
                    <a:pt x="352073" y="1107610"/>
                  </a:lnTo>
                  <a:lnTo>
                    <a:pt x="311541" y="1088568"/>
                  </a:lnTo>
                  <a:lnTo>
                    <a:pt x="272803" y="1066544"/>
                  </a:lnTo>
                  <a:lnTo>
                    <a:pt x="236008" y="1041688"/>
                  </a:lnTo>
                  <a:lnTo>
                    <a:pt x="201304" y="1014148"/>
                  </a:lnTo>
                  <a:lnTo>
                    <a:pt x="168839" y="984071"/>
                  </a:lnTo>
                  <a:lnTo>
                    <a:pt x="138763" y="951606"/>
                  </a:lnTo>
                  <a:lnTo>
                    <a:pt x="111222" y="916902"/>
                  </a:lnTo>
                  <a:lnTo>
                    <a:pt x="86366" y="880107"/>
                  </a:lnTo>
                  <a:lnTo>
                    <a:pt x="64342" y="841370"/>
                  </a:lnTo>
                  <a:lnTo>
                    <a:pt x="45300" y="800838"/>
                  </a:lnTo>
                  <a:lnTo>
                    <a:pt x="29388" y="758660"/>
                  </a:lnTo>
                  <a:lnTo>
                    <a:pt x="16753" y="714984"/>
                  </a:lnTo>
                  <a:lnTo>
                    <a:pt x="7544" y="669959"/>
                  </a:lnTo>
                  <a:lnTo>
                    <a:pt x="1910" y="623733"/>
                  </a:lnTo>
                  <a:lnTo>
                    <a:pt x="0" y="576455"/>
                  </a:lnTo>
                  <a:lnTo>
                    <a:pt x="2231" y="525769"/>
                  </a:lnTo>
                  <a:lnTo>
                    <a:pt x="8850" y="475813"/>
                  </a:lnTo>
                  <a:lnTo>
                    <a:pt x="19749" y="426851"/>
                  </a:lnTo>
                  <a:lnTo>
                    <a:pt x="34817" y="379150"/>
                  </a:lnTo>
                  <a:lnTo>
                    <a:pt x="53943" y="332975"/>
                  </a:lnTo>
                  <a:lnTo>
                    <a:pt x="77019" y="288590"/>
                  </a:lnTo>
                  <a:lnTo>
                    <a:pt x="103933" y="246263"/>
                  </a:lnTo>
                  <a:lnTo>
                    <a:pt x="134577" y="206257"/>
                  </a:lnTo>
                  <a:lnTo>
                    <a:pt x="168839" y="168839"/>
                  </a:lnTo>
                  <a:lnTo>
                    <a:pt x="206257" y="134577"/>
                  </a:lnTo>
                  <a:lnTo>
                    <a:pt x="246263" y="103933"/>
                  </a:lnTo>
                  <a:lnTo>
                    <a:pt x="288590" y="77019"/>
                  </a:lnTo>
                  <a:lnTo>
                    <a:pt x="332975" y="53943"/>
                  </a:lnTo>
                  <a:lnTo>
                    <a:pt x="379150" y="34817"/>
                  </a:lnTo>
                  <a:lnTo>
                    <a:pt x="426851" y="19749"/>
                  </a:lnTo>
                  <a:lnTo>
                    <a:pt x="475813" y="8850"/>
                  </a:lnTo>
                  <a:lnTo>
                    <a:pt x="525769" y="2231"/>
                  </a:lnTo>
                  <a:lnTo>
                    <a:pt x="576455" y="0"/>
                  </a:lnTo>
                  <a:lnTo>
                    <a:pt x="623733" y="1910"/>
                  </a:lnTo>
                  <a:lnTo>
                    <a:pt x="669959" y="7544"/>
                  </a:lnTo>
                  <a:lnTo>
                    <a:pt x="714984" y="16753"/>
                  </a:lnTo>
                  <a:lnTo>
                    <a:pt x="758660" y="29388"/>
                  </a:lnTo>
                  <a:lnTo>
                    <a:pt x="800838" y="45300"/>
                  </a:lnTo>
                  <a:lnTo>
                    <a:pt x="841370" y="64342"/>
                  </a:lnTo>
                  <a:lnTo>
                    <a:pt x="880107" y="86366"/>
                  </a:lnTo>
                  <a:lnTo>
                    <a:pt x="916902" y="111222"/>
                  </a:lnTo>
                  <a:lnTo>
                    <a:pt x="951606" y="138763"/>
                  </a:lnTo>
                  <a:lnTo>
                    <a:pt x="984071" y="168839"/>
                  </a:lnTo>
                  <a:lnTo>
                    <a:pt x="1014148" y="201304"/>
                  </a:lnTo>
                  <a:lnTo>
                    <a:pt x="1041688" y="236008"/>
                  </a:lnTo>
                  <a:lnTo>
                    <a:pt x="1066544" y="272803"/>
                  </a:lnTo>
                  <a:lnTo>
                    <a:pt x="1075314" y="288227"/>
                  </a:lnTo>
                  <a:lnTo>
                    <a:pt x="576455" y="288227"/>
                  </a:lnTo>
                  <a:lnTo>
                    <a:pt x="529703" y="292000"/>
                  </a:lnTo>
                  <a:lnTo>
                    <a:pt x="485353" y="302921"/>
                  </a:lnTo>
                  <a:lnTo>
                    <a:pt x="443998" y="320399"/>
                  </a:lnTo>
                  <a:lnTo>
                    <a:pt x="406232" y="343838"/>
                  </a:lnTo>
                  <a:lnTo>
                    <a:pt x="372647" y="372647"/>
                  </a:lnTo>
                  <a:lnTo>
                    <a:pt x="343839" y="406231"/>
                  </a:lnTo>
                  <a:lnTo>
                    <a:pt x="320399" y="443998"/>
                  </a:lnTo>
                  <a:lnTo>
                    <a:pt x="302921" y="485353"/>
                  </a:lnTo>
                  <a:lnTo>
                    <a:pt x="292000" y="529703"/>
                  </a:lnTo>
                  <a:lnTo>
                    <a:pt x="288227" y="576455"/>
                  </a:lnTo>
                  <a:lnTo>
                    <a:pt x="292000" y="623207"/>
                  </a:lnTo>
                  <a:lnTo>
                    <a:pt x="302921" y="667557"/>
                  </a:lnTo>
                  <a:lnTo>
                    <a:pt x="320399" y="708912"/>
                  </a:lnTo>
                  <a:lnTo>
                    <a:pt x="343839" y="746679"/>
                  </a:lnTo>
                  <a:lnTo>
                    <a:pt x="372647" y="780263"/>
                  </a:lnTo>
                  <a:lnTo>
                    <a:pt x="406232" y="809072"/>
                  </a:lnTo>
                  <a:lnTo>
                    <a:pt x="443998" y="832511"/>
                  </a:lnTo>
                  <a:lnTo>
                    <a:pt x="485353" y="849989"/>
                  </a:lnTo>
                  <a:lnTo>
                    <a:pt x="529703" y="860910"/>
                  </a:lnTo>
                  <a:lnTo>
                    <a:pt x="576455" y="864683"/>
                  </a:lnTo>
                  <a:lnTo>
                    <a:pt x="1075314" y="864683"/>
                  </a:lnTo>
                  <a:lnTo>
                    <a:pt x="1066544" y="880107"/>
                  </a:lnTo>
                  <a:lnTo>
                    <a:pt x="1041688" y="916902"/>
                  </a:lnTo>
                  <a:lnTo>
                    <a:pt x="1014148" y="951606"/>
                  </a:lnTo>
                  <a:lnTo>
                    <a:pt x="984071" y="984071"/>
                  </a:lnTo>
                  <a:lnTo>
                    <a:pt x="951606" y="1014148"/>
                  </a:lnTo>
                  <a:lnTo>
                    <a:pt x="916902" y="1041688"/>
                  </a:lnTo>
                  <a:lnTo>
                    <a:pt x="880107" y="1066544"/>
                  </a:lnTo>
                  <a:lnTo>
                    <a:pt x="841370" y="1088568"/>
                  </a:lnTo>
                  <a:lnTo>
                    <a:pt x="800838" y="1107610"/>
                  </a:lnTo>
                  <a:lnTo>
                    <a:pt x="758660" y="1123523"/>
                  </a:lnTo>
                  <a:lnTo>
                    <a:pt x="714984" y="1136157"/>
                  </a:lnTo>
                  <a:lnTo>
                    <a:pt x="669959" y="1145366"/>
                  </a:lnTo>
                  <a:lnTo>
                    <a:pt x="623733" y="1151000"/>
                  </a:lnTo>
                  <a:lnTo>
                    <a:pt x="576455" y="1152911"/>
                  </a:lnTo>
                  <a:close/>
                </a:path>
                <a:path w="1153160" h="1153160">
                  <a:moveTo>
                    <a:pt x="1075314" y="864683"/>
                  </a:moveTo>
                  <a:lnTo>
                    <a:pt x="576455" y="864683"/>
                  </a:lnTo>
                  <a:lnTo>
                    <a:pt x="623207" y="860910"/>
                  </a:lnTo>
                  <a:lnTo>
                    <a:pt x="667557" y="849989"/>
                  </a:lnTo>
                  <a:lnTo>
                    <a:pt x="708912" y="832511"/>
                  </a:lnTo>
                  <a:lnTo>
                    <a:pt x="746679" y="809072"/>
                  </a:lnTo>
                  <a:lnTo>
                    <a:pt x="780263" y="780263"/>
                  </a:lnTo>
                  <a:lnTo>
                    <a:pt x="809072" y="746679"/>
                  </a:lnTo>
                  <a:lnTo>
                    <a:pt x="832511" y="708912"/>
                  </a:lnTo>
                  <a:lnTo>
                    <a:pt x="849989" y="667557"/>
                  </a:lnTo>
                  <a:lnTo>
                    <a:pt x="860910" y="623207"/>
                  </a:lnTo>
                  <a:lnTo>
                    <a:pt x="864683" y="576455"/>
                  </a:lnTo>
                  <a:lnTo>
                    <a:pt x="860910" y="529703"/>
                  </a:lnTo>
                  <a:lnTo>
                    <a:pt x="849989" y="485353"/>
                  </a:lnTo>
                  <a:lnTo>
                    <a:pt x="832511" y="443998"/>
                  </a:lnTo>
                  <a:lnTo>
                    <a:pt x="809072" y="406231"/>
                  </a:lnTo>
                  <a:lnTo>
                    <a:pt x="780263" y="372647"/>
                  </a:lnTo>
                  <a:lnTo>
                    <a:pt x="746679" y="343838"/>
                  </a:lnTo>
                  <a:lnTo>
                    <a:pt x="708912" y="320399"/>
                  </a:lnTo>
                  <a:lnTo>
                    <a:pt x="667557" y="302921"/>
                  </a:lnTo>
                  <a:lnTo>
                    <a:pt x="623207" y="292000"/>
                  </a:lnTo>
                  <a:lnTo>
                    <a:pt x="576455" y="288227"/>
                  </a:lnTo>
                  <a:lnTo>
                    <a:pt x="1075314" y="288227"/>
                  </a:lnTo>
                  <a:lnTo>
                    <a:pt x="1107610" y="352073"/>
                  </a:lnTo>
                  <a:lnTo>
                    <a:pt x="1123523" y="394251"/>
                  </a:lnTo>
                  <a:lnTo>
                    <a:pt x="1136157" y="437926"/>
                  </a:lnTo>
                  <a:lnTo>
                    <a:pt x="1145366" y="482951"/>
                  </a:lnTo>
                  <a:lnTo>
                    <a:pt x="1151000" y="529177"/>
                  </a:lnTo>
                  <a:lnTo>
                    <a:pt x="1152911" y="576455"/>
                  </a:lnTo>
                  <a:lnTo>
                    <a:pt x="1151021" y="623207"/>
                  </a:lnTo>
                  <a:lnTo>
                    <a:pt x="1151000" y="623733"/>
                  </a:lnTo>
                  <a:lnTo>
                    <a:pt x="1145366" y="669959"/>
                  </a:lnTo>
                  <a:lnTo>
                    <a:pt x="1136157" y="714984"/>
                  </a:lnTo>
                  <a:lnTo>
                    <a:pt x="1123523" y="758660"/>
                  </a:lnTo>
                  <a:lnTo>
                    <a:pt x="1107610" y="800838"/>
                  </a:lnTo>
                  <a:lnTo>
                    <a:pt x="1088568" y="841370"/>
                  </a:lnTo>
                  <a:lnTo>
                    <a:pt x="1075314" y="864683"/>
                  </a:lnTo>
                  <a:close/>
                </a:path>
              </a:pathLst>
            </a:custGeom>
            <a:solidFill>
              <a:srgbClr val="E3EE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46448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1152911" y="576455"/>
                  </a:moveTo>
                  <a:lnTo>
                    <a:pt x="1151000" y="529177"/>
                  </a:lnTo>
                  <a:lnTo>
                    <a:pt x="1145366" y="482951"/>
                  </a:lnTo>
                  <a:lnTo>
                    <a:pt x="1136157" y="437926"/>
                  </a:lnTo>
                  <a:lnTo>
                    <a:pt x="1123523" y="394251"/>
                  </a:lnTo>
                  <a:lnTo>
                    <a:pt x="1107610" y="352073"/>
                  </a:lnTo>
                  <a:lnTo>
                    <a:pt x="1088568" y="311541"/>
                  </a:lnTo>
                  <a:lnTo>
                    <a:pt x="1066544" y="272803"/>
                  </a:lnTo>
                  <a:lnTo>
                    <a:pt x="1041688" y="236008"/>
                  </a:lnTo>
                  <a:lnTo>
                    <a:pt x="1014148" y="201304"/>
                  </a:lnTo>
                  <a:lnTo>
                    <a:pt x="984071" y="168839"/>
                  </a:lnTo>
                  <a:lnTo>
                    <a:pt x="951606" y="138763"/>
                  </a:lnTo>
                  <a:lnTo>
                    <a:pt x="916902" y="111222"/>
                  </a:lnTo>
                  <a:lnTo>
                    <a:pt x="880107" y="86366"/>
                  </a:lnTo>
                  <a:lnTo>
                    <a:pt x="841370" y="64342"/>
                  </a:lnTo>
                  <a:lnTo>
                    <a:pt x="800838" y="45300"/>
                  </a:lnTo>
                  <a:lnTo>
                    <a:pt x="758660" y="29388"/>
                  </a:lnTo>
                  <a:lnTo>
                    <a:pt x="714984" y="16753"/>
                  </a:lnTo>
                  <a:lnTo>
                    <a:pt x="669959" y="7544"/>
                  </a:lnTo>
                  <a:lnTo>
                    <a:pt x="623733" y="1910"/>
                  </a:lnTo>
                  <a:lnTo>
                    <a:pt x="576455" y="0"/>
                  </a:lnTo>
                  <a:lnTo>
                    <a:pt x="525769" y="2231"/>
                  </a:lnTo>
                  <a:lnTo>
                    <a:pt x="475813" y="8850"/>
                  </a:lnTo>
                  <a:lnTo>
                    <a:pt x="426851" y="19749"/>
                  </a:lnTo>
                  <a:lnTo>
                    <a:pt x="379150" y="34817"/>
                  </a:lnTo>
                  <a:lnTo>
                    <a:pt x="332975" y="53943"/>
                  </a:lnTo>
                  <a:lnTo>
                    <a:pt x="288590" y="77019"/>
                  </a:lnTo>
                  <a:lnTo>
                    <a:pt x="246263" y="103933"/>
                  </a:lnTo>
                  <a:lnTo>
                    <a:pt x="206257" y="134577"/>
                  </a:lnTo>
                  <a:lnTo>
                    <a:pt x="168839" y="168839"/>
                  </a:lnTo>
                  <a:lnTo>
                    <a:pt x="134577" y="206257"/>
                  </a:lnTo>
                  <a:lnTo>
                    <a:pt x="103933" y="246263"/>
                  </a:lnTo>
                  <a:lnTo>
                    <a:pt x="77019" y="288590"/>
                  </a:lnTo>
                  <a:lnTo>
                    <a:pt x="53943" y="332975"/>
                  </a:lnTo>
                  <a:lnTo>
                    <a:pt x="34817" y="379150"/>
                  </a:lnTo>
                  <a:lnTo>
                    <a:pt x="19749" y="426851"/>
                  </a:lnTo>
                  <a:lnTo>
                    <a:pt x="8850" y="475813"/>
                  </a:lnTo>
                  <a:lnTo>
                    <a:pt x="2231" y="525769"/>
                  </a:lnTo>
                  <a:lnTo>
                    <a:pt x="0" y="576455"/>
                  </a:lnTo>
                  <a:lnTo>
                    <a:pt x="1910" y="623733"/>
                  </a:lnTo>
                  <a:lnTo>
                    <a:pt x="7544" y="669959"/>
                  </a:lnTo>
                  <a:lnTo>
                    <a:pt x="16753" y="714984"/>
                  </a:lnTo>
                  <a:lnTo>
                    <a:pt x="29388" y="758660"/>
                  </a:lnTo>
                  <a:lnTo>
                    <a:pt x="45300" y="800838"/>
                  </a:lnTo>
                  <a:lnTo>
                    <a:pt x="64342" y="841370"/>
                  </a:lnTo>
                  <a:lnTo>
                    <a:pt x="86366" y="880107"/>
                  </a:lnTo>
                  <a:lnTo>
                    <a:pt x="111222" y="916902"/>
                  </a:lnTo>
                  <a:lnTo>
                    <a:pt x="138763" y="951606"/>
                  </a:lnTo>
                  <a:lnTo>
                    <a:pt x="168839" y="984071"/>
                  </a:lnTo>
                  <a:lnTo>
                    <a:pt x="201304" y="1014148"/>
                  </a:lnTo>
                  <a:lnTo>
                    <a:pt x="236008" y="1041688"/>
                  </a:lnTo>
                  <a:lnTo>
                    <a:pt x="272803" y="1066544"/>
                  </a:lnTo>
                  <a:lnTo>
                    <a:pt x="311541" y="1088568"/>
                  </a:lnTo>
                  <a:lnTo>
                    <a:pt x="352073" y="1107610"/>
                  </a:lnTo>
                  <a:lnTo>
                    <a:pt x="394251" y="1123523"/>
                  </a:lnTo>
                  <a:lnTo>
                    <a:pt x="437926" y="1136157"/>
                  </a:lnTo>
                  <a:lnTo>
                    <a:pt x="482951" y="1145366"/>
                  </a:lnTo>
                  <a:lnTo>
                    <a:pt x="529177" y="1151000"/>
                  </a:lnTo>
                  <a:lnTo>
                    <a:pt x="576455" y="1152911"/>
                  </a:lnTo>
                  <a:lnTo>
                    <a:pt x="623733" y="1151000"/>
                  </a:lnTo>
                  <a:lnTo>
                    <a:pt x="669959" y="1145366"/>
                  </a:lnTo>
                  <a:lnTo>
                    <a:pt x="714984" y="1136157"/>
                  </a:lnTo>
                  <a:lnTo>
                    <a:pt x="758660" y="1123523"/>
                  </a:lnTo>
                  <a:lnTo>
                    <a:pt x="800838" y="1107610"/>
                  </a:lnTo>
                  <a:lnTo>
                    <a:pt x="841370" y="1088568"/>
                  </a:lnTo>
                  <a:lnTo>
                    <a:pt x="880107" y="1066544"/>
                  </a:lnTo>
                  <a:lnTo>
                    <a:pt x="916902" y="1041688"/>
                  </a:lnTo>
                  <a:lnTo>
                    <a:pt x="951606" y="1014148"/>
                  </a:lnTo>
                  <a:lnTo>
                    <a:pt x="984071" y="984071"/>
                  </a:lnTo>
                  <a:lnTo>
                    <a:pt x="1014148" y="951606"/>
                  </a:lnTo>
                  <a:lnTo>
                    <a:pt x="1041688" y="916902"/>
                  </a:lnTo>
                  <a:lnTo>
                    <a:pt x="1066544" y="880107"/>
                  </a:lnTo>
                  <a:lnTo>
                    <a:pt x="1088568" y="841370"/>
                  </a:lnTo>
                  <a:lnTo>
                    <a:pt x="1107610" y="800838"/>
                  </a:lnTo>
                  <a:lnTo>
                    <a:pt x="1123523" y="758660"/>
                  </a:lnTo>
                  <a:lnTo>
                    <a:pt x="1136157" y="714984"/>
                  </a:lnTo>
                  <a:lnTo>
                    <a:pt x="1145366" y="669959"/>
                  </a:lnTo>
                  <a:lnTo>
                    <a:pt x="1151000" y="623733"/>
                  </a:lnTo>
                  <a:lnTo>
                    <a:pt x="1152911" y="576455"/>
                  </a:lnTo>
                  <a:close/>
                </a:path>
                <a:path w="1153160" h="1153160">
                  <a:moveTo>
                    <a:pt x="864683" y="576455"/>
                  </a:moveTo>
                  <a:lnTo>
                    <a:pt x="860910" y="623207"/>
                  </a:lnTo>
                  <a:lnTo>
                    <a:pt x="849989" y="667557"/>
                  </a:lnTo>
                  <a:lnTo>
                    <a:pt x="832511" y="708912"/>
                  </a:lnTo>
                  <a:lnTo>
                    <a:pt x="809072" y="746679"/>
                  </a:lnTo>
                  <a:lnTo>
                    <a:pt x="780263" y="780263"/>
                  </a:lnTo>
                  <a:lnTo>
                    <a:pt x="746679" y="809072"/>
                  </a:lnTo>
                  <a:lnTo>
                    <a:pt x="708912" y="832511"/>
                  </a:lnTo>
                  <a:lnTo>
                    <a:pt x="667557" y="849989"/>
                  </a:lnTo>
                  <a:lnTo>
                    <a:pt x="623207" y="860910"/>
                  </a:lnTo>
                  <a:lnTo>
                    <a:pt x="576455" y="864683"/>
                  </a:lnTo>
                  <a:lnTo>
                    <a:pt x="529703" y="860910"/>
                  </a:lnTo>
                  <a:lnTo>
                    <a:pt x="485353" y="849989"/>
                  </a:lnTo>
                  <a:lnTo>
                    <a:pt x="443998" y="832511"/>
                  </a:lnTo>
                  <a:lnTo>
                    <a:pt x="406232" y="809072"/>
                  </a:lnTo>
                  <a:lnTo>
                    <a:pt x="372647" y="780263"/>
                  </a:lnTo>
                  <a:lnTo>
                    <a:pt x="343839" y="746679"/>
                  </a:lnTo>
                  <a:lnTo>
                    <a:pt x="320399" y="708912"/>
                  </a:lnTo>
                  <a:lnTo>
                    <a:pt x="302921" y="667557"/>
                  </a:lnTo>
                  <a:lnTo>
                    <a:pt x="292000" y="623207"/>
                  </a:lnTo>
                  <a:lnTo>
                    <a:pt x="288227" y="576455"/>
                  </a:lnTo>
                  <a:lnTo>
                    <a:pt x="292000" y="529703"/>
                  </a:lnTo>
                  <a:lnTo>
                    <a:pt x="302921" y="485353"/>
                  </a:lnTo>
                  <a:lnTo>
                    <a:pt x="320399" y="443998"/>
                  </a:lnTo>
                  <a:lnTo>
                    <a:pt x="343839" y="406231"/>
                  </a:lnTo>
                  <a:lnTo>
                    <a:pt x="372647" y="372647"/>
                  </a:lnTo>
                  <a:lnTo>
                    <a:pt x="406232" y="343838"/>
                  </a:lnTo>
                  <a:lnTo>
                    <a:pt x="443998" y="320399"/>
                  </a:lnTo>
                  <a:lnTo>
                    <a:pt x="485353" y="302921"/>
                  </a:lnTo>
                  <a:lnTo>
                    <a:pt x="529703" y="292000"/>
                  </a:lnTo>
                  <a:lnTo>
                    <a:pt x="576455" y="288227"/>
                  </a:lnTo>
                  <a:lnTo>
                    <a:pt x="623207" y="292000"/>
                  </a:lnTo>
                  <a:lnTo>
                    <a:pt x="667557" y="302921"/>
                  </a:lnTo>
                  <a:lnTo>
                    <a:pt x="708912" y="320399"/>
                  </a:lnTo>
                  <a:lnTo>
                    <a:pt x="746679" y="343838"/>
                  </a:lnTo>
                  <a:lnTo>
                    <a:pt x="780263" y="372647"/>
                  </a:lnTo>
                  <a:lnTo>
                    <a:pt x="809072" y="406231"/>
                  </a:lnTo>
                  <a:lnTo>
                    <a:pt x="832511" y="443998"/>
                  </a:lnTo>
                  <a:lnTo>
                    <a:pt x="849989" y="485353"/>
                  </a:lnTo>
                  <a:lnTo>
                    <a:pt x="860910" y="529703"/>
                  </a:lnTo>
                  <a:lnTo>
                    <a:pt x="864683" y="576455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22741" y="2096239"/>
              <a:ext cx="577215" cy="576580"/>
            </a:xfrm>
            <a:custGeom>
              <a:avLst/>
              <a:gdLst/>
              <a:ahLst/>
              <a:cxnLst/>
              <a:rect l="l" t="t" r="r" b="b"/>
              <a:pathLst>
                <a:path w="577214" h="576580">
                  <a:moveTo>
                    <a:pt x="576609" y="576455"/>
                  </a:moveTo>
                  <a:lnTo>
                    <a:pt x="288842" y="576455"/>
                  </a:lnTo>
                  <a:lnTo>
                    <a:pt x="285245" y="531014"/>
                  </a:lnTo>
                  <a:lnTo>
                    <a:pt x="274667" y="487101"/>
                  </a:lnTo>
                  <a:lnTo>
                    <a:pt x="257429" y="445493"/>
                  </a:lnTo>
                  <a:lnTo>
                    <a:pt x="233853" y="406966"/>
                  </a:lnTo>
                  <a:lnTo>
                    <a:pt x="204260" y="372294"/>
                  </a:lnTo>
                  <a:lnTo>
                    <a:pt x="169580" y="342711"/>
                  </a:lnTo>
                  <a:lnTo>
                    <a:pt x="131046" y="319145"/>
                  </a:lnTo>
                  <a:lnTo>
                    <a:pt x="89434" y="301918"/>
                  </a:lnTo>
                  <a:lnTo>
                    <a:pt x="45519" y="291352"/>
                  </a:lnTo>
                  <a:lnTo>
                    <a:pt x="76" y="287766"/>
                  </a:lnTo>
                  <a:lnTo>
                    <a:pt x="0" y="0"/>
                  </a:lnTo>
                  <a:lnTo>
                    <a:pt x="50695" y="2218"/>
                  </a:lnTo>
                  <a:lnTo>
                    <a:pt x="100661" y="8827"/>
                  </a:lnTo>
                  <a:lnTo>
                    <a:pt x="149633" y="19716"/>
                  </a:lnTo>
                  <a:lnTo>
                    <a:pt x="197346" y="34776"/>
                  </a:lnTo>
                  <a:lnTo>
                    <a:pt x="243533" y="53896"/>
                  </a:lnTo>
                  <a:lnTo>
                    <a:pt x="287929" y="76968"/>
                  </a:lnTo>
                  <a:lnTo>
                    <a:pt x="330269" y="103879"/>
                  </a:lnTo>
                  <a:lnTo>
                    <a:pt x="370286" y="134522"/>
                  </a:lnTo>
                  <a:lnTo>
                    <a:pt x="407715" y="168785"/>
                  </a:lnTo>
                  <a:lnTo>
                    <a:pt x="441988" y="206205"/>
                  </a:lnTo>
                  <a:lnTo>
                    <a:pt x="472641" y="246214"/>
                  </a:lnTo>
                  <a:lnTo>
                    <a:pt x="499564" y="288546"/>
                  </a:lnTo>
                  <a:lnTo>
                    <a:pt x="522647" y="332936"/>
                  </a:lnTo>
                  <a:lnTo>
                    <a:pt x="541780" y="379118"/>
                  </a:lnTo>
                  <a:lnTo>
                    <a:pt x="556853" y="426827"/>
                  </a:lnTo>
                  <a:lnTo>
                    <a:pt x="567755" y="475796"/>
                  </a:lnTo>
                  <a:lnTo>
                    <a:pt x="574377" y="525761"/>
                  </a:lnTo>
                  <a:lnTo>
                    <a:pt x="576609" y="576455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22741" y="2096239"/>
              <a:ext cx="577215" cy="576580"/>
            </a:xfrm>
            <a:custGeom>
              <a:avLst/>
              <a:gdLst/>
              <a:ahLst/>
              <a:cxnLst/>
              <a:rect l="l" t="t" r="r" b="b"/>
              <a:pathLst>
                <a:path w="577214" h="576580">
                  <a:moveTo>
                    <a:pt x="576609" y="576455"/>
                  </a:moveTo>
                  <a:lnTo>
                    <a:pt x="574377" y="525761"/>
                  </a:lnTo>
                  <a:lnTo>
                    <a:pt x="567755" y="475796"/>
                  </a:lnTo>
                  <a:lnTo>
                    <a:pt x="556853" y="426827"/>
                  </a:lnTo>
                  <a:lnTo>
                    <a:pt x="541780" y="379118"/>
                  </a:lnTo>
                  <a:lnTo>
                    <a:pt x="522647" y="332936"/>
                  </a:lnTo>
                  <a:lnTo>
                    <a:pt x="499564" y="288546"/>
                  </a:lnTo>
                  <a:lnTo>
                    <a:pt x="472641" y="246214"/>
                  </a:lnTo>
                  <a:lnTo>
                    <a:pt x="441988" y="206205"/>
                  </a:lnTo>
                  <a:lnTo>
                    <a:pt x="407715" y="168785"/>
                  </a:lnTo>
                  <a:lnTo>
                    <a:pt x="370286" y="134522"/>
                  </a:lnTo>
                  <a:lnTo>
                    <a:pt x="330269" y="103879"/>
                  </a:lnTo>
                  <a:lnTo>
                    <a:pt x="287929" y="76968"/>
                  </a:lnTo>
                  <a:lnTo>
                    <a:pt x="243533" y="53896"/>
                  </a:lnTo>
                  <a:lnTo>
                    <a:pt x="197346" y="34776"/>
                  </a:lnTo>
                  <a:lnTo>
                    <a:pt x="149633" y="19716"/>
                  </a:lnTo>
                  <a:lnTo>
                    <a:pt x="100661" y="8827"/>
                  </a:lnTo>
                  <a:lnTo>
                    <a:pt x="50695" y="2218"/>
                  </a:lnTo>
                  <a:lnTo>
                    <a:pt x="0" y="0"/>
                  </a:lnTo>
                  <a:lnTo>
                    <a:pt x="76" y="287766"/>
                  </a:lnTo>
                  <a:lnTo>
                    <a:pt x="45519" y="291352"/>
                  </a:lnTo>
                  <a:lnTo>
                    <a:pt x="89434" y="301918"/>
                  </a:lnTo>
                  <a:lnTo>
                    <a:pt x="131046" y="319145"/>
                  </a:lnTo>
                  <a:lnTo>
                    <a:pt x="169580" y="342711"/>
                  </a:lnTo>
                  <a:lnTo>
                    <a:pt x="204260" y="372294"/>
                  </a:lnTo>
                  <a:lnTo>
                    <a:pt x="233853" y="406966"/>
                  </a:lnTo>
                  <a:lnTo>
                    <a:pt x="257429" y="445493"/>
                  </a:lnTo>
                  <a:lnTo>
                    <a:pt x="274667" y="487101"/>
                  </a:lnTo>
                  <a:lnTo>
                    <a:pt x="285245" y="531014"/>
                  </a:lnTo>
                  <a:lnTo>
                    <a:pt x="288842" y="576455"/>
                  </a:lnTo>
                  <a:lnTo>
                    <a:pt x="576609" y="576455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3981286" y="2081949"/>
            <a:ext cx="1181735" cy="1181735"/>
            <a:chOff x="3981286" y="2081949"/>
            <a:chExt cx="1181735" cy="1181735"/>
          </a:xfrm>
        </p:grpSpPr>
        <p:sp>
          <p:nvSpPr>
            <p:cNvPr id="29" name="object 29"/>
            <p:cNvSpPr/>
            <p:nvPr/>
          </p:nvSpPr>
          <p:spPr>
            <a:xfrm>
              <a:off x="3995573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576455" y="1152911"/>
                  </a:moveTo>
                  <a:lnTo>
                    <a:pt x="529177" y="1151000"/>
                  </a:lnTo>
                  <a:lnTo>
                    <a:pt x="482951" y="1145366"/>
                  </a:lnTo>
                  <a:lnTo>
                    <a:pt x="437926" y="1136157"/>
                  </a:lnTo>
                  <a:lnTo>
                    <a:pt x="394251" y="1123523"/>
                  </a:lnTo>
                  <a:lnTo>
                    <a:pt x="352073" y="1107610"/>
                  </a:lnTo>
                  <a:lnTo>
                    <a:pt x="311541" y="1088568"/>
                  </a:lnTo>
                  <a:lnTo>
                    <a:pt x="272803" y="1066544"/>
                  </a:lnTo>
                  <a:lnTo>
                    <a:pt x="236008" y="1041688"/>
                  </a:lnTo>
                  <a:lnTo>
                    <a:pt x="201304" y="1014148"/>
                  </a:lnTo>
                  <a:lnTo>
                    <a:pt x="168839" y="984071"/>
                  </a:lnTo>
                  <a:lnTo>
                    <a:pt x="138763" y="951606"/>
                  </a:lnTo>
                  <a:lnTo>
                    <a:pt x="111222" y="916902"/>
                  </a:lnTo>
                  <a:lnTo>
                    <a:pt x="86366" y="880107"/>
                  </a:lnTo>
                  <a:lnTo>
                    <a:pt x="64342" y="841370"/>
                  </a:lnTo>
                  <a:lnTo>
                    <a:pt x="45300" y="800838"/>
                  </a:lnTo>
                  <a:lnTo>
                    <a:pt x="29388" y="758660"/>
                  </a:lnTo>
                  <a:lnTo>
                    <a:pt x="16753" y="714984"/>
                  </a:lnTo>
                  <a:lnTo>
                    <a:pt x="7544" y="669959"/>
                  </a:lnTo>
                  <a:lnTo>
                    <a:pt x="1910" y="623733"/>
                  </a:lnTo>
                  <a:lnTo>
                    <a:pt x="0" y="576455"/>
                  </a:lnTo>
                  <a:lnTo>
                    <a:pt x="2231" y="525769"/>
                  </a:lnTo>
                  <a:lnTo>
                    <a:pt x="8850" y="475813"/>
                  </a:lnTo>
                  <a:lnTo>
                    <a:pt x="19749" y="426851"/>
                  </a:lnTo>
                  <a:lnTo>
                    <a:pt x="34817" y="379150"/>
                  </a:lnTo>
                  <a:lnTo>
                    <a:pt x="53943" y="332975"/>
                  </a:lnTo>
                  <a:lnTo>
                    <a:pt x="77019" y="288590"/>
                  </a:lnTo>
                  <a:lnTo>
                    <a:pt x="103933" y="246263"/>
                  </a:lnTo>
                  <a:lnTo>
                    <a:pt x="134577" y="206257"/>
                  </a:lnTo>
                  <a:lnTo>
                    <a:pt x="168839" y="168839"/>
                  </a:lnTo>
                  <a:lnTo>
                    <a:pt x="206257" y="134577"/>
                  </a:lnTo>
                  <a:lnTo>
                    <a:pt x="246263" y="103933"/>
                  </a:lnTo>
                  <a:lnTo>
                    <a:pt x="288590" y="77019"/>
                  </a:lnTo>
                  <a:lnTo>
                    <a:pt x="332975" y="53943"/>
                  </a:lnTo>
                  <a:lnTo>
                    <a:pt x="379150" y="34817"/>
                  </a:lnTo>
                  <a:lnTo>
                    <a:pt x="426851" y="19749"/>
                  </a:lnTo>
                  <a:lnTo>
                    <a:pt x="475813" y="8850"/>
                  </a:lnTo>
                  <a:lnTo>
                    <a:pt x="525769" y="2231"/>
                  </a:lnTo>
                  <a:lnTo>
                    <a:pt x="576455" y="0"/>
                  </a:lnTo>
                  <a:lnTo>
                    <a:pt x="623733" y="1910"/>
                  </a:lnTo>
                  <a:lnTo>
                    <a:pt x="669959" y="7544"/>
                  </a:lnTo>
                  <a:lnTo>
                    <a:pt x="714984" y="16753"/>
                  </a:lnTo>
                  <a:lnTo>
                    <a:pt x="758660" y="29388"/>
                  </a:lnTo>
                  <a:lnTo>
                    <a:pt x="800838" y="45300"/>
                  </a:lnTo>
                  <a:lnTo>
                    <a:pt x="841370" y="64342"/>
                  </a:lnTo>
                  <a:lnTo>
                    <a:pt x="880107" y="86366"/>
                  </a:lnTo>
                  <a:lnTo>
                    <a:pt x="916902" y="111222"/>
                  </a:lnTo>
                  <a:lnTo>
                    <a:pt x="951606" y="138763"/>
                  </a:lnTo>
                  <a:lnTo>
                    <a:pt x="984071" y="168839"/>
                  </a:lnTo>
                  <a:lnTo>
                    <a:pt x="1014148" y="201304"/>
                  </a:lnTo>
                  <a:lnTo>
                    <a:pt x="1041688" y="236008"/>
                  </a:lnTo>
                  <a:lnTo>
                    <a:pt x="1066544" y="272803"/>
                  </a:lnTo>
                  <a:lnTo>
                    <a:pt x="1075314" y="288227"/>
                  </a:lnTo>
                  <a:lnTo>
                    <a:pt x="576455" y="288227"/>
                  </a:lnTo>
                  <a:lnTo>
                    <a:pt x="529703" y="292000"/>
                  </a:lnTo>
                  <a:lnTo>
                    <a:pt x="485353" y="302921"/>
                  </a:lnTo>
                  <a:lnTo>
                    <a:pt x="443998" y="320399"/>
                  </a:lnTo>
                  <a:lnTo>
                    <a:pt x="406232" y="343838"/>
                  </a:lnTo>
                  <a:lnTo>
                    <a:pt x="372647" y="372647"/>
                  </a:lnTo>
                  <a:lnTo>
                    <a:pt x="343839" y="406231"/>
                  </a:lnTo>
                  <a:lnTo>
                    <a:pt x="320399" y="443998"/>
                  </a:lnTo>
                  <a:lnTo>
                    <a:pt x="302921" y="485353"/>
                  </a:lnTo>
                  <a:lnTo>
                    <a:pt x="292000" y="529703"/>
                  </a:lnTo>
                  <a:lnTo>
                    <a:pt x="288227" y="576455"/>
                  </a:lnTo>
                  <a:lnTo>
                    <a:pt x="292000" y="623207"/>
                  </a:lnTo>
                  <a:lnTo>
                    <a:pt x="302921" y="667557"/>
                  </a:lnTo>
                  <a:lnTo>
                    <a:pt x="320399" y="708912"/>
                  </a:lnTo>
                  <a:lnTo>
                    <a:pt x="343839" y="746679"/>
                  </a:lnTo>
                  <a:lnTo>
                    <a:pt x="372647" y="780263"/>
                  </a:lnTo>
                  <a:lnTo>
                    <a:pt x="406232" y="809072"/>
                  </a:lnTo>
                  <a:lnTo>
                    <a:pt x="443998" y="832511"/>
                  </a:lnTo>
                  <a:lnTo>
                    <a:pt x="485353" y="849989"/>
                  </a:lnTo>
                  <a:lnTo>
                    <a:pt x="529703" y="860910"/>
                  </a:lnTo>
                  <a:lnTo>
                    <a:pt x="576455" y="864683"/>
                  </a:lnTo>
                  <a:lnTo>
                    <a:pt x="1075314" y="864683"/>
                  </a:lnTo>
                  <a:lnTo>
                    <a:pt x="1066544" y="880107"/>
                  </a:lnTo>
                  <a:lnTo>
                    <a:pt x="1041688" y="916902"/>
                  </a:lnTo>
                  <a:lnTo>
                    <a:pt x="1014148" y="951606"/>
                  </a:lnTo>
                  <a:lnTo>
                    <a:pt x="984071" y="984071"/>
                  </a:lnTo>
                  <a:lnTo>
                    <a:pt x="951606" y="1014148"/>
                  </a:lnTo>
                  <a:lnTo>
                    <a:pt x="916902" y="1041688"/>
                  </a:lnTo>
                  <a:lnTo>
                    <a:pt x="880107" y="1066544"/>
                  </a:lnTo>
                  <a:lnTo>
                    <a:pt x="841370" y="1088568"/>
                  </a:lnTo>
                  <a:lnTo>
                    <a:pt x="800838" y="1107610"/>
                  </a:lnTo>
                  <a:lnTo>
                    <a:pt x="758660" y="1123523"/>
                  </a:lnTo>
                  <a:lnTo>
                    <a:pt x="714984" y="1136157"/>
                  </a:lnTo>
                  <a:lnTo>
                    <a:pt x="669959" y="1145366"/>
                  </a:lnTo>
                  <a:lnTo>
                    <a:pt x="623733" y="1151000"/>
                  </a:lnTo>
                  <a:lnTo>
                    <a:pt x="576455" y="1152911"/>
                  </a:lnTo>
                  <a:close/>
                </a:path>
                <a:path w="1153160" h="1153160">
                  <a:moveTo>
                    <a:pt x="1075314" y="864683"/>
                  </a:moveTo>
                  <a:lnTo>
                    <a:pt x="576455" y="864683"/>
                  </a:lnTo>
                  <a:lnTo>
                    <a:pt x="623207" y="860910"/>
                  </a:lnTo>
                  <a:lnTo>
                    <a:pt x="667557" y="849989"/>
                  </a:lnTo>
                  <a:lnTo>
                    <a:pt x="708912" y="832511"/>
                  </a:lnTo>
                  <a:lnTo>
                    <a:pt x="746679" y="809072"/>
                  </a:lnTo>
                  <a:lnTo>
                    <a:pt x="780263" y="780263"/>
                  </a:lnTo>
                  <a:lnTo>
                    <a:pt x="809072" y="746679"/>
                  </a:lnTo>
                  <a:lnTo>
                    <a:pt x="832512" y="708912"/>
                  </a:lnTo>
                  <a:lnTo>
                    <a:pt x="849989" y="667557"/>
                  </a:lnTo>
                  <a:lnTo>
                    <a:pt x="860911" y="623207"/>
                  </a:lnTo>
                  <a:lnTo>
                    <a:pt x="864683" y="576455"/>
                  </a:lnTo>
                  <a:lnTo>
                    <a:pt x="860911" y="529703"/>
                  </a:lnTo>
                  <a:lnTo>
                    <a:pt x="849989" y="485353"/>
                  </a:lnTo>
                  <a:lnTo>
                    <a:pt x="832512" y="443998"/>
                  </a:lnTo>
                  <a:lnTo>
                    <a:pt x="809072" y="406231"/>
                  </a:lnTo>
                  <a:lnTo>
                    <a:pt x="780263" y="372647"/>
                  </a:lnTo>
                  <a:lnTo>
                    <a:pt x="746679" y="343838"/>
                  </a:lnTo>
                  <a:lnTo>
                    <a:pt x="708912" y="320399"/>
                  </a:lnTo>
                  <a:lnTo>
                    <a:pt x="667557" y="302921"/>
                  </a:lnTo>
                  <a:lnTo>
                    <a:pt x="623207" y="292000"/>
                  </a:lnTo>
                  <a:lnTo>
                    <a:pt x="576455" y="288227"/>
                  </a:lnTo>
                  <a:lnTo>
                    <a:pt x="1075314" y="288227"/>
                  </a:lnTo>
                  <a:lnTo>
                    <a:pt x="1107610" y="352073"/>
                  </a:lnTo>
                  <a:lnTo>
                    <a:pt x="1123523" y="394251"/>
                  </a:lnTo>
                  <a:lnTo>
                    <a:pt x="1136157" y="437926"/>
                  </a:lnTo>
                  <a:lnTo>
                    <a:pt x="1145366" y="482951"/>
                  </a:lnTo>
                  <a:lnTo>
                    <a:pt x="1151000" y="529177"/>
                  </a:lnTo>
                  <a:lnTo>
                    <a:pt x="1152911" y="576455"/>
                  </a:lnTo>
                  <a:lnTo>
                    <a:pt x="1151021" y="623207"/>
                  </a:lnTo>
                  <a:lnTo>
                    <a:pt x="1151000" y="623733"/>
                  </a:lnTo>
                  <a:lnTo>
                    <a:pt x="1145366" y="669959"/>
                  </a:lnTo>
                  <a:lnTo>
                    <a:pt x="1136157" y="714984"/>
                  </a:lnTo>
                  <a:lnTo>
                    <a:pt x="1123523" y="758660"/>
                  </a:lnTo>
                  <a:lnTo>
                    <a:pt x="1107610" y="800838"/>
                  </a:lnTo>
                  <a:lnTo>
                    <a:pt x="1088568" y="841370"/>
                  </a:lnTo>
                  <a:lnTo>
                    <a:pt x="1075314" y="864683"/>
                  </a:lnTo>
                  <a:close/>
                </a:path>
              </a:pathLst>
            </a:custGeom>
            <a:solidFill>
              <a:srgbClr val="E3EE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95573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1152911" y="576455"/>
                  </a:moveTo>
                  <a:lnTo>
                    <a:pt x="1151000" y="529177"/>
                  </a:lnTo>
                  <a:lnTo>
                    <a:pt x="1145366" y="482951"/>
                  </a:lnTo>
                  <a:lnTo>
                    <a:pt x="1136157" y="437926"/>
                  </a:lnTo>
                  <a:lnTo>
                    <a:pt x="1123523" y="394251"/>
                  </a:lnTo>
                  <a:lnTo>
                    <a:pt x="1107610" y="352073"/>
                  </a:lnTo>
                  <a:lnTo>
                    <a:pt x="1088568" y="311541"/>
                  </a:lnTo>
                  <a:lnTo>
                    <a:pt x="1066544" y="272803"/>
                  </a:lnTo>
                  <a:lnTo>
                    <a:pt x="1041688" y="236008"/>
                  </a:lnTo>
                  <a:lnTo>
                    <a:pt x="1014148" y="201304"/>
                  </a:lnTo>
                  <a:lnTo>
                    <a:pt x="984071" y="168839"/>
                  </a:lnTo>
                  <a:lnTo>
                    <a:pt x="951606" y="138763"/>
                  </a:lnTo>
                  <a:lnTo>
                    <a:pt x="916902" y="111222"/>
                  </a:lnTo>
                  <a:lnTo>
                    <a:pt x="880107" y="86366"/>
                  </a:lnTo>
                  <a:lnTo>
                    <a:pt x="841370" y="64342"/>
                  </a:lnTo>
                  <a:lnTo>
                    <a:pt x="800838" y="45300"/>
                  </a:lnTo>
                  <a:lnTo>
                    <a:pt x="758660" y="29388"/>
                  </a:lnTo>
                  <a:lnTo>
                    <a:pt x="714984" y="16753"/>
                  </a:lnTo>
                  <a:lnTo>
                    <a:pt x="669959" y="7544"/>
                  </a:lnTo>
                  <a:lnTo>
                    <a:pt x="623733" y="1910"/>
                  </a:lnTo>
                  <a:lnTo>
                    <a:pt x="576455" y="0"/>
                  </a:lnTo>
                  <a:lnTo>
                    <a:pt x="525769" y="2231"/>
                  </a:lnTo>
                  <a:lnTo>
                    <a:pt x="475813" y="8850"/>
                  </a:lnTo>
                  <a:lnTo>
                    <a:pt x="426851" y="19749"/>
                  </a:lnTo>
                  <a:lnTo>
                    <a:pt x="379150" y="34817"/>
                  </a:lnTo>
                  <a:lnTo>
                    <a:pt x="332975" y="53943"/>
                  </a:lnTo>
                  <a:lnTo>
                    <a:pt x="288590" y="77019"/>
                  </a:lnTo>
                  <a:lnTo>
                    <a:pt x="246263" y="103933"/>
                  </a:lnTo>
                  <a:lnTo>
                    <a:pt x="206257" y="134577"/>
                  </a:lnTo>
                  <a:lnTo>
                    <a:pt x="168839" y="168839"/>
                  </a:lnTo>
                  <a:lnTo>
                    <a:pt x="134577" y="206257"/>
                  </a:lnTo>
                  <a:lnTo>
                    <a:pt x="103933" y="246263"/>
                  </a:lnTo>
                  <a:lnTo>
                    <a:pt x="77019" y="288590"/>
                  </a:lnTo>
                  <a:lnTo>
                    <a:pt x="53943" y="332975"/>
                  </a:lnTo>
                  <a:lnTo>
                    <a:pt x="34817" y="379150"/>
                  </a:lnTo>
                  <a:lnTo>
                    <a:pt x="19749" y="426851"/>
                  </a:lnTo>
                  <a:lnTo>
                    <a:pt x="8850" y="475813"/>
                  </a:lnTo>
                  <a:lnTo>
                    <a:pt x="2231" y="525769"/>
                  </a:lnTo>
                  <a:lnTo>
                    <a:pt x="0" y="576455"/>
                  </a:lnTo>
                  <a:lnTo>
                    <a:pt x="1910" y="623733"/>
                  </a:lnTo>
                  <a:lnTo>
                    <a:pt x="7544" y="669959"/>
                  </a:lnTo>
                  <a:lnTo>
                    <a:pt x="16753" y="714984"/>
                  </a:lnTo>
                  <a:lnTo>
                    <a:pt x="29388" y="758660"/>
                  </a:lnTo>
                  <a:lnTo>
                    <a:pt x="45300" y="800838"/>
                  </a:lnTo>
                  <a:lnTo>
                    <a:pt x="64342" y="841370"/>
                  </a:lnTo>
                  <a:lnTo>
                    <a:pt x="86366" y="880107"/>
                  </a:lnTo>
                  <a:lnTo>
                    <a:pt x="111222" y="916902"/>
                  </a:lnTo>
                  <a:lnTo>
                    <a:pt x="138763" y="951606"/>
                  </a:lnTo>
                  <a:lnTo>
                    <a:pt x="168839" y="984071"/>
                  </a:lnTo>
                  <a:lnTo>
                    <a:pt x="201304" y="1014148"/>
                  </a:lnTo>
                  <a:lnTo>
                    <a:pt x="236008" y="1041688"/>
                  </a:lnTo>
                  <a:lnTo>
                    <a:pt x="272803" y="1066544"/>
                  </a:lnTo>
                  <a:lnTo>
                    <a:pt x="311541" y="1088568"/>
                  </a:lnTo>
                  <a:lnTo>
                    <a:pt x="352073" y="1107610"/>
                  </a:lnTo>
                  <a:lnTo>
                    <a:pt x="394251" y="1123523"/>
                  </a:lnTo>
                  <a:lnTo>
                    <a:pt x="437926" y="1136157"/>
                  </a:lnTo>
                  <a:lnTo>
                    <a:pt x="482951" y="1145366"/>
                  </a:lnTo>
                  <a:lnTo>
                    <a:pt x="529177" y="1151000"/>
                  </a:lnTo>
                  <a:lnTo>
                    <a:pt x="576455" y="1152911"/>
                  </a:lnTo>
                  <a:lnTo>
                    <a:pt x="623733" y="1151000"/>
                  </a:lnTo>
                  <a:lnTo>
                    <a:pt x="669959" y="1145366"/>
                  </a:lnTo>
                  <a:lnTo>
                    <a:pt x="714984" y="1136157"/>
                  </a:lnTo>
                  <a:lnTo>
                    <a:pt x="758660" y="1123523"/>
                  </a:lnTo>
                  <a:lnTo>
                    <a:pt x="800838" y="1107610"/>
                  </a:lnTo>
                  <a:lnTo>
                    <a:pt x="841370" y="1088568"/>
                  </a:lnTo>
                  <a:lnTo>
                    <a:pt x="880107" y="1066544"/>
                  </a:lnTo>
                  <a:lnTo>
                    <a:pt x="916902" y="1041688"/>
                  </a:lnTo>
                  <a:lnTo>
                    <a:pt x="951606" y="1014148"/>
                  </a:lnTo>
                  <a:lnTo>
                    <a:pt x="984071" y="984071"/>
                  </a:lnTo>
                  <a:lnTo>
                    <a:pt x="1014148" y="951606"/>
                  </a:lnTo>
                  <a:lnTo>
                    <a:pt x="1041688" y="916902"/>
                  </a:lnTo>
                  <a:lnTo>
                    <a:pt x="1066544" y="880107"/>
                  </a:lnTo>
                  <a:lnTo>
                    <a:pt x="1088568" y="841370"/>
                  </a:lnTo>
                  <a:lnTo>
                    <a:pt x="1107610" y="800838"/>
                  </a:lnTo>
                  <a:lnTo>
                    <a:pt x="1123523" y="758660"/>
                  </a:lnTo>
                  <a:lnTo>
                    <a:pt x="1136157" y="714984"/>
                  </a:lnTo>
                  <a:lnTo>
                    <a:pt x="1145366" y="669959"/>
                  </a:lnTo>
                  <a:lnTo>
                    <a:pt x="1151000" y="623733"/>
                  </a:lnTo>
                  <a:lnTo>
                    <a:pt x="1152911" y="576455"/>
                  </a:lnTo>
                  <a:close/>
                </a:path>
                <a:path w="1153160" h="1153160">
                  <a:moveTo>
                    <a:pt x="864683" y="576455"/>
                  </a:moveTo>
                  <a:lnTo>
                    <a:pt x="860911" y="623207"/>
                  </a:lnTo>
                  <a:lnTo>
                    <a:pt x="849989" y="667557"/>
                  </a:lnTo>
                  <a:lnTo>
                    <a:pt x="832512" y="708912"/>
                  </a:lnTo>
                  <a:lnTo>
                    <a:pt x="809072" y="746679"/>
                  </a:lnTo>
                  <a:lnTo>
                    <a:pt x="780263" y="780263"/>
                  </a:lnTo>
                  <a:lnTo>
                    <a:pt x="746679" y="809072"/>
                  </a:lnTo>
                  <a:lnTo>
                    <a:pt x="708912" y="832511"/>
                  </a:lnTo>
                  <a:lnTo>
                    <a:pt x="667557" y="849989"/>
                  </a:lnTo>
                  <a:lnTo>
                    <a:pt x="623207" y="860910"/>
                  </a:lnTo>
                  <a:lnTo>
                    <a:pt x="576455" y="864683"/>
                  </a:lnTo>
                  <a:lnTo>
                    <a:pt x="529703" y="860910"/>
                  </a:lnTo>
                  <a:lnTo>
                    <a:pt x="485353" y="849989"/>
                  </a:lnTo>
                  <a:lnTo>
                    <a:pt x="443998" y="832511"/>
                  </a:lnTo>
                  <a:lnTo>
                    <a:pt x="406232" y="809072"/>
                  </a:lnTo>
                  <a:lnTo>
                    <a:pt x="372647" y="780263"/>
                  </a:lnTo>
                  <a:lnTo>
                    <a:pt x="343839" y="746679"/>
                  </a:lnTo>
                  <a:lnTo>
                    <a:pt x="320399" y="708912"/>
                  </a:lnTo>
                  <a:lnTo>
                    <a:pt x="302921" y="667557"/>
                  </a:lnTo>
                  <a:lnTo>
                    <a:pt x="292000" y="623207"/>
                  </a:lnTo>
                  <a:lnTo>
                    <a:pt x="288227" y="576455"/>
                  </a:lnTo>
                  <a:lnTo>
                    <a:pt x="292000" y="529703"/>
                  </a:lnTo>
                  <a:lnTo>
                    <a:pt x="302921" y="485353"/>
                  </a:lnTo>
                  <a:lnTo>
                    <a:pt x="320399" y="443998"/>
                  </a:lnTo>
                  <a:lnTo>
                    <a:pt x="343839" y="406231"/>
                  </a:lnTo>
                  <a:lnTo>
                    <a:pt x="372647" y="372647"/>
                  </a:lnTo>
                  <a:lnTo>
                    <a:pt x="406232" y="343838"/>
                  </a:lnTo>
                  <a:lnTo>
                    <a:pt x="443998" y="320399"/>
                  </a:lnTo>
                  <a:lnTo>
                    <a:pt x="485353" y="302921"/>
                  </a:lnTo>
                  <a:lnTo>
                    <a:pt x="529703" y="292000"/>
                  </a:lnTo>
                  <a:lnTo>
                    <a:pt x="576455" y="288227"/>
                  </a:lnTo>
                  <a:lnTo>
                    <a:pt x="623207" y="292000"/>
                  </a:lnTo>
                  <a:lnTo>
                    <a:pt x="667557" y="302921"/>
                  </a:lnTo>
                  <a:lnTo>
                    <a:pt x="708912" y="320399"/>
                  </a:lnTo>
                  <a:lnTo>
                    <a:pt x="746679" y="343838"/>
                  </a:lnTo>
                  <a:lnTo>
                    <a:pt x="780263" y="372647"/>
                  </a:lnTo>
                  <a:lnTo>
                    <a:pt x="809072" y="406231"/>
                  </a:lnTo>
                  <a:lnTo>
                    <a:pt x="832512" y="443998"/>
                  </a:lnTo>
                  <a:lnTo>
                    <a:pt x="849989" y="485353"/>
                  </a:lnTo>
                  <a:lnTo>
                    <a:pt x="860911" y="529703"/>
                  </a:lnTo>
                  <a:lnTo>
                    <a:pt x="864683" y="576455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71866" y="2096239"/>
              <a:ext cx="577215" cy="1153160"/>
            </a:xfrm>
            <a:custGeom>
              <a:avLst/>
              <a:gdLst/>
              <a:ahLst/>
              <a:cxnLst/>
              <a:rect l="l" t="t" r="r" b="b"/>
              <a:pathLst>
                <a:path w="577214" h="1153160">
                  <a:moveTo>
                    <a:pt x="286" y="1152911"/>
                  </a:moveTo>
                  <a:lnTo>
                    <a:pt x="220" y="865144"/>
                  </a:lnTo>
                  <a:lnTo>
                    <a:pt x="50970" y="860643"/>
                  </a:lnTo>
                  <a:lnTo>
                    <a:pt x="99414" y="847547"/>
                  </a:lnTo>
                  <a:lnTo>
                    <a:pt x="144557" y="826433"/>
                  </a:lnTo>
                  <a:lnTo>
                    <a:pt x="185400" y="797876"/>
                  </a:lnTo>
                  <a:lnTo>
                    <a:pt x="220947" y="762453"/>
                  </a:lnTo>
                  <a:lnTo>
                    <a:pt x="250200" y="720739"/>
                  </a:lnTo>
                  <a:lnTo>
                    <a:pt x="271677" y="674538"/>
                  </a:lnTo>
                  <a:lnTo>
                    <a:pt x="284557" y="626035"/>
                  </a:lnTo>
                  <a:lnTo>
                    <a:pt x="288842" y="576383"/>
                  </a:lnTo>
                  <a:lnTo>
                    <a:pt x="284533" y="526734"/>
                  </a:lnTo>
                  <a:lnTo>
                    <a:pt x="271628" y="478238"/>
                  </a:lnTo>
                  <a:lnTo>
                    <a:pt x="250129" y="432047"/>
                  </a:lnTo>
                  <a:lnTo>
                    <a:pt x="220855" y="390348"/>
                  </a:lnTo>
                  <a:lnTo>
                    <a:pt x="185290" y="354942"/>
                  </a:lnTo>
                  <a:lnTo>
                    <a:pt x="144433" y="326406"/>
                  </a:lnTo>
                  <a:lnTo>
                    <a:pt x="99280" y="305314"/>
                  </a:lnTo>
                  <a:lnTo>
                    <a:pt x="50828" y="292242"/>
                  </a:lnTo>
                  <a:lnTo>
                    <a:pt x="76" y="287766"/>
                  </a:lnTo>
                  <a:lnTo>
                    <a:pt x="0" y="0"/>
                  </a:lnTo>
                  <a:lnTo>
                    <a:pt x="51120" y="2251"/>
                  </a:lnTo>
                  <a:lnTo>
                    <a:pt x="101341" y="8937"/>
                  </a:lnTo>
                  <a:lnTo>
                    <a:pt x="150414" y="19914"/>
                  </a:lnTo>
                  <a:lnTo>
                    <a:pt x="198089" y="35039"/>
                  </a:lnTo>
                  <a:lnTo>
                    <a:pt x="244118" y="54167"/>
                  </a:lnTo>
                  <a:lnTo>
                    <a:pt x="288251" y="77155"/>
                  </a:lnTo>
                  <a:lnTo>
                    <a:pt x="330240" y="103859"/>
                  </a:lnTo>
                  <a:lnTo>
                    <a:pt x="369836" y="134137"/>
                  </a:lnTo>
                  <a:lnTo>
                    <a:pt x="406789" y="167843"/>
                  </a:lnTo>
                  <a:lnTo>
                    <a:pt x="440851" y="204835"/>
                  </a:lnTo>
                  <a:lnTo>
                    <a:pt x="471773" y="244968"/>
                  </a:lnTo>
                  <a:lnTo>
                    <a:pt x="499305" y="288100"/>
                  </a:lnTo>
                  <a:lnTo>
                    <a:pt x="522915" y="333498"/>
                  </a:lnTo>
                  <a:lnTo>
                    <a:pt x="542235" y="380334"/>
                  </a:lnTo>
                  <a:lnTo>
                    <a:pt x="557264" y="428321"/>
                  </a:lnTo>
                  <a:lnTo>
                    <a:pt x="568003" y="477171"/>
                  </a:lnTo>
                  <a:lnTo>
                    <a:pt x="574451" y="526597"/>
                  </a:lnTo>
                  <a:lnTo>
                    <a:pt x="576609" y="576312"/>
                  </a:lnTo>
                  <a:lnTo>
                    <a:pt x="574476" y="626028"/>
                  </a:lnTo>
                  <a:lnTo>
                    <a:pt x="568052" y="675457"/>
                  </a:lnTo>
                  <a:lnTo>
                    <a:pt x="557338" y="724312"/>
                  </a:lnTo>
                  <a:lnTo>
                    <a:pt x="542332" y="772307"/>
                  </a:lnTo>
                  <a:lnTo>
                    <a:pt x="523036" y="819152"/>
                  </a:lnTo>
                  <a:lnTo>
                    <a:pt x="499448" y="864562"/>
                  </a:lnTo>
                  <a:lnTo>
                    <a:pt x="471937" y="907707"/>
                  </a:lnTo>
                  <a:lnTo>
                    <a:pt x="441035" y="947857"/>
                  </a:lnTo>
                  <a:lnTo>
                    <a:pt x="406992" y="984865"/>
                  </a:lnTo>
                  <a:lnTo>
                    <a:pt x="370055" y="1018590"/>
                  </a:lnTo>
                  <a:lnTo>
                    <a:pt x="330475" y="1048887"/>
                  </a:lnTo>
                  <a:lnTo>
                    <a:pt x="288499" y="1075612"/>
                  </a:lnTo>
                  <a:lnTo>
                    <a:pt x="244377" y="1098623"/>
                  </a:lnTo>
                  <a:lnTo>
                    <a:pt x="198358" y="1117773"/>
                  </a:lnTo>
                  <a:lnTo>
                    <a:pt x="150690" y="1132922"/>
                  </a:lnTo>
                  <a:lnTo>
                    <a:pt x="101623" y="1143923"/>
                  </a:lnTo>
                  <a:lnTo>
                    <a:pt x="51405" y="1150634"/>
                  </a:lnTo>
                  <a:lnTo>
                    <a:pt x="286" y="1152911"/>
                  </a:lnTo>
                  <a:close/>
                </a:path>
              </a:pathLst>
            </a:custGeom>
            <a:solidFill>
              <a:srgbClr val="24A3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71866" y="2096239"/>
              <a:ext cx="577215" cy="1153160"/>
            </a:xfrm>
            <a:custGeom>
              <a:avLst/>
              <a:gdLst/>
              <a:ahLst/>
              <a:cxnLst/>
              <a:rect l="l" t="t" r="r" b="b"/>
              <a:pathLst>
                <a:path w="577214" h="1153160">
                  <a:moveTo>
                    <a:pt x="286" y="1152911"/>
                  </a:moveTo>
                  <a:lnTo>
                    <a:pt x="51405" y="1150634"/>
                  </a:lnTo>
                  <a:lnTo>
                    <a:pt x="101623" y="1143923"/>
                  </a:lnTo>
                  <a:lnTo>
                    <a:pt x="150690" y="1132922"/>
                  </a:lnTo>
                  <a:lnTo>
                    <a:pt x="198358" y="1117773"/>
                  </a:lnTo>
                  <a:lnTo>
                    <a:pt x="244377" y="1098623"/>
                  </a:lnTo>
                  <a:lnTo>
                    <a:pt x="288499" y="1075612"/>
                  </a:lnTo>
                  <a:lnTo>
                    <a:pt x="330475" y="1048887"/>
                  </a:lnTo>
                  <a:lnTo>
                    <a:pt x="370055" y="1018590"/>
                  </a:lnTo>
                  <a:lnTo>
                    <a:pt x="406992" y="984865"/>
                  </a:lnTo>
                  <a:lnTo>
                    <a:pt x="441035" y="947857"/>
                  </a:lnTo>
                  <a:lnTo>
                    <a:pt x="471937" y="907707"/>
                  </a:lnTo>
                  <a:lnTo>
                    <a:pt x="499448" y="864562"/>
                  </a:lnTo>
                  <a:lnTo>
                    <a:pt x="523036" y="819152"/>
                  </a:lnTo>
                  <a:lnTo>
                    <a:pt x="542332" y="772307"/>
                  </a:lnTo>
                  <a:lnTo>
                    <a:pt x="557338" y="724312"/>
                  </a:lnTo>
                  <a:lnTo>
                    <a:pt x="568052" y="675457"/>
                  </a:lnTo>
                  <a:lnTo>
                    <a:pt x="574476" y="626028"/>
                  </a:lnTo>
                  <a:lnTo>
                    <a:pt x="576609" y="576312"/>
                  </a:lnTo>
                  <a:lnTo>
                    <a:pt x="574451" y="526597"/>
                  </a:lnTo>
                  <a:lnTo>
                    <a:pt x="568003" y="477171"/>
                  </a:lnTo>
                  <a:lnTo>
                    <a:pt x="557264" y="428321"/>
                  </a:lnTo>
                  <a:lnTo>
                    <a:pt x="542235" y="380334"/>
                  </a:lnTo>
                  <a:lnTo>
                    <a:pt x="522915" y="333498"/>
                  </a:lnTo>
                  <a:lnTo>
                    <a:pt x="499305" y="288100"/>
                  </a:lnTo>
                  <a:lnTo>
                    <a:pt x="471773" y="244968"/>
                  </a:lnTo>
                  <a:lnTo>
                    <a:pt x="440851" y="204835"/>
                  </a:lnTo>
                  <a:lnTo>
                    <a:pt x="406789" y="167843"/>
                  </a:lnTo>
                  <a:lnTo>
                    <a:pt x="369836" y="134137"/>
                  </a:lnTo>
                  <a:lnTo>
                    <a:pt x="330240" y="103859"/>
                  </a:lnTo>
                  <a:lnTo>
                    <a:pt x="288251" y="77155"/>
                  </a:lnTo>
                  <a:lnTo>
                    <a:pt x="244118" y="54167"/>
                  </a:lnTo>
                  <a:lnTo>
                    <a:pt x="198089" y="35039"/>
                  </a:lnTo>
                  <a:lnTo>
                    <a:pt x="150414" y="19914"/>
                  </a:lnTo>
                  <a:lnTo>
                    <a:pt x="101341" y="8937"/>
                  </a:lnTo>
                  <a:lnTo>
                    <a:pt x="51120" y="2251"/>
                  </a:lnTo>
                  <a:lnTo>
                    <a:pt x="0" y="0"/>
                  </a:lnTo>
                  <a:lnTo>
                    <a:pt x="76" y="287766"/>
                  </a:lnTo>
                  <a:lnTo>
                    <a:pt x="50828" y="292242"/>
                  </a:lnTo>
                  <a:lnTo>
                    <a:pt x="99280" y="305314"/>
                  </a:lnTo>
                  <a:lnTo>
                    <a:pt x="144433" y="326406"/>
                  </a:lnTo>
                  <a:lnTo>
                    <a:pt x="185290" y="354942"/>
                  </a:lnTo>
                  <a:lnTo>
                    <a:pt x="220855" y="390348"/>
                  </a:lnTo>
                  <a:lnTo>
                    <a:pt x="250129" y="432047"/>
                  </a:lnTo>
                  <a:lnTo>
                    <a:pt x="271628" y="478238"/>
                  </a:lnTo>
                  <a:lnTo>
                    <a:pt x="284533" y="526734"/>
                  </a:lnTo>
                  <a:lnTo>
                    <a:pt x="288842" y="576383"/>
                  </a:lnTo>
                  <a:lnTo>
                    <a:pt x="284557" y="626035"/>
                  </a:lnTo>
                  <a:lnTo>
                    <a:pt x="271677" y="674538"/>
                  </a:lnTo>
                  <a:lnTo>
                    <a:pt x="250200" y="720739"/>
                  </a:lnTo>
                  <a:lnTo>
                    <a:pt x="220947" y="762453"/>
                  </a:lnTo>
                  <a:lnTo>
                    <a:pt x="185400" y="797876"/>
                  </a:lnTo>
                  <a:lnTo>
                    <a:pt x="144557" y="826433"/>
                  </a:lnTo>
                  <a:lnTo>
                    <a:pt x="99414" y="847547"/>
                  </a:lnTo>
                  <a:lnTo>
                    <a:pt x="50970" y="860643"/>
                  </a:lnTo>
                  <a:lnTo>
                    <a:pt x="220" y="865144"/>
                  </a:lnTo>
                  <a:lnTo>
                    <a:pt x="286" y="1152911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6630361" y="2081949"/>
            <a:ext cx="1181735" cy="1181735"/>
            <a:chOff x="6630361" y="2081949"/>
            <a:chExt cx="1181735" cy="1181735"/>
          </a:xfrm>
        </p:grpSpPr>
        <p:sp>
          <p:nvSpPr>
            <p:cNvPr id="34" name="object 34"/>
            <p:cNvSpPr/>
            <p:nvPr/>
          </p:nvSpPr>
          <p:spPr>
            <a:xfrm>
              <a:off x="6644649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59" h="1153160">
                  <a:moveTo>
                    <a:pt x="576455" y="1152911"/>
                  </a:moveTo>
                  <a:lnTo>
                    <a:pt x="529177" y="1151000"/>
                  </a:lnTo>
                  <a:lnTo>
                    <a:pt x="482951" y="1145366"/>
                  </a:lnTo>
                  <a:lnTo>
                    <a:pt x="437926" y="1136157"/>
                  </a:lnTo>
                  <a:lnTo>
                    <a:pt x="394251" y="1123523"/>
                  </a:lnTo>
                  <a:lnTo>
                    <a:pt x="352073" y="1107610"/>
                  </a:lnTo>
                  <a:lnTo>
                    <a:pt x="311541" y="1088568"/>
                  </a:lnTo>
                  <a:lnTo>
                    <a:pt x="272803" y="1066544"/>
                  </a:lnTo>
                  <a:lnTo>
                    <a:pt x="236008" y="1041688"/>
                  </a:lnTo>
                  <a:lnTo>
                    <a:pt x="201304" y="1014148"/>
                  </a:lnTo>
                  <a:lnTo>
                    <a:pt x="168840" y="984071"/>
                  </a:lnTo>
                  <a:lnTo>
                    <a:pt x="138763" y="951606"/>
                  </a:lnTo>
                  <a:lnTo>
                    <a:pt x="111222" y="916902"/>
                  </a:lnTo>
                  <a:lnTo>
                    <a:pt x="86366" y="880107"/>
                  </a:lnTo>
                  <a:lnTo>
                    <a:pt x="64342" y="841370"/>
                  </a:lnTo>
                  <a:lnTo>
                    <a:pt x="45300" y="800838"/>
                  </a:lnTo>
                  <a:lnTo>
                    <a:pt x="29388" y="758660"/>
                  </a:lnTo>
                  <a:lnTo>
                    <a:pt x="16753" y="714984"/>
                  </a:lnTo>
                  <a:lnTo>
                    <a:pt x="7544" y="669959"/>
                  </a:lnTo>
                  <a:lnTo>
                    <a:pt x="1910" y="623733"/>
                  </a:lnTo>
                  <a:lnTo>
                    <a:pt x="0" y="576455"/>
                  </a:lnTo>
                  <a:lnTo>
                    <a:pt x="2231" y="525769"/>
                  </a:lnTo>
                  <a:lnTo>
                    <a:pt x="8850" y="475813"/>
                  </a:lnTo>
                  <a:lnTo>
                    <a:pt x="19749" y="426851"/>
                  </a:lnTo>
                  <a:lnTo>
                    <a:pt x="34817" y="379150"/>
                  </a:lnTo>
                  <a:lnTo>
                    <a:pt x="53943" y="332975"/>
                  </a:lnTo>
                  <a:lnTo>
                    <a:pt x="77019" y="288590"/>
                  </a:lnTo>
                  <a:lnTo>
                    <a:pt x="103933" y="246263"/>
                  </a:lnTo>
                  <a:lnTo>
                    <a:pt x="134577" y="206257"/>
                  </a:lnTo>
                  <a:lnTo>
                    <a:pt x="168839" y="168839"/>
                  </a:lnTo>
                  <a:lnTo>
                    <a:pt x="206257" y="134577"/>
                  </a:lnTo>
                  <a:lnTo>
                    <a:pt x="246262" y="103933"/>
                  </a:lnTo>
                  <a:lnTo>
                    <a:pt x="288590" y="77019"/>
                  </a:lnTo>
                  <a:lnTo>
                    <a:pt x="332974" y="53943"/>
                  </a:lnTo>
                  <a:lnTo>
                    <a:pt x="379150" y="34817"/>
                  </a:lnTo>
                  <a:lnTo>
                    <a:pt x="426851" y="19749"/>
                  </a:lnTo>
                  <a:lnTo>
                    <a:pt x="475813" y="8850"/>
                  </a:lnTo>
                  <a:lnTo>
                    <a:pt x="525770" y="2231"/>
                  </a:lnTo>
                  <a:lnTo>
                    <a:pt x="576455" y="0"/>
                  </a:lnTo>
                  <a:lnTo>
                    <a:pt x="623734" y="1910"/>
                  </a:lnTo>
                  <a:lnTo>
                    <a:pt x="669959" y="7544"/>
                  </a:lnTo>
                  <a:lnTo>
                    <a:pt x="714984" y="16753"/>
                  </a:lnTo>
                  <a:lnTo>
                    <a:pt x="758660" y="29388"/>
                  </a:lnTo>
                  <a:lnTo>
                    <a:pt x="800838" y="45300"/>
                  </a:lnTo>
                  <a:lnTo>
                    <a:pt x="841370" y="64342"/>
                  </a:lnTo>
                  <a:lnTo>
                    <a:pt x="880107" y="86366"/>
                  </a:lnTo>
                  <a:lnTo>
                    <a:pt x="916902" y="111222"/>
                  </a:lnTo>
                  <a:lnTo>
                    <a:pt x="951606" y="138763"/>
                  </a:lnTo>
                  <a:lnTo>
                    <a:pt x="984070" y="168839"/>
                  </a:lnTo>
                  <a:lnTo>
                    <a:pt x="1014147" y="201304"/>
                  </a:lnTo>
                  <a:lnTo>
                    <a:pt x="1041688" y="236008"/>
                  </a:lnTo>
                  <a:lnTo>
                    <a:pt x="1066544" y="272803"/>
                  </a:lnTo>
                  <a:lnTo>
                    <a:pt x="1075313" y="288227"/>
                  </a:lnTo>
                  <a:lnTo>
                    <a:pt x="576455" y="288227"/>
                  </a:lnTo>
                  <a:lnTo>
                    <a:pt x="529703" y="292000"/>
                  </a:lnTo>
                  <a:lnTo>
                    <a:pt x="485353" y="302921"/>
                  </a:lnTo>
                  <a:lnTo>
                    <a:pt x="443998" y="320399"/>
                  </a:lnTo>
                  <a:lnTo>
                    <a:pt x="406232" y="343838"/>
                  </a:lnTo>
                  <a:lnTo>
                    <a:pt x="372647" y="372647"/>
                  </a:lnTo>
                  <a:lnTo>
                    <a:pt x="343839" y="406231"/>
                  </a:lnTo>
                  <a:lnTo>
                    <a:pt x="320399" y="443998"/>
                  </a:lnTo>
                  <a:lnTo>
                    <a:pt x="302922" y="485353"/>
                  </a:lnTo>
                  <a:lnTo>
                    <a:pt x="292000" y="529703"/>
                  </a:lnTo>
                  <a:lnTo>
                    <a:pt x="288228" y="576455"/>
                  </a:lnTo>
                  <a:lnTo>
                    <a:pt x="292000" y="623207"/>
                  </a:lnTo>
                  <a:lnTo>
                    <a:pt x="302922" y="667557"/>
                  </a:lnTo>
                  <a:lnTo>
                    <a:pt x="320399" y="708912"/>
                  </a:lnTo>
                  <a:lnTo>
                    <a:pt x="343839" y="746679"/>
                  </a:lnTo>
                  <a:lnTo>
                    <a:pt x="372647" y="780263"/>
                  </a:lnTo>
                  <a:lnTo>
                    <a:pt x="406232" y="809072"/>
                  </a:lnTo>
                  <a:lnTo>
                    <a:pt x="443998" y="832511"/>
                  </a:lnTo>
                  <a:lnTo>
                    <a:pt x="485353" y="849989"/>
                  </a:lnTo>
                  <a:lnTo>
                    <a:pt x="529703" y="860910"/>
                  </a:lnTo>
                  <a:lnTo>
                    <a:pt x="576455" y="864683"/>
                  </a:lnTo>
                  <a:lnTo>
                    <a:pt x="1075313" y="864683"/>
                  </a:lnTo>
                  <a:lnTo>
                    <a:pt x="1066544" y="880107"/>
                  </a:lnTo>
                  <a:lnTo>
                    <a:pt x="1041688" y="916902"/>
                  </a:lnTo>
                  <a:lnTo>
                    <a:pt x="1014147" y="951606"/>
                  </a:lnTo>
                  <a:lnTo>
                    <a:pt x="984071" y="984071"/>
                  </a:lnTo>
                  <a:lnTo>
                    <a:pt x="951606" y="1014148"/>
                  </a:lnTo>
                  <a:lnTo>
                    <a:pt x="916902" y="1041688"/>
                  </a:lnTo>
                  <a:lnTo>
                    <a:pt x="880107" y="1066544"/>
                  </a:lnTo>
                  <a:lnTo>
                    <a:pt x="841370" y="1088568"/>
                  </a:lnTo>
                  <a:lnTo>
                    <a:pt x="800838" y="1107610"/>
                  </a:lnTo>
                  <a:lnTo>
                    <a:pt x="758660" y="1123523"/>
                  </a:lnTo>
                  <a:lnTo>
                    <a:pt x="714984" y="1136157"/>
                  </a:lnTo>
                  <a:lnTo>
                    <a:pt x="669959" y="1145366"/>
                  </a:lnTo>
                  <a:lnTo>
                    <a:pt x="623734" y="1151000"/>
                  </a:lnTo>
                  <a:lnTo>
                    <a:pt x="576455" y="1152911"/>
                  </a:lnTo>
                  <a:close/>
                </a:path>
                <a:path w="1153159" h="1153160">
                  <a:moveTo>
                    <a:pt x="1075313" y="864683"/>
                  </a:moveTo>
                  <a:lnTo>
                    <a:pt x="576455" y="864683"/>
                  </a:lnTo>
                  <a:lnTo>
                    <a:pt x="623207" y="860910"/>
                  </a:lnTo>
                  <a:lnTo>
                    <a:pt x="667558" y="849989"/>
                  </a:lnTo>
                  <a:lnTo>
                    <a:pt x="708913" y="832511"/>
                  </a:lnTo>
                  <a:lnTo>
                    <a:pt x="746679" y="809072"/>
                  </a:lnTo>
                  <a:lnTo>
                    <a:pt x="780263" y="780263"/>
                  </a:lnTo>
                  <a:lnTo>
                    <a:pt x="809072" y="746679"/>
                  </a:lnTo>
                  <a:lnTo>
                    <a:pt x="832511" y="708912"/>
                  </a:lnTo>
                  <a:lnTo>
                    <a:pt x="849989" y="667557"/>
                  </a:lnTo>
                  <a:lnTo>
                    <a:pt x="860910" y="623207"/>
                  </a:lnTo>
                  <a:lnTo>
                    <a:pt x="864683" y="576455"/>
                  </a:lnTo>
                  <a:lnTo>
                    <a:pt x="860910" y="529703"/>
                  </a:lnTo>
                  <a:lnTo>
                    <a:pt x="849989" y="485353"/>
                  </a:lnTo>
                  <a:lnTo>
                    <a:pt x="832511" y="443998"/>
                  </a:lnTo>
                  <a:lnTo>
                    <a:pt x="809072" y="406231"/>
                  </a:lnTo>
                  <a:lnTo>
                    <a:pt x="780263" y="372647"/>
                  </a:lnTo>
                  <a:lnTo>
                    <a:pt x="746679" y="343838"/>
                  </a:lnTo>
                  <a:lnTo>
                    <a:pt x="708913" y="320399"/>
                  </a:lnTo>
                  <a:lnTo>
                    <a:pt x="667558" y="302921"/>
                  </a:lnTo>
                  <a:lnTo>
                    <a:pt x="623207" y="292000"/>
                  </a:lnTo>
                  <a:lnTo>
                    <a:pt x="576455" y="288227"/>
                  </a:lnTo>
                  <a:lnTo>
                    <a:pt x="1075313" y="288227"/>
                  </a:lnTo>
                  <a:lnTo>
                    <a:pt x="1107610" y="352073"/>
                  </a:lnTo>
                  <a:lnTo>
                    <a:pt x="1123522" y="394251"/>
                  </a:lnTo>
                  <a:lnTo>
                    <a:pt x="1136157" y="437926"/>
                  </a:lnTo>
                  <a:lnTo>
                    <a:pt x="1145365" y="482951"/>
                  </a:lnTo>
                  <a:lnTo>
                    <a:pt x="1150999" y="529177"/>
                  </a:lnTo>
                  <a:lnTo>
                    <a:pt x="1152910" y="576455"/>
                  </a:lnTo>
                  <a:lnTo>
                    <a:pt x="1151021" y="623207"/>
                  </a:lnTo>
                  <a:lnTo>
                    <a:pt x="1150999" y="623733"/>
                  </a:lnTo>
                  <a:lnTo>
                    <a:pt x="1145365" y="669959"/>
                  </a:lnTo>
                  <a:lnTo>
                    <a:pt x="1136157" y="714984"/>
                  </a:lnTo>
                  <a:lnTo>
                    <a:pt x="1123522" y="758660"/>
                  </a:lnTo>
                  <a:lnTo>
                    <a:pt x="1107610" y="800838"/>
                  </a:lnTo>
                  <a:lnTo>
                    <a:pt x="1088567" y="841370"/>
                  </a:lnTo>
                  <a:lnTo>
                    <a:pt x="1075313" y="864683"/>
                  </a:lnTo>
                  <a:close/>
                </a:path>
              </a:pathLst>
            </a:custGeom>
            <a:solidFill>
              <a:srgbClr val="E3EE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44649" y="2096236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59" h="1153160">
                  <a:moveTo>
                    <a:pt x="1152910" y="576455"/>
                  </a:moveTo>
                  <a:lnTo>
                    <a:pt x="1150999" y="529177"/>
                  </a:lnTo>
                  <a:lnTo>
                    <a:pt x="1145365" y="482951"/>
                  </a:lnTo>
                  <a:lnTo>
                    <a:pt x="1136157" y="437926"/>
                  </a:lnTo>
                  <a:lnTo>
                    <a:pt x="1123522" y="394251"/>
                  </a:lnTo>
                  <a:lnTo>
                    <a:pt x="1107610" y="352073"/>
                  </a:lnTo>
                  <a:lnTo>
                    <a:pt x="1088567" y="311541"/>
                  </a:lnTo>
                  <a:lnTo>
                    <a:pt x="1066544" y="272803"/>
                  </a:lnTo>
                  <a:lnTo>
                    <a:pt x="1041688" y="236008"/>
                  </a:lnTo>
                  <a:lnTo>
                    <a:pt x="1014147" y="201304"/>
                  </a:lnTo>
                  <a:lnTo>
                    <a:pt x="984071" y="168839"/>
                  </a:lnTo>
                  <a:lnTo>
                    <a:pt x="951606" y="138763"/>
                  </a:lnTo>
                  <a:lnTo>
                    <a:pt x="916902" y="111222"/>
                  </a:lnTo>
                  <a:lnTo>
                    <a:pt x="880107" y="86366"/>
                  </a:lnTo>
                  <a:lnTo>
                    <a:pt x="841370" y="64342"/>
                  </a:lnTo>
                  <a:lnTo>
                    <a:pt x="800838" y="45300"/>
                  </a:lnTo>
                  <a:lnTo>
                    <a:pt x="758660" y="29388"/>
                  </a:lnTo>
                  <a:lnTo>
                    <a:pt x="714984" y="16753"/>
                  </a:lnTo>
                  <a:lnTo>
                    <a:pt x="669959" y="7544"/>
                  </a:lnTo>
                  <a:lnTo>
                    <a:pt x="623734" y="1910"/>
                  </a:lnTo>
                  <a:lnTo>
                    <a:pt x="576455" y="0"/>
                  </a:lnTo>
                  <a:lnTo>
                    <a:pt x="525770" y="2231"/>
                  </a:lnTo>
                  <a:lnTo>
                    <a:pt x="475813" y="8850"/>
                  </a:lnTo>
                  <a:lnTo>
                    <a:pt x="426851" y="19749"/>
                  </a:lnTo>
                  <a:lnTo>
                    <a:pt x="379150" y="34817"/>
                  </a:lnTo>
                  <a:lnTo>
                    <a:pt x="332974" y="53943"/>
                  </a:lnTo>
                  <a:lnTo>
                    <a:pt x="288590" y="77019"/>
                  </a:lnTo>
                  <a:lnTo>
                    <a:pt x="246262" y="103933"/>
                  </a:lnTo>
                  <a:lnTo>
                    <a:pt x="206257" y="134577"/>
                  </a:lnTo>
                  <a:lnTo>
                    <a:pt x="168839" y="168839"/>
                  </a:lnTo>
                  <a:lnTo>
                    <a:pt x="134577" y="206257"/>
                  </a:lnTo>
                  <a:lnTo>
                    <a:pt x="103933" y="246263"/>
                  </a:lnTo>
                  <a:lnTo>
                    <a:pt x="77019" y="288590"/>
                  </a:lnTo>
                  <a:lnTo>
                    <a:pt x="53943" y="332975"/>
                  </a:lnTo>
                  <a:lnTo>
                    <a:pt x="34817" y="379150"/>
                  </a:lnTo>
                  <a:lnTo>
                    <a:pt x="19749" y="426851"/>
                  </a:lnTo>
                  <a:lnTo>
                    <a:pt x="8850" y="475813"/>
                  </a:lnTo>
                  <a:lnTo>
                    <a:pt x="2231" y="525769"/>
                  </a:lnTo>
                  <a:lnTo>
                    <a:pt x="0" y="576455"/>
                  </a:lnTo>
                  <a:lnTo>
                    <a:pt x="1910" y="623733"/>
                  </a:lnTo>
                  <a:lnTo>
                    <a:pt x="7544" y="669959"/>
                  </a:lnTo>
                  <a:lnTo>
                    <a:pt x="16753" y="714984"/>
                  </a:lnTo>
                  <a:lnTo>
                    <a:pt x="29388" y="758660"/>
                  </a:lnTo>
                  <a:lnTo>
                    <a:pt x="45300" y="800838"/>
                  </a:lnTo>
                  <a:lnTo>
                    <a:pt x="64342" y="841370"/>
                  </a:lnTo>
                  <a:lnTo>
                    <a:pt x="86366" y="880107"/>
                  </a:lnTo>
                  <a:lnTo>
                    <a:pt x="111222" y="916902"/>
                  </a:lnTo>
                  <a:lnTo>
                    <a:pt x="138763" y="951606"/>
                  </a:lnTo>
                  <a:lnTo>
                    <a:pt x="168840" y="984071"/>
                  </a:lnTo>
                  <a:lnTo>
                    <a:pt x="201304" y="1014148"/>
                  </a:lnTo>
                  <a:lnTo>
                    <a:pt x="236008" y="1041688"/>
                  </a:lnTo>
                  <a:lnTo>
                    <a:pt x="272803" y="1066544"/>
                  </a:lnTo>
                  <a:lnTo>
                    <a:pt x="311541" y="1088568"/>
                  </a:lnTo>
                  <a:lnTo>
                    <a:pt x="352073" y="1107610"/>
                  </a:lnTo>
                  <a:lnTo>
                    <a:pt x="394251" y="1123523"/>
                  </a:lnTo>
                  <a:lnTo>
                    <a:pt x="437926" y="1136157"/>
                  </a:lnTo>
                  <a:lnTo>
                    <a:pt x="482951" y="1145366"/>
                  </a:lnTo>
                  <a:lnTo>
                    <a:pt x="529177" y="1151000"/>
                  </a:lnTo>
                  <a:lnTo>
                    <a:pt x="576455" y="1152911"/>
                  </a:lnTo>
                  <a:lnTo>
                    <a:pt x="623734" y="1151000"/>
                  </a:lnTo>
                  <a:lnTo>
                    <a:pt x="669959" y="1145366"/>
                  </a:lnTo>
                  <a:lnTo>
                    <a:pt x="714984" y="1136157"/>
                  </a:lnTo>
                  <a:lnTo>
                    <a:pt x="758660" y="1123523"/>
                  </a:lnTo>
                  <a:lnTo>
                    <a:pt x="800838" y="1107610"/>
                  </a:lnTo>
                  <a:lnTo>
                    <a:pt x="841370" y="1088568"/>
                  </a:lnTo>
                  <a:lnTo>
                    <a:pt x="880107" y="1066544"/>
                  </a:lnTo>
                  <a:lnTo>
                    <a:pt x="916902" y="1041688"/>
                  </a:lnTo>
                  <a:lnTo>
                    <a:pt x="951606" y="1014148"/>
                  </a:lnTo>
                  <a:lnTo>
                    <a:pt x="984071" y="984071"/>
                  </a:lnTo>
                  <a:lnTo>
                    <a:pt x="1014147" y="951606"/>
                  </a:lnTo>
                  <a:lnTo>
                    <a:pt x="1041688" y="916902"/>
                  </a:lnTo>
                  <a:lnTo>
                    <a:pt x="1066544" y="880107"/>
                  </a:lnTo>
                  <a:lnTo>
                    <a:pt x="1088567" y="841370"/>
                  </a:lnTo>
                  <a:lnTo>
                    <a:pt x="1107610" y="800838"/>
                  </a:lnTo>
                  <a:lnTo>
                    <a:pt x="1123522" y="758660"/>
                  </a:lnTo>
                  <a:lnTo>
                    <a:pt x="1136157" y="714984"/>
                  </a:lnTo>
                  <a:lnTo>
                    <a:pt x="1145365" y="669959"/>
                  </a:lnTo>
                  <a:lnTo>
                    <a:pt x="1150999" y="623733"/>
                  </a:lnTo>
                  <a:lnTo>
                    <a:pt x="1152910" y="576455"/>
                  </a:lnTo>
                  <a:close/>
                </a:path>
                <a:path w="1153159" h="1153160">
                  <a:moveTo>
                    <a:pt x="864683" y="576455"/>
                  </a:moveTo>
                  <a:lnTo>
                    <a:pt x="860910" y="623207"/>
                  </a:lnTo>
                  <a:lnTo>
                    <a:pt x="849989" y="667557"/>
                  </a:lnTo>
                  <a:lnTo>
                    <a:pt x="832511" y="708912"/>
                  </a:lnTo>
                  <a:lnTo>
                    <a:pt x="809072" y="746679"/>
                  </a:lnTo>
                  <a:lnTo>
                    <a:pt x="780263" y="780263"/>
                  </a:lnTo>
                  <a:lnTo>
                    <a:pt x="746679" y="809072"/>
                  </a:lnTo>
                  <a:lnTo>
                    <a:pt x="708913" y="832511"/>
                  </a:lnTo>
                  <a:lnTo>
                    <a:pt x="667558" y="849989"/>
                  </a:lnTo>
                  <a:lnTo>
                    <a:pt x="623207" y="860910"/>
                  </a:lnTo>
                  <a:lnTo>
                    <a:pt x="576455" y="864683"/>
                  </a:lnTo>
                  <a:lnTo>
                    <a:pt x="529703" y="860910"/>
                  </a:lnTo>
                  <a:lnTo>
                    <a:pt x="485353" y="849989"/>
                  </a:lnTo>
                  <a:lnTo>
                    <a:pt x="443998" y="832511"/>
                  </a:lnTo>
                  <a:lnTo>
                    <a:pt x="406232" y="809072"/>
                  </a:lnTo>
                  <a:lnTo>
                    <a:pt x="372647" y="780263"/>
                  </a:lnTo>
                  <a:lnTo>
                    <a:pt x="343839" y="746679"/>
                  </a:lnTo>
                  <a:lnTo>
                    <a:pt x="320399" y="708912"/>
                  </a:lnTo>
                  <a:lnTo>
                    <a:pt x="302922" y="667557"/>
                  </a:lnTo>
                  <a:lnTo>
                    <a:pt x="292000" y="623207"/>
                  </a:lnTo>
                  <a:lnTo>
                    <a:pt x="288228" y="576455"/>
                  </a:lnTo>
                  <a:lnTo>
                    <a:pt x="292000" y="529703"/>
                  </a:lnTo>
                  <a:lnTo>
                    <a:pt x="302922" y="485353"/>
                  </a:lnTo>
                  <a:lnTo>
                    <a:pt x="320399" y="443998"/>
                  </a:lnTo>
                  <a:lnTo>
                    <a:pt x="343839" y="406231"/>
                  </a:lnTo>
                  <a:lnTo>
                    <a:pt x="372647" y="372647"/>
                  </a:lnTo>
                  <a:lnTo>
                    <a:pt x="406232" y="343838"/>
                  </a:lnTo>
                  <a:lnTo>
                    <a:pt x="443998" y="320399"/>
                  </a:lnTo>
                  <a:lnTo>
                    <a:pt x="485353" y="302921"/>
                  </a:lnTo>
                  <a:lnTo>
                    <a:pt x="529703" y="292000"/>
                  </a:lnTo>
                  <a:lnTo>
                    <a:pt x="576455" y="288227"/>
                  </a:lnTo>
                  <a:lnTo>
                    <a:pt x="623207" y="292000"/>
                  </a:lnTo>
                  <a:lnTo>
                    <a:pt x="667558" y="302921"/>
                  </a:lnTo>
                  <a:lnTo>
                    <a:pt x="708913" y="320399"/>
                  </a:lnTo>
                  <a:lnTo>
                    <a:pt x="746679" y="343838"/>
                  </a:lnTo>
                  <a:lnTo>
                    <a:pt x="780263" y="372647"/>
                  </a:lnTo>
                  <a:lnTo>
                    <a:pt x="809072" y="406231"/>
                  </a:lnTo>
                  <a:lnTo>
                    <a:pt x="832511" y="443998"/>
                  </a:lnTo>
                  <a:lnTo>
                    <a:pt x="849989" y="485353"/>
                  </a:lnTo>
                  <a:lnTo>
                    <a:pt x="860910" y="529703"/>
                  </a:lnTo>
                  <a:lnTo>
                    <a:pt x="864683" y="576455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220942" y="2096239"/>
              <a:ext cx="577215" cy="576580"/>
            </a:xfrm>
            <a:custGeom>
              <a:avLst/>
              <a:gdLst/>
              <a:ahLst/>
              <a:cxnLst/>
              <a:rect l="l" t="t" r="r" b="b"/>
              <a:pathLst>
                <a:path w="577215" h="576580">
                  <a:moveTo>
                    <a:pt x="576608" y="576455"/>
                  </a:moveTo>
                  <a:lnTo>
                    <a:pt x="288842" y="576455"/>
                  </a:lnTo>
                  <a:lnTo>
                    <a:pt x="285244" y="531014"/>
                  </a:lnTo>
                  <a:lnTo>
                    <a:pt x="274666" y="487101"/>
                  </a:lnTo>
                  <a:lnTo>
                    <a:pt x="257428" y="445493"/>
                  </a:lnTo>
                  <a:lnTo>
                    <a:pt x="233852" y="406966"/>
                  </a:lnTo>
                  <a:lnTo>
                    <a:pt x="204259" y="372294"/>
                  </a:lnTo>
                  <a:lnTo>
                    <a:pt x="169580" y="342711"/>
                  </a:lnTo>
                  <a:lnTo>
                    <a:pt x="131046" y="319145"/>
                  </a:lnTo>
                  <a:lnTo>
                    <a:pt x="89433" y="301918"/>
                  </a:lnTo>
                  <a:lnTo>
                    <a:pt x="45518" y="291352"/>
                  </a:lnTo>
                  <a:lnTo>
                    <a:pt x="76" y="287766"/>
                  </a:lnTo>
                  <a:lnTo>
                    <a:pt x="0" y="0"/>
                  </a:lnTo>
                  <a:lnTo>
                    <a:pt x="50694" y="2218"/>
                  </a:lnTo>
                  <a:lnTo>
                    <a:pt x="100661" y="8827"/>
                  </a:lnTo>
                  <a:lnTo>
                    <a:pt x="149633" y="19716"/>
                  </a:lnTo>
                  <a:lnTo>
                    <a:pt x="197345" y="34776"/>
                  </a:lnTo>
                  <a:lnTo>
                    <a:pt x="243533" y="53896"/>
                  </a:lnTo>
                  <a:lnTo>
                    <a:pt x="287929" y="76968"/>
                  </a:lnTo>
                  <a:lnTo>
                    <a:pt x="330268" y="103879"/>
                  </a:lnTo>
                  <a:lnTo>
                    <a:pt x="370285" y="134522"/>
                  </a:lnTo>
                  <a:lnTo>
                    <a:pt x="407714" y="168785"/>
                  </a:lnTo>
                  <a:lnTo>
                    <a:pt x="441987" y="206205"/>
                  </a:lnTo>
                  <a:lnTo>
                    <a:pt x="472641" y="246214"/>
                  </a:lnTo>
                  <a:lnTo>
                    <a:pt x="499564" y="288546"/>
                  </a:lnTo>
                  <a:lnTo>
                    <a:pt x="522647" y="332936"/>
                  </a:lnTo>
                  <a:lnTo>
                    <a:pt x="541780" y="379118"/>
                  </a:lnTo>
                  <a:lnTo>
                    <a:pt x="556852" y="426827"/>
                  </a:lnTo>
                  <a:lnTo>
                    <a:pt x="567755" y="475796"/>
                  </a:lnTo>
                  <a:lnTo>
                    <a:pt x="574377" y="525761"/>
                  </a:lnTo>
                  <a:lnTo>
                    <a:pt x="576608" y="576455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220942" y="2096239"/>
              <a:ext cx="577215" cy="576580"/>
            </a:xfrm>
            <a:custGeom>
              <a:avLst/>
              <a:gdLst/>
              <a:ahLst/>
              <a:cxnLst/>
              <a:rect l="l" t="t" r="r" b="b"/>
              <a:pathLst>
                <a:path w="577215" h="576580">
                  <a:moveTo>
                    <a:pt x="576608" y="576455"/>
                  </a:moveTo>
                  <a:lnTo>
                    <a:pt x="574377" y="525761"/>
                  </a:lnTo>
                  <a:lnTo>
                    <a:pt x="567755" y="475796"/>
                  </a:lnTo>
                  <a:lnTo>
                    <a:pt x="556852" y="426827"/>
                  </a:lnTo>
                  <a:lnTo>
                    <a:pt x="541780" y="379118"/>
                  </a:lnTo>
                  <a:lnTo>
                    <a:pt x="522647" y="332936"/>
                  </a:lnTo>
                  <a:lnTo>
                    <a:pt x="499564" y="288546"/>
                  </a:lnTo>
                  <a:lnTo>
                    <a:pt x="472641" y="246214"/>
                  </a:lnTo>
                  <a:lnTo>
                    <a:pt x="441987" y="206205"/>
                  </a:lnTo>
                  <a:lnTo>
                    <a:pt x="407714" y="168785"/>
                  </a:lnTo>
                  <a:lnTo>
                    <a:pt x="370285" y="134522"/>
                  </a:lnTo>
                  <a:lnTo>
                    <a:pt x="330268" y="103879"/>
                  </a:lnTo>
                  <a:lnTo>
                    <a:pt x="287929" y="76968"/>
                  </a:lnTo>
                  <a:lnTo>
                    <a:pt x="243533" y="53896"/>
                  </a:lnTo>
                  <a:lnTo>
                    <a:pt x="197345" y="34776"/>
                  </a:lnTo>
                  <a:lnTo>
                    <a:pt x="149633" y="19716"/>
                  </a:lnTo>
                  <a:lnTo>
                    <a:pt x="100661" y="8827"/>
                  </a:lnTo>
                  <a:lnTo>
                    <a:pt x="50694" y="2218"/>
                  </a:lnTo>
                  <a:lnTo>
                    <a:pt x="0" y="0"/>
                  </a:lnTo>
                  <a:lnTo>
                    <a:pt x="76" y="287766"/>
                  </a:lnTo>
                  <a:lnTo>
                    <a:pt x="45518" y="291352"/>
                  </a:lnTo>
                  <a:lnTo>
                    <a:pt x="89433" y="301918"/>
                  </a:lnTo>
                  <a:lnTo>
                    <a:pt x="131046" y="319145"/>
                  </a:lnTo>
                  <a:lnTo>
                    <a:pt x="169580" y="342711"/>
                  </a:lnTo>
                  <a:lnTo>
                    <a:pt x="204259" y="372294"/>
                  </a:lnTo>
                  <a:lnTo>
                    <a:pt x="233852" y="406966"/>
                  </a:lnTo>
                  <a:lnTo>
                    <a:pt x="257428" y="445493"/>
                  </a:lnTo>
                  <a:lnTo>
                    <a:pt x="274666" y="487101"/>
                  </a:lnTo>
                  <a:lnTo>
                    <a:pt x="285244" y="531014"/>
                  </a:lnTo>
                  <a:lnTo>
                    <a:pt x="288842" y="576455"/>
                  </a:lnTo>
                  <a:lnTo>
                    <a:pt x="576608" y="576455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8424143" y="2279498"/>
            <a:ext cx="720090" cy="279400"/>
            <a:chOff x="8424143" y="2279498"/>
            <a:chExt cx="720090" cy="279400"/>
          </a:xfrm>
        </p:grpSpPr>
        <p:sp>
          <p:nvSpPr>
            <p:cNvPr id="17" name="object 17"/>
            <p:cNvSpPr/>
            <p:nvPr/>
          </p:nvSpPr>
          <p:spPr>
            <a:xfrm>
              <a:off x="8493153" y="2350948"/>
              <a:ext cx="650875" cy="207645"/>
            </a:xfrm>
            <a:custGeom>
              <a:avLst/>
              <a:gdLst/>
              <a:ahLst/>
              <a:cxnLst/>
              <a:rect l="l" t="t" r="r" b="b"/>
              <a:pathLst>
                <a:path w="650875" h="207644">
                  <a:moveTo>
                    <a:pt x="650847" y="207498"/>
                  </a:moveTo>
                  <a:lnTo>
                    <a:pt x="191672" y="207498"/>
                  </a:lnTo>
                  <a:lnTo>
                    <a:pt x="0" y="15818"/>
                  </a:lnTo>
                  <a:lnTo>
                    <a:pt x="15816" y="0"/>
                  </a:lnTo>
                  <a:lnTo>
                    <a:pt x="201163" y="185353"/>
                  </a:lnTo>
                  <a:lnTo>
                    <a:pt x="650847" y="185353"/>
                  </a:lnTo>
                  <a:lnTo>
                    <a:pt x="650847" y="20749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4143" y="2279498"/>
              <a:ext cx="97191" cy="9804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42397" y="3008095"/>
            <a:ext cx="73659" cy="73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472" y="3217959"/>
            <a:ext cx="73847" cy="738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2397" y="3216451"/>
            <a:ext cx="73659" cy="7365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79930" y="3270605"/>
            <a:ext cx="1884680" cy="107188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8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81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Mercury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closest planet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15342" y="3270605"/>
            <a:ext cx="2112645" cy="107188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8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SATURN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810"/>
              </a:spcBef>
            </a:pP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Saturn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giant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and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500" spc="-7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several</a:t>
            </a:r>
            <a:r>
              <a:rPr dirty="0" sz="1500" spc="-7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rings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7522" y="3270605"/>
            <a:ext cx="1725930" cy="107188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85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810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second planet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72472" y="3426315"/>
            <a:ext cx="73847" cy="7535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155065" y="4344349"/>
            <a:ext cx="989330" cy="799465"/>
          </a:xfrm>
          <a:custGeom>
            <a:avLst/>
            <a:gdLst/>
            <a:ahLst/>
            <a:cxnLst/>
            <a:rect l="l" t="t" r="r" b="b"/>
            <a:pathLst>
              <a:path w="989329" h="799464">
                <a:moveTo>
                  <a:pt x="948779" y="799150"/>
                </a:moveTo>
                <a:lnTo>
                  <a:pt x="0" y="799150"/>
                </a:lnTo>
                <a:lnTo>
                  <a:pt x="799268" y="0"/>
                </a:lnTo>
                <a:lnTo>
                  <a:pt x="988935" y="0"/>
                </a:lnTo>
                <a:lnTo>
                  <a:pt x="988935" y="759096"/>
                </a:lnTo>
                <a:lnTo>
                  <a:pt x="948779" y="799150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33684" y="4402501"/>
            <a:ext cx="47625" cy="335280"/>
          </a:xfrm>
          <a:custGeom>
            <a:avLst/>
            <a:gdLst/>
            <a:ahLst/>
            <a:cxnLst/>
            <a:rect l="l" t="t" r="r" b="b"/>
            <a:pathLst>
              <a:path w="47625" h="335279">
                <a:moveTo>
                  <a:pt x="0" y="334877"/>
                </a:moveTo>
                <a:lnTo>
                  <a:pt x="0" y="0"/>
                </a:lnTo>
                <a:lnTo>
                  <a:pt x="47619" y="47759"/>
                </a:lnTo>
                <a:lnTo>
                  <a:pt x="47619" y="285997"/>
                </a:lnTo>
                <a:lnTo>
                  <a:pt x="0" y="334877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8576540" y="3506258"/>
            <a:ext cx="567690" cy="1520825"/>
            <a:chOff x="8576540" y="3506258"/>
            <a:chExt cx="567690" cy="152082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76540" y="4928838"/>
              <a:ext cx="97191" cy="980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12251" y="3506266"/>
              <a:ext cx="532130" cy="1436370"/>
            </a:xfrm>
            <a:custGeom>
              <a:avLst/>
              <a:gdLst/>
              <a:ahLst/>
              <a:cxnLst/>
              <a:rect l="l" t="t" r="r" b="b"/>
              <a:pathLst>
                <a:path w="532129" h="1436370">
                  <a:moveTo>
                    <a:pt x="531749" y="0"/>
                  </a:moveTo>
                  <a:lnTo>
                    <a:pt x="219189" y="313740"/>
                  </a:lnTo>
                  <a:lnTo>
                    <a:pt x="219189" y="569912"/>
                  </a:lnTo>
                  <a:lnTo>
                    <a:pt x="0" y="789101"/>
                  </a:lnTo>
                  <a:lnTo>
                    <a:pt x="0" y="1436027"/>
                  </a:lnTo>
                  <a:lnTo>
                    <a:pt x="26187" y="1436027"/>
                  </a:lnTo>
                  <a:lnTo>
                    <a:pt x="26187" y="799744"/>
                  </a:lnTo>
                  <a:lnTo>
                    <a:pt x="531749" y="294182"/>
                  </a:lnTo>
                  <a:lnTo>
                    <a:pt x="531749" y="257352"/>
                  </a:lnTo>
                  <a:lnTo>
                    <a:pt x="229971" y="559130"/>
                  </a:lnTo>
                  <a:lnTo>
                    <a:pt x="229971" y="317246"/>
                  </a:lnTo>
                  <a:lnTo>
                    <a:pt x="531749" y="15468"/>
                  </a:lnTo>
                  <a:lnTo>
                    <a:pt x="531749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2238375" cy="1461770"/>
          </a:xfrm>
          <a:custGeom>
            <a:avLst/>
            <a:gdLst/>
            <a:ahLst/>
            <a:cxnLst/>
            <a:rect l="l" t="t" r="r" b="b"/>
            <a:pathLst>
              <a:path w="2238375" h="1461770">
                <a:moveTo>
                  <a:pt x="0" y="1461476"/>
                </a:moveTo>
                <a:lnTo>
                  <a:pt x="0" y="491958"/>
                </a:lnTo>
                <a:lnTo>
                  <a:pt x="491958" y="0"/>
                </a:lnTo>
                <a:lnTo>
                  <a:pt x="1898999" y="0"/>
                </a:lnTo>
                <a:lnTo>
                  <a:pt x="2237873" y="327747"/>
                </a:lnTo>
                <a:lnTo>
                  <a:pt x="2041605" y="524015"/>
                </a:lnTo>
                <a:lnTo>
                  <a:pt x="775457" y="524015"/>
                </a:lnTo>
                <a:lnTo>
                  <a:pt x="370688" y="928784"/>
                </a:lnTo>
                <a:lnTo>
                  <a:pt x="370688" y="1090463"/>
                </a:lnTo>
                <a:lnTo>
                  <a:pt x="0" y="1461476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404760" y="0"/>
            <a:ext cx="2656840" cy="1336675"/>
            <a:chOff x="404760" y="0"/>
            <a:chExt cx="2656840" cy="1336675"/>
          </a:xfrm>
        </p:grpSpPr>
        <p:sp>
          <p:nvSpPr>
            <p:cNvPr id="21" name="object 21"/>
            <p:cNvSpPr/>
            <p:nvPr/>
          </p:nvSpPr>
          <p:spPr>
            <a:xfrm>
              <a:off x="460514" y="0"/>
              <a:ext cx="2600960" cy="1278890"/>
            </a:xfrm>
            <a:custGeom>
              <a:avLst/>
              <a:gdLst/>
              <a:ahLst/>
              <a:cxnLst/>
              <a:rect l="l" t="t" r="r" b="b"/>
              <a:pathLst>
                <a:path w="2600960" h="1278890">
                  <a:moveTo>
                    <a:pt x="2600807" y="0"/>
                  </a:moveTo>
                  <a:lnTo>
                    <a:pt x="2574785" y="0"/>
                  </a:lnTo>
                  <a:lnTo>
                    <a:pt x="2574785" y="89954"/>
                  </a:lnTo>
                  <a:lnTo>
                    <a:pt x="2420162" y="244563"/>
                  </a:lnTo>
                  <a:lnTo>
                    <a:pt x="2330945" y="244563"/>
                  </a:lnTo>
                  <a:lnTo>
                    <a:pt x="2051913" y="523595"/>
                  </a:lnTo>
                  <a:lnTo>
                    <a:pt x="2051913" y="612813"/>
                  </a:lnTo>
                  <a:lnTo>
                    <a:pt x="1908670" y="756043"/>
                  </a:lnTo>
                  <a:lnTo>
                    <a:pt x="506031" y="756043"/>
                  </a:lnTo>
                  <a:lnTo>
                    <a:pt x="0" y="1262049"/>
                  </a:lnTo>
                  <a:lnTo>
                    <a:pt x="18592" y="1278674"/>
                  </a:lnTo>
                  <a:lnTo>
                    <a:pt x="515226" y="780313"/>
                  </a:lnTo>
                  <a:lnTo>
                    <a:pt x="1919820" y="780313"/>
                  </a:lnTo>
                  <a:lnTo>
                    <a:pt x="2597086" y="105041"/>
                  </a:lnTo>
                  <a:lnTo>
                    <a:pt x="2600807" y="101333"/>
                  </a:lnTo>
                  <a:lnTo>
                    <a:pt x="2600807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4760" y="1240435"/>
              <a:ext cx="95783" cy="95960"/>
            </a:xfrm>
            <a:prstGeom prst="rect">
              <a:avLst/>
            </a:prstGeom>
          </p:spPr>
        </p:pic>
      </p:grpSp>
      <p:grpSp>
        <p:nvGrpSpPr>
          <p:cNvPr id="2" name="object 2"/>
          <p:cNvGrpSpPr/>
          <p:nvPr/>
        </p:nvGrpSpPr>
        <p:grpSpPr>
          <a:xfrm>
            <a:off x="6942756" y="0"/>
            <a:ext cx="2201545" cy="2118995"/>
            <a:chOff x="6942756" y="0"/>
            <a:chExt cx="2201545" cy="2118995"/>
          </a:xfrm>
        </p:grpSpPr>
        <p:sp>
          <p:nvSpPr>
            <p:cNvPr id="3" name="object 3"/>
            <p:cNvSpPr/>
            <p:nvPr/>
          </p:nvSpPr>
          <p:spPr>
            <a:xfrm>
              <a:off x="7069990" y="0"/>
              <a:ext cx="2074545" cy="1343025"/>
            </a:xfrm>
            <a:custGeom>
              <a:avLst/>
              <a:gdLst/>
              <a:ahLst/>
              <a:cxnLst/>
              <a:rect l="l" t="t" r="r" b="b"/>
              <a:pathLst>
                <a:path w="2074545" h="1343025">
                  <a:moveTo>
                    <a:pt x="2074009" y="1342694"/>
                  </a:moveTo>
                  <a:lnTo>
                    <a:pt x="1828211" y="1096896"/>
                  </a:lnTo>
                  <a:lnTo>
                    <a:pt x="1207626" y="1096896"/>
                  </a:lnTo>
                  <a:lnTo>
                    <a:pt x="677728" y="566999"/>
                  </a:lnTo>
                  <a:lnTo>
                    <a:pt x="479217" y="566999"/>
                  </a:lnTo>
                  <a:lnTo>
                    <a:pt x="94120" y="182002"/>
                  </a:lnTo>
                  <a:lnTo>
                    <a:pt x="94120" y="94120"/>
                  </a:lnTo>
                  <a:lnTo>
                    <a:pt x="0" y="0"/>
                  </a:lnTo>
                  <a:lnTo>
                    <a:pt x="628550" y="0"/>
                  </a:lnTo>
                  <a:lnTo>
                    <a:pt x="950493" y="321992"/>
                  </a:lnTo>
                  <a:lnTo>
                    <a:pt x="1240494" y="321992"/>
                  </a:lnTo>
                  <a:lnTo>
                    <a:pt x="1609959" y="690956"/>
                  </a:lnTo>
                  <a:lnTo>
                    <a:pt x="1609959" y="846578"/>
                  </a:lnTo>
                  <a:lnTo>
                    <a:pt x="2074009" y="1310628"/>
                  </a:lnTo>
                  <a:lnTo>
                    <a:pt x="2074009" y="1342694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4599" y="691893"/>
              <a:ext cx="92941" cy="929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2756" y="691893"/>
              <a:ext cx="93733" cy="933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7914" y="904931"/>
              <a:ext cx="92827" cy="932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05958" y="904931"/>
              <a:ext cx="93393" cy="93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234470" y="615095"/>
              <a:ext cx="909955" cy="1503680"/>
            </a:xfrm>
            <a:custGeom>
              <a:avLst/>
              <a:gdLst/>
              <a:ahLst/>
              <a:cxnLst/>
              <a:rect l="l" t="t" r="r" b="b"/>
              <a:pathLst>
                <a:path w="909954" h="1503680">
                  <a:moveTo>
                    <a:pt x="909529" y="1503582"/>
                  </a:moveTo>
                  <a:lnTo>
                    <a:pt x="0" y="593772"/>
                  </a:lnTo>
                  <a:lnTo>
                    <a:pt x="0" y="0"/>
                  </a:lnTo>
                  <a:lnTo>
                    <a:pt x="29760" y="0"/>
                  </a:lnTo>
                  <a:lnTo>
                    <a:pt x="29760" y="581172"/>
                  </a:lnTo>
                  <a:lnTo>
                    <a:pt x="909529" y="1460940"/>
                  </a:lnTo>
                  <a:lnTo>
                    <a:pt x="909529" y="150358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02199" y="539500"/>
              <a:ext cx="95581" cy="95574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0" y="2795271"/>
            <a:ext cx="2009775" cy="2348230"/>
          </a:xfrm>
          <a:custGeom>
            <a:avLst/>
            <a:gdLst/>
            <a:ahLst/>
            <a:cxnLst/>
            <a:rect l="l" t="t" r="r" b="b"/>
            <a:pathLst>
              <a:path w="2009775" h="2348229">
                <a:moveTo>
                  <a:pt x="2009770" y="2348227"/>
                </a:moveTo>
                <a:lnTo>
                  <a:pt x="1062482" y="2348227"/>
                </a:lnTo>
                <a:lnTo>
                  <a:pt x="906338" y="2191890"/>
                </a:lnTo>
                <a:lnTo>
                  <a:pt x="906338" y="1778895"/>
                </a:lnTo>
                <a:lnTo>
                  <a:pt x="0" y="872663"/>
                </a:lnTo>
                <a:lnTo>
                  <a:pt x="0" y="0"/>
                </a:lnTo>
                <a:lnTo>
                  <a:pt x="559326" y="559214"/>
                </a:lnTo>
                <a:lnTo>
                  <a:pt x="707132" y="559214"/>
                </a:lnTo>
                <a:lnTo>
                  <a:pt x="1255268" y="1107361"/>
                </a:lnTo>
                <a:lnTo>
                  <a:pt x="1255268" y="1390448"/>
                </a:lnTo>
                <a:lnTo>
                  <a:pt x="2009770" y="2144837"/>
                </a:lnTo>
                <a:lnTo>
                  <a:pt x="2009770" y="2348227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0" y="1637087"/>
            <a:ext cx="996315" cy="2430780"/>
            <a:chOff x="0" y="1637087"/>
            <a:chExt cx="996315" cy="2430780"/>
          </a:xfrm>
        </p:grpSpPr>
        <p:sp>
          <p:nvSpPr>
            <p:cNvPr id="13" name="object 13"/>
            <p:cNvSpPr/>
            <p:nvPr/>
          </p:nvSpPr>
          <p:spPr>
            <a:xfrm>
              <a:off x="0" y="1637093"/>
              <a:ext cx="939165" cy="2374900"/>
            </a:xfrm>
            <a:custGeom>
              <a:avLst/>
              <a:gdLst/>
              <a:ahLst/>
              <a:cxnLst/>
              <a:rect l="l" t="t" r="r" b="b"/>
              <a:pathLst>
                <a:path w="939165" h="2374900">
                  <a:moveTo>
                    <a:pt x="938682" y="2356688"/>
                  </a:moveTo>
                  <a:lnTo>
                    <a:pt x="435305" y="1853311"/>
                  </a:lnTo>
                  <a:lnTo>
                    <a:pt x="435305" y="435267"/>
                  </a:lnTo>
                  <a:lnTo>
                    <a:pt x="0" y="0"/>
                  </a:lnTo>
                  <a:lnTo>
                    <a:pt x="0" y="12496"/>
                  </a:lnTo>
                  <a:lnTo>
                    <a:pt x="0" y="36055"/>
                  </a:lnTo>
                  <a:lnTo>
                    <a:pt x="0" y="124853"/>
                  </a:lnTo>
                  <a:lnTo>
                    <a:pt x="35077" y="159943"/>
                  </a:lnTo>
                  <a:lnTo>
                    <a:pt x="176047" y="300850"/>
                  </a:lnTo>
                  <a:lnTo>
                    <a:pt x="264820" y="300850"/>
                  </a:lnTo>
                  <a:lnTo>
                    <a:pt x="409956" y="445960"/>
                  </a:lnTo>
                  <a:lnTo>
                    <a:pt x="409956" y="1864004"/>
                  </a:lnTo>
                  <a:lnTo>
                    <a:pt x="920661" y="2374709"/>
                  </a:lnTo>
                  <a:lnTo>
                    <a:pt x="938682" y="235668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9813" y="3970750"/>
              <a:ext cx="96122" cy="96817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711936" y="2105583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7884" y="72517"/>
                </a:moveTo>
                <a:lnTo>
                  <a:pt x="0" y="72517"/>
                </a:lnTo>
                <a:lnTo>
                  <a:pt x="0" y="190296"/>
                </a:lnTo>
                <a:lnTo>
                  <a:pt x="37884" y="190296"/>
                </a:lnTo>
                <a:lnTo>
                  <a:pt x="37884" y="72517"/>
                </a:lnTo>
                <a:close/>
              </a:path>
              <a:path w="38100" h="190500">
                <a:moveTo>
                  <a:pt x="37884" y="0"/>
                </a:moveTo>
                <a:lnTo>
                  <a:pt x="0" y="0"/>
                </a:lnTo>
                <a:lnTo>
                  <a:pt x="0" y="37553"/>
                </a:lnTo>
                <a:lnTo>
                  <a:pt x="37884" y="37553"/>
                </a:lnTo>
                <a:lnTo>
                  <a:pt x="37884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1938" y="2341472"/>
            <a:ext cx="38100" cy="236220"/>
          </a:xfrm>
          <a:custGeom>
            <a:avLst/>
            <a:gdLst/>
            <a:ahLst/>
            <a:cxnLst/>
            <a:rect l="l" t="t" r="r" b="b"/>
            <a:pathLst>
              <a:path w="38100" h="236219">
                <a:moveTo>
                  <a:pt x="37882" y="235890"/>
                </a:moveTo>
                <a:lnTo>
                  <a:pt x="0" y="235890"/>
                </a:lnTo>
                <a:lnTo>
                  <a:pt x="0" y="0"/>
                </a:lnTo>
                <a:lnTo>
                  <a:pt x="37882" y="0"/>
                </a:lnTo>
                <a:lnTo>
                  <a:pt x="37882" y="23589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2286545" y="1704247"/>
            <a:ext cx="4571365" cy="15335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450"/>
              <a:t>489,300</a:t>
            </a:r>
            <a:endParaRPr sz="7000"/>
          </a:p>
          <a:p>
            <a:pPr marL="41910">
              <a:lnSpc>
                <a:spcPct val="100000"/>
              </a:lnSpc>
              <a:spcBef>
                <a:spcPts val="1315"/>
              </a:spcBef>
            </a:pPr>
            <a:r>
              <a:rPr dirty="0" sz="1800" b="0">
                <a:latin typeface="Roboto"/>
                <a:cs typeface="Roboto"/>
              </a:rPr>
              <a:t>Big</a:t>
            </a:r>
            <a:r>
              <a:rPr dirty="0" sz="1800" spc="-70" b="0">
                <a:latin typeface="Roboto"/>
                <a:cs typeface="Roboto"/>
              </a:rPr>
              <a:t> </a:t>
            </a:r>
            <a:r>
              <a:rPr dirty="0" sz="1800" spc="-20" b="0">
                <a:latin typeface="Roboto"/>
                <a:cs typeface="Roboto"/>
              </a:rPr>
              <a:t>numbers</a:t>
            </a:r>
            <a:r>
              <a:rPr dirty="0" sz="1800" spc="-65" b="0">
                <a:latin typeface="Roboto"/>
                <a:cs typeface="Roboto"/>
              </a:rPr>
              <a:t> </a:t>
            </a:r>
            <a:r>
              <a:rPr dirty="0" sz="1800" spc="-10" b="0">
                <a:latin typeface="Roboto"/>
                <a:cs typeface="Roboto"/>
              </a:rPr>
              <a:t>catch</a:t>
            </a:r>
            <a:r>
              <a:rPr dirty="0" sz="1800" spc="-65" b="0">
                <a:latin typeface="Roboto"/>
                <a:cs typeface="Roboto"/>
              </a:rPr>
              <a:t> </a:t>
            </a:r>
            <a:r>
              <a:rPr dirty="0" sz="1800" spc="-10" b="0">
                <a:latin typeface="Roboto"/>
                <a:cs typeface="Roboto"/>
              </a:rPr>
              <a:t>your</a:t>
            </a:r>
            <a:r>
              <a:rPr dirty="0" sz="1800" spc="-70" b="0">
                <a:latin typeface="Roboto"/>
                <a:cs typeface="Roboto"/>
              </a:rPr>
              <a:t> </a:t>
            </a:r>
            <a:r>
              <a:rPr dirty="0" sz="1800" spc="-35" b="0">
                <a:latin typeface="Roboto"/>
                <a:cs typeface="Roboto"/>
              </a:rPr>
              <a:t>audience’s</a:t>
            </a:r>
            <a:r>
              <a:rPr dirty="0" sz="1800" spc="-65" b="0">
                <a:latin typeface="Roboto"/>
                <a:cs typeface="Roboto"/>
              </a:rPr>
              <a:t> </a:t>
            </a:r>
            <a:r>
              <a:rPr dirty="0" sz="1800" spc="-10" b="0">
                <a:latin typeface="Roboto"/>
                <a:cs typeface="Roboto"/>
              </a:rPr>
              <a:t>attention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320903" y="2246838"/>
            <a:ext cx="823594" cy="243204"/>
            <a:chOff x="8320903" y="2246838"/>
            <a:chExt cx="823594" cy="243204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20903" y="2363590"/>
              <a:ext cx="127370" cy="12633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25593" y="2246838"/>
              <a:ext cx="718820" cy="195580"/>
            </a:xfrm>
            <a:custGeom>
              <a:avLst/>
              <a:gdLst/>
              <a:ahLst/>
              <a:cxnLst/>
              <a:rect l="l" t="t" r="r" b="b"/>
              <a:pathLst>
                <a:path w="718820" h="195580">
                  <a:moveTo>
                    <a:pt x="563092" y="195381"/>
                  </a:moveTo>
                  <a:lnTo>
                    <a:pt x="0" y="195381"/>
                  </a:lnTo>
                  <a:lnTo>
                    <a:pt x="0" y="167152"/>
                  </a:lnTo>
                  <a:lnTo>
                    <a:pt x="551253" y="167152"/>
                  </a:lnTo>
                  <a:lnTo>
                    <a:pt x="718406" y="0"/>
                  </a:lnTo>
                  <a:lnTo>
                    <a:pt x="718406" y="40067"/>
                  </a:lnTo>
                  <a:lnTo>
                    <a:pt x="563092" y="19538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74017" y="2842621"/>
            <a:ext cx="78376" cy="45720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863494" y="4067325"/>
            <a:ext cx="760730" cy="1076325"/>
            <a:chOff x="863494" y="4067325"/>
            <a:chExt cx="760730" cy="107632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5817" y="4067325"/>
              <a:ext cx="108057" cy="108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3494" y="4164925"/>
              <a:ext cx="718185" cy="979169"/>
            </a:xfrm>
            <a:custGeom>
              <a:avLst/>
              <a:gdLst/>
              <a:ahLst/>
              <a:cxnLst/>
              <a:rect l="l" t="t" r="r" b="b"/>
              <a:pathLst>
                <a:path w="718185" h="979170">
                  <a:moveTo>
                    <a:pt x="34338" y="978574"/>
                  </a:moveTo>
                  <a:lnTo>
                    <a:pt x="0" y="978574"/>
                  </a:lnTo>
                  <a:lnTo>
                    <a:pt x="693208" y="285152"/>
                  </a:lnTo>
                  <a:lnTo>
                    <a:pt x="693208" y="0"/>
                  </a:lnTo>
                  <a:lnTo>
                    <a:pt x="717666" y="0"/>
                  </a:lnTo>
                  <a:lnTo>
                    <a:pt x="717666" y="295245"/>
                  </a:lnTo>
                  <a:lnTo>
                    <a:pt x="34338" y="97857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7234584" y="3897045"/>
            <a:ext cx="1909445" cy="1246505"/>
            <a:chOff x="7234584" y="3897045"/>
            <a:chExt cx="1909445" cy="1246505"/>
          </a:xfrm>
        </p:grpSpPr>
        <p:sp>
          <p:nvSpPr>
            <p:cNvPr id="25" name="object 25"/>
            <p:cNvSpPr/>
            <p:nvPr/>
          </p:nvSpPr>
          <p:spPr>
            <a:xfrm>
              <a:off x="7234584" y="3984806"/>
              <a:ext cx="1909445" cy="1158875"/>
            </a:xfrm>
            <a:custGeom>
              <a:avLst/>
              <a:gdLst/>
              <a:ahLst/>
              <a:cxnLst/>
              <a:rect l="l" t="t" r="r" b="b"/>
              <a:pathLst>
                <a:path w="1909445" h="1158875">
                  <a:moveTo>
                    <a:pt x="1052185" y="1158693"/>
                  </a:moveTo>
                  <a:lnTo>
                    <a:pt x="0" y="1158693"/>
                  </a:lnTo>
                  <a:lnTo>
                    <a:pt x="662848" y="495942"/>
                  </a:lnTo>
                  <a:lnTo>
                    <a:pt x="1114136" y="495942"/>
                  </a:lnTo>
                  <a:lnTo>
                    <a:pt x="1609336" y="0"/>
                  </a:lnTo>
                  <a:lnTo>
                    <a:pt x="1909415" y="0"/>
                  </a:lnTo>
                  <a:lnTo>
                    <a:pt x="1909415" y="301045"/>
                  </a:lnTo>
                  <a:lnTo>
                    <a:pt x="1052185" y="1158693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5697" y="3897045"/>
              <a:ext cx="235996" cy="23585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734812" y="3467768"/>
            <a:ext cx="2226945" cy="1675764"/>
            <a:chOff x="6734812" y="3467768"/>
            <a:chExt cx="2226945" cy="1675764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64051" y="3467768"/>
              <a:ext cx="97331" cy="980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734810" y="3532479"/>
              <a:ext cx="2167890" cy="1611630"/>
            </a:xfrm>
            <a:custGeom>
              <a:avLst/>
              <a:gdLst/>
              <a:ahLst/>
              <a:cxnLst/>
              <a:rect l="l" t="t" r="r" b="b"/>
              <a:pathLst>
                <a:path w="2167890" h="1611629">
                  <a:moveTo>
                    <a:pt x="2167471" y="17792"/>
                  </a:moveTo>
                  <a:lnTo>
                    <a:pt x="2148281" y="0"/>
                  </a:lnTo>
                  <a:lnTo>
                    <a:pt x="1428661" y="719620"/>
                  </a:lnTo>
                  <a:lnTo>
                    <a:pt x="891400" y="719620"/>
                  </a:lnTo>
                  <a:lnTo>
                    <a:pt x="712685" y="898334"/>
                  </a:lnTo>
                  <a:lnTo>
                    <a:pt x="701903" y="898334"/>
                  </a:lnTo>
                  <a:lnTo>
                    <a:pt x="701903" y="909116"/>
                  </a:lnTo>
                  <a:lnTo>
                    <a:pt x="134810" y="1476209"/>
                  </a:lnTo>
                  <a:lnTo>
                    <a:pt x="134810" y="1234325"/>
                  </a:lnTo>
                  <a:lnTo>
                    <a:pt x="460032" y="909116"/>
                  </a:lnTo>
                  <a:lnTo>
                    <a:pt x="701903" y="909116"/>
                  </a:lnTo>
                  <a:lnTo>
                    <a:pt x="701903" y="898334"/>
                  </a:lnTo>
                  <a:lnTo>
                    <a:pt x="455269" y="898334"/>
                  </a:lnTo>
                  <a:lnTo>
                    <a:pt x="124028" y="1230833"/>
                  </a:lnTo>
                  <a:lnTo>
                    <a:pt x="124028" y="1486992"/>
                  </a:lnTo>
                  <a:lnTo>
                    <a:pt x="0" y="1611020"/>
                  </a:lnTo>
                  <a:lnTo>
                    <a:pt x="36830" y="1611020"/>
                  </a:lnTo>
                  <a:lnTo>
                    <a:pt x="902055" y="745807"/>
                  </a:lnTo>
                  <a:lnTo>
                    <a:pt x="1439456" y="745807"/>
                  </a:lnTo>
                  <a:lnTo>
                    <a:pt x="1442948" y="742302"/>
                  </a:lnTo>
                  <a:lnTo>
                    <a:pt x="2167471" y="1779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653415" cy="1104265"/>
          </a:xfrm>
          <a:custGeom>
            <a:avLst/>
            <a:gdLst/>
            <a:ahLst/>
            <a:cxnLst/>
            <a:rect l="l" t="t" r="r" b="b"/>
            <a:pathLst>
              <a:path w="653415" h="1104265">
                <a:moveTo>
                  <a:pt x="0" y="1104092"/>
                </a:moveTo>
                <a:lnTo>
                  <a:pt x="0" y="52152"/>
                </a:lnTo>
                <a:lnTo>
                  <a:pt x="52178" y="0"/>
                </a:lnTo>
                <a:lnTo>
                  <a:pt x="653327" y="0"/>
                </a:lnTo>
                <a:lnTo>
                  <a:pt x="275949" y="376814"/>
                </a:lnTo>
                <a:lnTo>
                  <a:pt x="275949" y="828102"/>
                </a:lnTo>
                <a:lnTo>
                  <a:pt x="0" y="110409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129" y="1674789"/>
            <a:ext cx="73847" cy="7535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0" y="0"/>
            <a:ext cx="886460" cy="1680210"/>
          </a:xfrm>
          <a:custGeom>
            <a:avLst/>
            <a:gdLst/>
            <a:ahLst/>
            <a:cxnLst/>
            <a:rect l="l" t="t" r="r" b="b"/>
            <a:pathLst>
              <a:path w="886460" h="1680210">
                <a:moveTo>
                  <a:pt x="886358" y="0"/>
                </a:moveTo>
                <a:lnTo>
                  <a:pt x="849376" y="0"/>
                </a:lnTo>
                <a:lnTo>
                  <a:pt x="459028" y="390359"/>
                </a:lnTo>
                <a:lnTo>
                  <a:pt x="459028" y="927760"/>
                </a:lnTo>
                <a:lnTo>
                  <a:pt x="0" y="1386789"/>
                </a:lnTo>
                <a:lnTo>
                  <a:pt x="0" y="1423631"/>
                </a:lnTo>
                <a:lnTo>
                  <a:pt x="295719" y="1127912"/>
                </a:lnTo>
                <a:lnTo>
                  <a:pt x="295719" y="1369783"/>
                </a:lnTo>
                <a:lnTo>
                  <a:pt x="0" y="1665503"/>
                </a:lnTo>
                <a:lnTo>
                  <a:pt x="0" y="1679892"/>
                </a:lnTo>
                <a:lnTo>
                  <a:pt x="306501" y="1374546"/>
                </a:lnTo>
                <a:lnTo>
                  <a:pt x="306501" y="1117130"/>
                </a:lnTo>
                <a:lnTo>
                  <a:pt x="485216" y="938403"/>
                </a:lnTo>
                <a:lnTo>
                  <a:pt x="485216" y="401142"/>
                </a:lnTo>
                <a:lnTo>
                  <a:pt x="617423" y="268935"/>
                </a:lnTo>
                <a:lnTo>
                  <a:pt x="671068" y="268935"/>
                </a:lnTo>
                <a:lnTo>
                  <a:pt x="840257" y="99745"/>
                </a:lnTo>
                <a:lnTo>
                  <a:pt x="840257" y="46101"/>
                </a:lnTo>
                <a:lnTo>
                  <a:pt x="886358" y="0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392" y="1886348"/>
            <a:ext cx="73659" cy="73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129" y="1884652"/>
            <a:ext cx="73847" cy="738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392" y="2094705"/>
            <a:ext cx="73659" cy="736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08429" y="1672915"/>
            <a:ext cx="1725930" cy="1106805"/>
          </a:xfrm>
          <a:prstGeom prst="rect">
            <a:avLst/>
          </a:prstGeom>
        </p:spPr>
        <p:txBody>
          <a:bodyPr wrap="square" lIns="0" tIns="18415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450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second planet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952053" y="445384"/>
            <a:ext cx="3240405" cy="13227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CONCLUSIONS</a:t>
            </a:r>
          </a:p>
          <a:p>
            <a:pPr algn="ctr">
              <a:lnSpc>
                <a:spcPct val="100000"/>
              </a:lnSpc>
              <a:spcBef>
                <a:spcPts val="3010"/>
              </a:spcBef>
            </a:pPr>
            <a:r>
              <a:rPr dirty="0" spc="315"/>
              <a:t>02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2769" y="1145866"/>
            <a:ext cx="1815464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dirty="0" sz="3000" spc="-350" b="1">
                <a:solidFill>
                  <a:srgbClr val="373536"/>
                </a:solidFill>
                <a:latin typeface="Verdana"/>
                <a:cs typeface="Verdana"/>
              </a:rPr>
              <a:t>01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0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It’s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closest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5698" y="2870828"/>
            <a:ext cx="1749425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95"/>
              </a:spcBef>
            </a:pPr>
            <a:r>
              <a:rPr dirty="0" sz="3000" spc="165" b="1">
                <a:solidFill>
                  <a:srgbClr val="373536"/>
                </a:solidFill>
                <a:latin typeface="Verdana"/>
                <a:cs typeface="Verdana"/>
              </a:rPr>
              <a:t>04</a:t>
            </a:r>
            <a:endParaRPr sz="30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805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SATURN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Saturn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giant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with</a:t>
            </a:r>
            <a:r>
              <a:rPr dirty="0" sz="1500" spc="-8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several</a:t>
            </a:r>
            <a:r>
              <a:rPr dirty="0" sz="1500" spc="-8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rings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1873" y="2870828"/>
            <a:ext cx="1798955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05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biggest planet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them</a:t>
            </a:r>
            <a:r>
              <a:rPr dirty="0" sz="15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474293" y="1978482"/>
            <a:ext cx="1670050" cy="3165475"/>
            <a:chOff x="7474293" y="1978482"/>
            <a:chExt cx="1670050" cy="3165475"/>
          </a:xfrm>
        </p:grpSpPr>
        <p:sp>
          <p:nvSpPr>
            <p:cNvPr id="3" name="object 3"/>
            <p:cNvSpPr/>
            <p:nvPr/>
          </p:nvSpPr>
          <p:spPr>
            <a:xfrm>
              <a:off x="7474293" y="3881235"/>
              <a:ext cx="1670050" cy="1262380"/>
            </a:xfrm>
            <a:custGeom>
              <a:avLst/>
              <a:gdLst/>
              <a:ahLst/>
              <a:cxnLst/>
              <a:rect l="l" t="t" r="r" b="b"/>
              <a:pathLst>
                <a:path w="1670050" h="1262379">
                  <a:moveTo>
                    <a:pt x="1134456" y="1262264"/>
                  </a:moveTo>
                  <a:lnTo>
                    <a:pt x="0" y="1262264"/>
                  </a:lnTo>
                  <a:lnTo>
                    <a:pt x="368832" y="893879"/>
                  </a:lnTo>
                  <a:lnTo>
                    <a:pt x="775949" y="893879"/>
                  </a:lnTo>
                  <a:lnTo>
                    <a:pt x="1669706" y="0"/>
                  </a:lnTo>
                  <a:lnTo>
                    <a:pt x="1669706" y="1006068"/>
                  </a:lnTo>
                  <a:lnTo>
                    <a:pt x="1437924" y="1237850"/>
                  </a:lnTo>
                  <a:lnTo>
                    <a:pt x="1158866" y="1237850"/>
                  </a:lnTo>
                  <a:lnTo>
                    <a:pt x="1134456" y="1262264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59052" y="2329230"/>
              <a:ext cx="1085215" cy="2508250"/>
            </a:xfrm>
            <a:custGeom>
              <a:avLst/>
              <a:gdLst/>
              <a:ahLst/>
              <a:cxnLst/>
              <a:rect l="l" t="t" r="r" b="b"/>
              <a:pathLst>
                <a:path w="1085215" h="2508250">
                  <a:moveTo>
                    <a:pt x="1084948" y="0"/>
                  </a:moveTo>
                  <a:lnTo>
                    <a:pt x="498360" y="588314"/>
                  </a:lnTo>
                  <a:lnTo>
                    <a:pt x="498360" y="1992922"/>
                  </a:lnTo>
                  <a:lnTo>
                    <a:pt x="0" y="2489555"/>
                  </a:lnTo>
                  <a:lnTo>
                    <a:pt x="16624" y="2508135"/>
                  </a:lnTo>
                  <a:lnTo>
                    <a:pt x="522630" y="2002104"/>
                  </a:lnTo>
                  <a:lnTo>
                    <a:pt x="522630" y="599478"/>
                  </a:lnTo>
                  <a:lnTo>
                    <a:pt x="665861" y="456234"/>
                  </a:lnTo>
                  <a:lnTo>
                    <a:pt x="755091" y="456234"/>
                  </a:lnTo>
                  <a:lnTo>
                    <a:pt x="1034110" y="177190"/>
                  </a:lnTo>
                  <a:lnTo>
                    <a:pt x="1034110" y="87985"/>
                  </a:lnTo>
                  <a:lnTo>
                    <a:pt x="1084948" y="37134"/>
                  </a:lnTo>
                  <a:lnTo>
                    <a:pt x="1084948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330" y="4797346"/>
              <a:ext cx="95960" cy="957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9561" y="1978482"/>
              <a:ext cx="78376" cy="457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288871" y="1145866"/>
            <a:ext cx="1868170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03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2200" spc="70" b="1">
                <a:solidFill>
                  <a:srgbClr val="FC2E12"/>
                </a:solidFill>
                <a:latin typeface="Verdana"/>
                <a:cs typeface="Verdana"/>
              </a:rPr>
              <a:t>NEPTUNE</a:t>
            </a:r>
            <a:endParaRPr sz="2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919"/>
              </a:spcBef>
            </a:pP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It’s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farthest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65750" y="2870828"/>
            <a:ext cx="1714500" cy="163385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95"/>
              </a:spcBef>
            </a:pPr>
            <a:r>
              <a:rPr dirty="0" sz="3000" spc="315" b="1">
                <a:solidFill>
                  <a:srgbClr val="373536"/>
                </a:solidFill>
                <a:latin typeface="Verdana"/>
                <a:cs typeface="Verdana"/>
              </a:rPr>
              <a:t>06</a:t>
            </a:r>
            <a:endParaRPr sz="30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805"/>
              </a:spcBef>
            </a:pPr>
            <a:r>
              <a:rPr dirty="0" sz="2200" spc="8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endParaRPr sz="2200">
              <a:latin typeface="Verdana"/>
              <a:cs typeface="Verdana"/>
            </a:endParaRPr>
          </a:p>
          <a:p>
            <a:pPr algn="ctr" marL="12065" marR="5080" indent="-635">
              <a:lnSpc>
                <a:spcPct val="100000"/>
              </a:lnSpc>
              <a:spcBef>
                <a:spcPts val="919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Despite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being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red,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Mars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object 22"/>
          <p:cNvGrpSpPr/>
          <p:nvPr/>
        </p:nvGrpSpPr>
        <p:grpSpPr>
          <a:xfrm>
            <a:off x="0" y="0"/>
            <a:ext cx="2049780" cy="1767205"/>
            <a:chOff x="0" y="0"/>
            <a:chExt cx="2049780" cy="176720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2505" y="555319"/>
              <a:ext cx="457200" cy="7837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0" y="0"/>
              <a:ext cx="1903730" cy="1767205"/>
            </a:xfrm>
            <a:custGeom>
              <a:avLst/>
              <a:gdLst/>
              <a:ahLst/>
              <a:cxnLst/>
              <a:rect l="l" t="t" r="r" b="b"/>
              <a:pathLst>
                <a:path w="1903730" h="1767205">
                  <a:moveTo>
                    <a:pt x="0" y="1766731"/>
                  </a:moveTo>
                  <a:lnTo>
                    <a:pt x="0" y="656884"/>
                  </a:lnTo>
                  <a:lnTo>
                    <a:pt x="451205" y="656884"/>
                  </a:lnTo>
                  <a:lnTo>
                    <a:pt x="1107114" y="0"/>
                  </a:lnTo>
                  <a:lnTo>
                    <a:pt x="1903125" y="0"/>
                  </a:lnTo>
                  <a:lnTo>
                    <a:pt x="293024" y="1610867"/>
                  </a:lnTo>
                  <a:lnTo>
                    <a:pt x="156262" y="1610867"/>
                  </a:lnTo>
                  <a:lnTo>
                    <a:pt x="0" y="1766731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22284" y="1313893"/>
              <a:ext cx="47625" cy="335280"/>
            </a:xfrm>
            <a:custGeom>
              <a:avLst/>
              <a:gdLst/>
              <a:ahLst/>
              <a:cxnLst/>
              <a:rect l="l" t="t" r="r" b="b"/>
              <a:pathLst>
                <a:path w="47625" h="335280">
                  <a:moveTo>
                    <a:pt x="0" y="334877"/>
                  </a:moveTo>
                  <a:lnTo>
                    <a:pt x="0" y="0"/>
                  </a:lnTo>
                  <a:lnTo>
                    <a:pt x="47619" y="47759"/>
                  </a:lnTo>
                  <a:lnTo>
                    <a:pt x="47619" y="285997"/>
                  </a:lnTo>
                  <a:lnTo>
                    <a:pt x="0" y="33487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2156897" y="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100994"/>
                </a:moveTo>
                <a:lnTo>
                  <a:pt x="0" y="34327"/>
                </a:lnTo>
                <a:lnTo>
                  <a:pt x="34327" y="0"/>
                </a:lnTo>
                <a:lnTo>
                  <a:pt x="101114" y="0"/>
                </a:lnTo>
                <a:lnTo>
                  <a:pt x="0" y="100994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465140" y="0"/>
            <a:ext cx="1816735" cy="1938655"/>
            <a:chOff x="465140" y="0"/>
            <a:chExt cx="1816735" cy="1938655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5140" y="1840230"/>
              <a:ext cx="97191" cy="980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0849" y="0"/>
              <a:ext cx="1781175" cy="1854200"/>
            </a:xfrm>
            <a:custGeom>
              <a:avLst/>
              <a:gdLst/>
              <a:ahLst/>
              <a:cxnLst/>
              <a:rect l="l" t="t" r="r" b="b"/>
              <a:pathLst>
                <a:path w="1781175" h="1854200">
                  <a:moveTo>
                    <a:pt x="1780984" y="0"/>
                  </a:moveTo>
                  <a:lnTo>
                    <a:pt x="1744014" y="0"/>
                  </a:lnTo>
                  <a:lnTo>
                    <a:pt x="1523822" y="220192"/>
                  </a:lnTo>
                  <a:lnTo>
                    <a:pt x="986561" y="220192"/>
                  </a:lnTo>
                  <a:lnTo>
                    <a:pt x="807847" y="398907"/>
                  </a:lnTo>
                  <a:lnTo>
                    <a:pt x="797064" y="398907"/>
                  </a:lnTo>
                  <a:lnTo>
                    <a:pt x="797064" y="409689"/>
                  </a:lnTo>
                  <a:lnTo>
                    <a:pt x="229971" y="976782"/>
                  </a:lnTo>
                  <a:lnTo>
                    <a:pt x="229971" y="734898"/>
                  </a:lnTo>
                  <a:lnTo>
                    <a:pt x="555193" y="409689"/>
                  </a:lnTo>
                  <a:lnTo>
                    <a:pt x="797064" y="409689"/>
                  </a:lnTo>
                  <a:lnTo>
                    <a:pt x="797064" y="398907"/>
                  </a:lnTo>
                  <a:lnTo>
                    <a:pt x="550430" y="398907"/>
                  </a:lnTo>
                  <a:lnTo>
                    <a:pt x="219189" y="731405"/>
                  </a:lnTo>
                  <a:lnTo>
                    <a:pt x="219189" y="987564"/>
                  </a:lnTo>
                  <a:lnTo>
                    <a:pt x="0" y="1206754"/>
                  </a:lnTo>
                  <a:lnTo>
                    <a:pt x="0" y="1853679"/>
                  </a:lnTo>
                  <a:lnTo>
                    <a:pt x="26187" y="1853679"/>
                  </a:lnTo>
                  <a:lnTo>
                    <a:pt x="26187" y="1217396"/>
                  </a:lnTo>
                  <a:lnTo>
                    <a:pt x="997204" y="246380"/>
                  </a:lnTo>
                  <a:lnTo>
                    <a:pt x="1534617" y="246380"/>
                  </a:lnTo>
                  <a:lnTo>
                    <a:pt x="1780984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/>
          <p:nvPr/>
        </p:nvSpPr>
        <p:spPr>
          <a:xfrm>
            <a:off x="7344490" y="0"/>
            <a:ext cx="1799589" cy="1560195"/>
          </a:xfrm>
          <a:custGeom>
            <a:avLst/>
            <a:gdLst/>
            <a:ahLst/>
            <a:cxnLst/>
            <a:rect l="l" t="t" r="r" b="b"/>
            <a:pathLst>
              <a:path w="1799590" h="1560195">
                <a:moveTo>
                  <a:pt x="1799509" y="1559781"/>
                </a:moveTo>
                <a:lnTo>
                  <a:pt x="1692979" y="1559781"/>
                </a:lnTo>
                <a:lnTo>
                  <a:pt x="949328" y="816004"/>
                </a:lnTo>
                <a:lnTo>
                  <a:pt x="670271" y="816004"/>
                </a:lnTo>
                <a:lnTo>
                  <a:pt x="129926" y="275660"/>
                </a:lnTo>
                <a:lnTo>
                  <a:pt x="129926" y="129955"/>
                </a:lnTo>
                <a:lnTo>
                  <a:pt x="0" y="0"/>
                </a:lnTo>
                <a:lnTo>
                  <a:pt x="860276" y="0"/>
                </a:lnTo>
                <a:lnTo>
                  <a:pt x="1332246" y="472034"/>
                </a:lnTo>
                <a:lnTo>
                  <a:pt x="1739363" y="472034"/>
                </a:lnTo>
                <a:lnTo>
                  <a:pt x="1799509" y="532107"/>
                </a:lnTo>
                <a:lnTo>
                  <a:pt x="1799509" y="1559781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7487958" y="0"/>
            <a:ext cx="1395095" cy="845819"/>
            <a:chOff x="7487958" y="0"/>
            <a:chExt cx="1395095" cy="845819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7958" y="733751"/>
              <a:ext cx="112786" cy="11187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580660" y="0"/>
              <a:ext cx="1302385" cy="803910"/>
            </a:xfrm>
            <a:custGeom>
              <a:avLst/>
              <a:gdLst/>
              <a:ahLst/>
              <a:cxnLst/>
              <a:rect l="l" t="t" r="r" b="b"/>
              <a:pathLst>
                <a:path w="1302384" h="803910">
                  <a:moveTo>
                    <a:pt x="498618" y="803377"/>
                  </a:moveTo>
                  <a:lnTo>
                    <a:pt x="0" y="803377"/>
                  </a:lnTo>
                  <a:lnTo>
                    <a:pt x="0" y="778381"/>
                  </a:lnTo>
                  <a:lnTo>
                    <a:pt x="488135" y="778381"/>
                  </a:lnTo>
                  <a:lnTo>
                    <a:pt x="1266517" y="0"/>
                  </a:lnTo>
                  <a:lnTo>
                    <a:pt x="1301996" y="0"/>
                  </a:lnTo>
                  <a:lnTo>
                    <a:pt x="498618" y="80337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0" y="667317"/>
            <a:ext cx="823594" cy="2243455"/>
            <a:chOff x="0" y="667317"/>
            <a:chExt cx="823594" cy="2243455"/>
          </a:xfrm>
        </p:grpSpPr>
        <p:sp>
          <p:nvSpPr>
            <p:cNvPr id="34" name="object 34"/>
            <p:cNvSpPr/>
            <p:nvPr/>
          </p:nvSpPr>
          <p:spPr>
            <a:xfrm>
              <a:off x="0" y="667321"/>
              <a:ext cx="765810" cy="2187575"/>
            </a:xfrm>
            <a:custGeom>
              <a:avLst/>
              <a:gdLst/>
              <a:ahLst/>
              <a:cxnLst/>
              <a:rect l="l" t="t" r="r" b="b"/>
              <a:pathLst>
                <a:path w="765810" h="2187575">
                  <a:moveTo>
                    <a:pt x="765251" y="2168918"/>
                  </a:moveTo>
                  <a:lnTo>
                    <a:pt x="266890" y="1672297"/>
                  </a:lnTo>
                  <a:lnTo>
                    <a:pt x="266890" y="267690"/>
                  </a:lnTo>
                  <a:lnTo>
                    <a:pt x="0" y="0"/>
                  </a:lnTo>
                  <a:lnTo>
                    <a:pt x="0" y="13906"/>
                  </a:lnTo>
                  <a:lnTo>
                    <a:pt x="0" y="36207"/>
                  </a:lnTo>
                  <a:lnTo>
                    <a:pt x="0" y="125425"/>
                  </a:lnTo>
                  <a:lnTo>
                    <a:pt x="10172" y="135610"/>
                  </a:lnTo>
                  <a:lnTo>
                    <a:pt x="99390" y="135610"/>
                  </a:lnTo>
                  <a:lnTo>
                    <a:pt x="242620" y="278841"/>
                  </a:lnTo>
                  <a:lnTo>
                    <a:pt x="242620" y="1681480"/>
                  </a:lnTo>
                  <a:lnTo>
                    <a:pt x="748626" y="2187511"/>
                  </a:lnTo>
                  <a:lnTo>
                    <a:pt x="765251" y="216891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7026" y="2814807"/>
              <a:ext cx="95960" cy="9578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083655" y="1227772"/>
            <a:ext cx="1060450" cy="683895"/>
            <a:chOff x="8083655" y="1227772"/>
            <a:chExt cx="1060450" cy="68389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3655" y="1227772"/>
              <a:ext cx="129854" cy="1290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00142" y="1278820"/>
              <a:ext cx="944244" cy="633095"/>
            </a:xfrm>
            <a:custGeom>
              <a:avLst/>
              <a:gdLst/>
              <a:ahLst/>
              <a:cxnLst/>
              <a:rect l="l" t="t" r="r" b="b"/>
              <a:pathLst>
                <a:path w="944245" h="633094">
                  <a:moveTo>
                    <a:pt x="943857" y="632529"/>
                  </a:moveTo>
                  <a:lnTo>
                    <a:pt x="340333" y="29191"/>
                  </a:lnTo>
                  <a:lnTo>
                    <a:pt x="0" y="29191"/>
                  </a:lnTo>
                  <a:lnTo>
                    <a:pt x="0" y="0"/>
                  </a:lnTo>
                  <a:lnTo>
                    <a:pt x="352379" y="0"/>
                  </a:lnTo>
                  <a:lnTo>
                    <a:pt x="943857" y="591477"/>
                  </a:lnTo>
                  <a:lnTo>
                    <a:pt x="943857" y="63252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8320888" y="2106421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7871" y="72517"/>
                </a:moveTo>
                <a:lnTo>
                  <a:pt x="0" y="72517"/>
                </a:lnTo>
                <a:lnTo>
                  <a:pt x="0" y="190296"/>
                </a:lnTo>
                <a:lnTo>
                  <a:pt x="37871" y="190296"/>
                </a:lnTo>
                <a:lnTo>
                  <a:pt x="37871" y="72517"/>
                </a:lnTo>
                <a:close/>
              </a:path>
              <a:path w="38100" h="190500">
                <a:moveTo>
                  <a:pt x="37871" y="0"/>
                </a:moveTo>
                <a:lnTo>
                  <a:pt x="0" y="0"/>
                </a:lnTo>
                <a:lnTo>
                  <a:pt x="0" y="37553"/>
                </a:lnTo>
                <a:lnTo>
                  <a:pt x="37871" y="37553"/>
                </a:lnTo>
                <a:lnTo>
                  <a:pt x="37871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320889" y="2342310"/>
            <a:ext cx="38100" cy="236220"/>
          </a:xfrm>
          <a:custGeom>
            <a:avLst/>
            <a:gdLst/>
            <a:ahLst/>
            <a:cxnLst/>
            <a:rect l="l" t="t" r="r" b="b"/>
            <a:pathLst>
              <a:path w="38100" h="236219">
                <a:moveTo>
                  <a:pt x="37881" y="235890"/>
                </a:moveTo>
                <a:lnTo>
                  <a:pt x="0" y="235890"/>
                </a:lnTo>
                <a:lnTo>
                  <a:pt x="0" y="0"/>
                </a:lnTo>
                <a:lnTo>
                  <a:pt x="37881" y="0"/>
                </a:lnTo>
                <a:lnTo>
                  <a:pt x="37881" y="23589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3519985"/>
            <a:ext cx="2388870" cy="1623695"/>
            <a:chOff x="0" y="3519985"/>
            <a:chExt cx="2388870" cy="1623695"/>
          </a:xfrm>
        </p:grpSpPr>
        <p:sp>
          <p:nvSpPr>
            <p:cNvPr id="4" name="object 4"/>
            <p:cNvSpPr/>
            <p:nvPr/>
          </p:nvSpPr>
          <p:spPr>
            <a:xfrm>
              <a:off x="0" y="3519985"/>
              <a:ext cx="2269490" cy="1623695"/>
            </a:xfrm>
            <a:custGeom>
              <a:avLst/>
              <a:gdLst/>
              <a:ahLst/>
              <a:cxnLst/>
              <a:rect l="l" t="t" r="r" b="b"/>
              <a:pathLst>
                <a:path w="2269490" h="1623695">
                  <a:moveTo>
                    <a:pt x="2268886" y="1623513"/>
                  </a:moveTo>
                  <a:lnTo>
                    <a:pt x="2240599" y="1623513"/>
                  </a:lnTo>
                  <a:lnTo>
                    <a:pt x="2011490" y="1394405"/>
                  </a:lnTo>
                  <a:lnTo>
                    <a:pt x="1464045" y="1394405"/>
                  </a:lnTo>
                  <a:lnTo>
                    <a:pt x="996599" y="926959"/>
                  </a:lnTo>
                  <a:lnTo>
                    <a:pt x="821483" y="926959"/>
                  </a:lnTo>
                  <a:lnTo>
                    <a:pt x="481772" y="587336"/>
                  </a:lnTo>
                  <a:lnTo>
                    <a:pt x="481772" y="509811"/>
                  </a:lnTo>
                  <a:lnTo>
                    <a:pt x="0" y="28039"/>
                  </a:lnTo>
                  <a:lnTo>
                    <a:pt x="0" y="0"/>
                  </a:lnTo>
                  <a:lnTo>
                    <a:pt x="134723" y="134741"/>
                  </a:lnTo>
                  <a:lnTo>
                    <a:pt x="661219" y="134741"/>
                  </a:lnTo>
                  <a:lnTo>
                    <a:pt x="1237217" y="710827"/>
                  </a:lnTo>
                  <a:lnTo>
                    <a:pt x="1493039" y="710827"/>
                  </a:lnTo>
                  <a:lnTo>
                    <a:pt x="1818961" y="1036307"/>
                  </a:lnTo>
                  <a:lnTo>
                    <a:pt x="1818961" y="1173588"/>
                  </a:lnTo>
                  <a:lnTo>
                    <a:pt x="2268886" y="1623513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5599" y="4281754"/>
              <a:ext cx="92941" cy="929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3756" y="4281754"/>
              <a:ext cx="93733" cy="9338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726239" y="3312112"/>
            <a:ext cx="1229360" cy="1831975"/>
            <a:chOff x="726239" y="3312112"/>
            <a:chExt cx="1229360" cy="1831975"/>
          </a:xfrm>
        </p:grpSpPr>
        <p:sp>
          <p:nvSpPr>
            <p:cNvPr id="10" name="object 10"/>
            <p:cNvSpPr/>
            <p:nvPr/>
          </p:nvSpPr>
          <p:spPr>
            <a:xfrm>
              <a:off x="758510" y="3387708"/>
              <a:ext cx="1196975" cy="1756410"/>
            </a:xfrm>
            <a:custGeom>
              <a:avLst/>
              <a:gdLst/>
              <a:ahLst/>
              <a:cxnLst/>
              <a:rect l="l" t="t" r="r" b="b"/>
              <a:pathLst>
                <a:path w="1196975" h="1756410">
                  <a:moveTo>
                    <a:pt x="1196544" y="1755791"/>
                  </a:moveTo>
                  <a:lnTo>
                    <a:pt x="1161661" y="1755791"/>
                  </a:lnTo>
                  <a:lnTo>
                    <a:pt x="0" y="593772"/>
                  </a:lnTo>
                  <a:lnTo>
                    <a:pt x="0" y="0"/>
                  </a:lnTo>
                  <a:lnTo>
                    <a:pt x="29760" y="0"/>
                  </a:lnTo>
                  <a:lnTo>
                    <a:pt x="29760" y="581171"/>
                  </a:lnTo>
                  <a:lnTo>
                    <a:pt x="1196544" y="1747956"/>
                  </a:lnTo>
                  <a:lnTo>
                    <a:pt x="1196544" y="175579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6239" y="3312112"/>
              <a:ext cx="95581" cy="9557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6958" y="4494792"/>
            <a:ext cx="93394" cy="93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58914" y="4494792"/>
            <a:ext cx="92828" cy="9327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211494" y="3554812"/>
            <a:ext cx="1932939" cy="1588770"/>
          </a:xfrm>
          <a:custGeom>
            <a:avLst/>
            <a:gdLst/>
            <a:ahLst/>
            <a:cxnLst/>
            <a:rect l="l" t="t" r="r" b="b"/>
            <a:pathLst>
              <a:path w="1932940" h="1588770">
                <a:moveTo>
                  <a:pt x="1017940" y="1588687"/>
                </a:moveTo>
                <a:lnTo>
                  <a:pt x="0" y="1588687"/>
                </a:lnTo>
                <a:lnTo>
                  <a:pt x="0" y="1455557"/>
                </a:lnTo>
                <a:lnTo>
                  <a:pt x="526154" y="930053"/>
                </a:lnTo>
                <a:lnTo>
                  <a:pt x="939150" y="930053"/>
                </a:lnTo>
                <a:lnTo>
                  <a:pt x="1869094" y="0"/>
                </a:lnTo>
                <a:lnTo>
                  <a:pt x="1932505" y="0"/>
                </a:lnTo>
                <a:lnTo>
                  <a:pt x="1932505" y="957169"/>
                </a:lnTo>
                <a:lnTo>
                  <a:pt x="1610684" y="1278983"/>
                </a:lnTo>
                <a:lnTo>
                  <a:pt x="1327597" y="1278983"/>
                </a:lnTo>
                <a:lnTo>
                  <a:pt x="1017940" y="1588687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5855747" y="3141835"/>
            <a:ext cx="2958465" cy="2002155"/>
            <a:chOff x="5855747" y="3141835"/>
            <a:chExt cx="2958465" cy="2002155"/>
          </a:xfrm>
        </p:grpSpPr>
        <p:sp>
          <p:nvSpPr>
            <p:cNvPr id="19" name="object 19"/>
            <p:cNvSpPr/>
            <p:nvPr/>
          </p:nvSpPr>
          <p:spPr>
            <a:xfrm>
              <a:off x="5855741" y="3177184"/>
              <a:ext cx="2874645" cy="1966595"/>
            </a:xfrm>
            <a:custGeom>
              <a:avLst/>
              <a:gdLst/>
              <a:ahLst/>
              <a:cxnLst/>
              <a:rect l="l" t="t" r="r" b="b"/>
              <a:pathLst>
                <a:path w="2874645" h="1966595">
                  <a:moveTo>
                    <a:pt x="2874149" y="0"/>
                  </a:moveTo>
                  <a:lnTo>
                    <a:pt x="2292019" y="0"/>
                  </a:lnTo>
                  <a:lnTo>
                    <a:pt x="2292019" y="1076972"/>
                  </a:lnTo>
                  <a:lnTo>
                    <a:pt x="2137397" y="1231582"/>
                  </a:lnTo>
                  <a:lnTo>
                    <a:pt x="2048192" y="1231582"/>
                  </a:lnTo>
                  <a:lnTo>
                    <a:pt x="1769148" y="1510601"/>
                  </a:lnTo>
                  <a:lnTo>
                    <a:pt x="1769148" y="1599831"/>
                  </a:lnTo>
                  <a:lnTo>
                    <a:pt x="1625904" y="1743062"/>
                  </a:lnTo>
                  <a:lnTo>
                    <a:pt x="223278" y="1743062"/>
                  </a:lnTo>
                  <a:lnTo>
                    <a:pt x="0" y="1966315"/>
                  </a:lnTo>
                  <a:lnTo>
                    <a:pt x="34150" y="1966315"/>
                  </a:lnTo>
                  <a:lnTo>
                    <a:pt x="232460" y="1767332"/>
                  </a:lnTo>
                  <a:lnTo>
                    <a:pt x="1637068" y="1767332"/>
                  </a:lnTo>
                  <a:lnTo>
                    <a:pt x="2314321" y="1092060"/>
                  </a:lnTo>
                  <a:lnTo>
                    <a:pt x="2318042" y="1088351"/>
                  </a:lnTo>
                  <a:lnTo>
                    <a:pt x="2318042" y="26022"/>
                  </a:lnTo>
                  <a:lnTo>
                    <a:pt x="2874149" y="26022"/>
                  </a:lnTo>
                  <a:lnTo>
                    <a:pt x="2874149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16999" y="3141835"/>
              <a:ext cx="96657" cy="948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60668" y="3186366"/>
              <a:ext cx="342265" cy="584835"/>
            </a:xfrm>
            <a:custGeom>
              <a:avLst/>
              <a:gdLst/>
              <a:ahLst/>
              <a:cxnLst/>
              <a:rect l="l" t="t" r="r" b="b"/>
              <a:pathLst>
                <a:path w="342265" h="584835">
                  <a:moveTo>
                    <a:pt x="7436" y="584297"/>
                  </a:moveTo>
                  <a:lnTo>
                    <a:pt x="0" y="576862"/>
                  </a:lnTo>
                  <a:lnTo>
                    <a:pt x="161825" y="415043"/>
                  </a:lnTo>
                  <a:lnTo>
                    <a:pt x="161825" y="174939"/>
                  </a:lnTo>
                  <a:lnTo>
                    <a:pt x="336772" y="0"/>
                  </a:lnTo>
                  <a:lnTo>
                    <a:pt x="342239" y="7434"/>
                  </a:lnTo>
                  <a:lnTo>
                    <a:pt x="171229" y="178656"/>
                  </a:lnTo>
                  <a:lnTo>
                    <a:pt x="171229" y="420510"/>
                  </a:lnTo>
                  <a:lnTo>
                    <a:pt x="7436" y="58429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1851555" y="1479830"/>
            <a:ext cx="5441315" cy="2159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40410" marR="5080" indent="-728345">
              <a:lnSpc>
                <a:spcPct val="100000"/>
              </a:lnSpc>
              <a:spcBef>
                <a:spcPts val="100"/>
              </a:spcBef>
            </a:pPr>
            <a:r>
              <a:rPr dirty="0" sz="7000" spc="285"/>
              <a:t>AWESOME </a:t>
            </a:r>
            <a:r>
              <a:rPr dirty="0" sz="7000" spc="160"/>
              <a:t>WORDS</a:t>
            </a:r>
            <a:endParaRPr sz="7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29079"/>
              <a:ext cx="6206490" cy="1014094"/>
            </a:xfrm>
            <a:custGeom>
              <a:avLst/>
              <a:gdLst/>
              <a:ahLst/>
              <a:cxnLst/>
              <a:rect l="l" t="t" r="r" b="b"/>
              <a:pathLst>
                <a:path w="6206490" h="1014094">
                  <a:moveTo>
                    <a:pt x="6206399" y="1013999"/>
                  </a:moveTo>
                  <a:lnTo>
                    <a:pt x="0" y="1013999"/>
                  </a:lnTo>
                  <a:lnTo>
                    <a:pt x="0" y="0"/>
                  </a:lnTo>
                  <a:lnTo>
                    <a:pt x="6206399" y="0"/>
                  </a:lnTo>
                  <a:lnTo>
                    <a:pt x="6206399" y="1013999"/>
                  </a:lnTo>
                  <a:close/>
                </a:path>
              </a:pathLst>
            </a:custGeom>
            <a:solidFill>
              <a:srgbClr val="E3EE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93024" y="445384"/>
            <a:ext cx="51098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A</a:t>
            </a:r>
            <a:r>
              <a:rPr dirty="0" spc="-110"/>
              <a:t> </a:t>
            </a:r>
            <a:r>
              <a:rPr dirty="0"/>
              <a:t>PICTURE</a:t>
            </a:r>
            <a:r>
              <a:rPr dirty="0" spc="-105"/>
              <a:t> </a:t>
            </a:r>
            <a:r>
              <a:rPr dirty="0" spc="-340"/>
              <a:t>IS</a:t>
            </a:r>
            <a:r>
              <a:rPr dirty="0" spc="-105"/>
              <a:t> </a:t>
            </a:r>
            <a:r>
              <a:rPr dirty="0" spc="55"/>
              <a:t>WORTH</a:t>
            </a:r>
            <a:r>
              <a:rPr dirty="0" spc="-105"/>
              <a:t> </a:t>
            </a:r>
            <a:r>
              <a:rPr dirty="0" spc="110"/>
              <a:t>A </a:t>
            </a:r>
            <a:r>
              <a:rPr dirty="0" spc="70"/>
              <a:t>THOUSAND</a:t>
            </a:r>
            <a:r>
              <a:rPr dirty="0" spc="-100"/>
              <a:t> </a:t>
            </a:r>
            <a:r>
              <a:rPr dirty="0" spc="60"/>
              <a:t>WORDS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1071880" cy="968375"/>
            <a:chOff x="0" y="0"/>
            <a:chExt cx="1071880" cy="96837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071880" cy="968375"/>
            </a:xfrm>
            <a:custGeom>
              <a:avLst/>
              <a:gdLst/>
              <a:ahLst/>
              <a:cxnLst/>
              <a:rect l="l" t="t" r="r" b="b"/>
              <a:pathLst>
                <a:path w="1071880" h="968375">
                  <a:moveTo>
                    <a:pt x="0" y="968207"/>
                  </a:moveTo>
                  <a:lnTo>
                    <a:pt x="0" y="154886"/>
                  </a:lnTo>
                  <a:lnTo>
                    <a:pt x="315984" y="154886"/>
                  </a:lnTo>
                  <a:lnTo>
                    <a:pt x="470639" y="0"/>
                  </a:lnTo>
                  <a:lnTo>
                    <a:pt x="1071271" y="0"/>
                  </a:lnTo>
                  <a:lnTo>
                    <a:pt x="196560" y="875138"/>
                  </a:lnTo>
                  <a:lnTo>
                    <a:pt x="93306" y="875138"/>
                  </a:lnTo>
                  <a:lnTo>
                    <a:pt x="0" y="96820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58346" y="0"/>
              <a:ext cx="498475" cy="481965"/>
            </a:xfrm>
            <a:custGeom>
              <a:avLst/>
              <a:gdLst/>
              <a:ahLst/>
              <a:cxnLst/>
              <a:rect l="l" t="t" r="r" b="b"/>
              <a:pathLst>
                <a:path w="498475" h="481965">
                  <a:moveTo>
                    <a:pt x="18588" y="481540"/>
                  </a:moveTo>
                  <a:lnTo>
                    <a:pt x="0" y="464921"/>
                  </a:lnTo>
                  <a:lnTo>
                    <a:pt x="464941" y="0"/>
                  </a:lnTo>
                  <a:lnTo>
                    <a:pt x="498458" y="0"/>
                  </a:lnTo>
                  <a:lnTo>
                    <a:pt x="18588" y="48154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202582" y="443310"/>
            <a:ext cx="8941435" cy="4700270"/>
            <a:chOff x="202582" y="443310"/>
            <a:chExt cx="8941435" cy="4700270"/>
          </a:xfrm>
        </p:grpSpPr>
        <p:sp>
          <p:nvSpPr>
            <p:cNvPr id="10" name="object 10"/>
            <p:cNvSpPr/>
            <p:nvPr/>
          </p:nvSpPr>
          <p:spPr>
            <a:xfrm>
              <a:off x="7667993" y="3148088"/>
              <a:ext cx="1476375" cy="1995805"/>
            </a:xfrm>
            <a:custGeom>
              <a:avLst/>
              <a:gdLst/>
              <a:ahLst/>
              <a:cxnLst/>
              <a:rect l="l" t="t" r="r" b="b"/>
              <a:pathLst>
                <a:path w="1476375" h="1995804">
                  <a:moveTo>
                    <a:pt x="532521" y="1995411"/>
                  </a:moveTo>
                  <a:lnTo>
                    <a:pt x="0" y="1995411"/>
                  </a:lnTo>
                  <a:lnTo>
                    <a:pt x="0" y="1926697"/>
                  </a:lnTo>
                  <a:lnTo>
                    <a:pt x="495942" y="1431496"/>
                  </a:lnTo>
                  <a:lnTo>
                    <a:pt x="495942" y="980208"/>
                  </a:lnTo>
                  <a:lnTo>
                    <a:pt x="1476006" y="0"/>
                  </a:lnTo>
                  <a:lnTo>
                    <a:pt x="1476006" y="948344"/>
                  </a:lnTo>
                  <a:lnTo>
                    <a:pt x="1216193" y="1208820"/>
                  </a:lnTo>
                  <a:lnTo>
                    <a:pt x="1216193" y="1312073"/>
                  </a:lnTo>
                  <a:lnTo>
                    <a:pt x="532521" y="1995411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478909" y="4298182"/>
              <a:ext cx="47625" cy="335280"/>
            </a:xfrm>
            <a:custGeom>
              <a:avLst/>
              <a:gdLst/>
              <a:ahLst/>
              <a:cxnLst/>
              <a:rect l="l" t="t" r="r" b="b"/>
              <a:pathLst>
                <a:path w="47625" h="335279">
                  <a:moveTo>
                    <a:pt x="0" y="334878"/>
                  </a:moveTo>
                  <a:lnTo>
                    <a:pt x="0" y="0"/>
                  </a:lnTo>
                  <a:lnTo>
                    <a:pt x="47619" y="48880"/>
                  </a:lnTo>
                  <a:lnTo>
                    <a:pt x="47619" y="287118"/>
                  </a:lnTo>
                  <a:lnTo>
                    <a:pt x="0" y="3348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1765" y="4008684"/>
              <a:ext cx="97191" cy="980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57476" y="4093286"/>
              <a:ext cx="440690" cy="1050290"/>
            </a:xfrm>
            <a:custGeom>
              <a:avLst/>
              <a:gdLst/>
              <a:ahLst/>
              <a:cxnLst/>
              <a:rect l="l" t="t" r="r" b="b"/>
              <a:pathLst>
                <a:path w="440690" h="1050289">
                  <a:moveTo>
                    <a:pt x="440131" y="1050213"/>
                  </a:moveTo>
                  <a:lnTo>
                    <a:pt x="26187" y="636282"/>
                  </a:lnTo>
                  <a:lnTo>
                    <a:pt x="26187" y="0"/>
                  </a:lnTo>
                  <a:lnTo>
                    <a:pt x="0" y="0"/>
                  </a:lnTo>
                  <a:lnTo>
                    <a:pt x="0" y="646925"/>
                  </a:lnTo>
                  <a:lnTo>
                    <a:pt x="219189" y="866114"/>
                  </a:lnTo>
                  <a:lnTo>
                    <a:pt x="219189" y="1050213"/>
                  </a:lnTo>
                  <a:lnTo>
                    <a:pt x="229971" y="1050213"/>
                  </a:lnTo>
                  <a:lnTo>
                    <a:pt x="229971" y="876896"/>
                  </a:lnTo>
                  <a:lnTo>
                    <a:pt x="403288" y="1050213"/>
                  </a:lnTo>
                  <a:lnTo>
                    <a:pt x="440131" y="105021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582" y="443310"/>
              <a:ext cx="95783" cy="95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37360" cy="3225165"/>
            <a:chOff x="0" y="0"/>
            <a:chExt cx="1737360" cy="32251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464945" cy="1362075"/>
            </a:xfrm>
            <a:custGeom>
              <a:avLst/>
              <a:gdLst/>
              <a:ahLst/>
              <a:cxnLst/>
              <a:rect l="l" t="t" r="r" b="b"/>
              <a:pathLst>
                <a:path w="1464945" h="1362075">
                  <a:moveTo>
                    <a:pt x="0" y="1361882"/>
                  </a:moveTo>
                  <a:lnTo>
                    <a:pt x="0" y="495934"/>
                  </a:lnTo>
                  <a:lnTo>
                    <a:pt x="368745" y="495934"/>
                  </a:lnTo>
                  <a:lnTo>
                    <a:pt x="863946" y="0"/>
                  </a:lnTo>
                  <a:lnTo>
                    <a:pt x="1464922" y="0"/>
                  </a:lnTo>
                  <a:lnTo>
                    <a:pt x="249322" y="1216185"/>
                  </a:lnTo>
                  <a:lnTo>
                    <a:pt x="146068" y="1216185"/>
                  </a:lnTo>
                  <a:lnTo>
                    <a:pt x="0" y="1361882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7892" y="736472"/>
              <a:ext cx="219710" cy="219075"/>
            </a:xfrm>
            <a:custGeom>
              <a:avLst/>
              <a:gdLst/>
              <a:ahLst/>
              <a:cxnLst/>
              <a:rect l="l" t="t" r="r" b="b"/>
              <a:pathLst>
                <a:path w="219709" h="219075">
                  <a:moveTo>
                    <a:pt x="219329" y="92202"/>
                  </a:moveTo>
                  <a:lnTo>
                    <a:pt x="126847" y="92202"/>
                  </a:lnTo>
                  <a:lnTo>
                    <a:pt x="126847" y="0"/>
                  </a:lnTo>
                  <a:lnTo>
                    <a:pt x="92113" y="0"/>
                  </a:lnTo>
                  <a:lnTo>
                    <a:pt x="92113" y="92202"/>
                  </a:lnTo>
                  <a:lnTo>
                    <a:pt x="0" y="92202"/>
                  </a:lnTo>
                  <a:lnTo>
                    <a:pt x="0" y="126834"/>
                  </a:lnTo>
                  <a:lnTo>
                    <a:pt x="92113" y="126834"/>
                  </a:lnTo>
                  <a:lnTo>
                    <a:pt x="92113" y="219036"/>
                  </a:lnTo>
                  <a:lnTo>
                    <a:pt x="126847" y="219036"/>
                  </a:lnTo>
                  <a:lnTo>
                    <a:pt x="126847" y="126834"/>
                  </a:lnTo>
                  <a:lnTo>
                    <a:pt x="219329" y="126834"/>
                  </a:lnTo>
                  <a:lnTo>
                    <a:pt x="219329" y="92202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737360" cy="3225165"/>
            </a:xfrm>
            <a:custGeom>
              <a:avLst/>
              <a:gdLst/>
              <a:ahLst/>
              <a:cxnLst/>
              <a:rect l="l" t="t" r="r" b="b"/>
              <a:pathLst>
                <a:path w="1737360" h="3225165">
                  <a:moveTo>
                    <a:pt x="1737334" y="0"/>
                  </a:moveTo>
                  <a:lnTo>
                    <a:pt x="1682191" y="0"/>
                  </a:lnTo>
                  <a:lnTo>
                    <a:pt x="1552409" y="129844"/>
                  </a:lnTo>
                  <a:lnTo>
                    <a:pt x="727976" y="129844"/>
                  </a:lnTo>
                  <a:lnTo>
                    <a:pt x="721931" y="135394"/>
                  </a:lnTo>
                  <a:lnTo>
                    <a:pt x="0" y="857402"/>
                  </a:lnTo>
                  <a:lnTo>
                    <a:pt x="0" y="901687"/>
                  </a:lnTo>
                  <a:lnTo>
                    <a:pt x="0" y="912914"/>
                  </a:lnTo>
                  <a:lnTo>
                    <a:pt x="0" y="1073353"/>
                  </a:lnTo>
                  <a:lnTo>
                    <a:pt x="210324" y="862914"/>
                  </a:lnTo>
                  <a:lnTo>
                    <a:pt x="210324" y="702589"/>
                  </a:lnTo>
                  <a:lnTo>
                    <a:pt x="744105" y="168795"/>
                  </a:lnTo>
                  <a:lnTo>
                    <a:pt x="1177937" y="168795"/>
                  </a:lnTo>
                  <a:lnTo>
                    <a:pt x="511556" y="835177"/>
                  </a:lnTo>
                  <a:lnTo>
                    <a:pt x="511556" y="1477492"/>
                  </a:lnTo>
                  <a:lnTo>
                    <a:pt x="2768" y="1986292"/>
                  </a:lnTo>
                  <a:lnTo>
                    <a:pt x="0" y="1983511"/>
                  </a:lnTo>
                  <a:lnTo>
                    <a:pt x="0" y="1989061"/>
                  </a:lnTo>
                  <a:lnTo>
                    <a:pt x="0" y="2011273"/>
                  </a:lnTo>
                  <a:lnTo>
                    <a:pt x="0" y="2039048"/>
                  </a:lnTo>
                  <a:lnTo>
                    <a:pt x="280530" y="2319578"/>
                  </a:lnTo>
                  <a:lnTo>
                    <a:pt x="280530" y="2666187"/>
                  </a:lnTo>
                  <a:lnTo>
                    <a:pt x="0" y="2385657"/>
                  </a:lnTo>
                  <a:lnTo>
                    <a:pt x="0" y="2407843"/>
                  </a:lnTo>
                  <a:lnTo>
                    <a:pt x="280530" y="2688386"/>
                  </a:lnTo>
                  <a:lnTo>
                    <a:pt x="280530" y="2888653"/>
                  </a:lnTo>
                  <a:lnTo>
                    <a:pt x="0" y="3169462"/>
                  </a:lnTo>
                  <a:lnTo>
                    <a:pt x="0" y="3224644"/>
                  </a:lnTo>
                  <a:lnTo>
                    <a:pt x="319849" y="2904794"/>
                  </a:lnTo>
                  <a:lnTo>
                    <a:pt x="319849" y="2303310"/>
                  </a:lnTo>
                  <a:lnTo>
                    <a:pt x="13881" y="1997392"/>
                  </a:lnTo>
                  <a:lnTo>
                    <a:pt x="527189" y="1484045"/>
                  </a:lnTo>
                  <a:lnTo>
                    <a:pt x="527189" y="841730"/>
                  </a:lnTo>
                  <a:lnTo>
                    <a:pt x="1200124" y="168795"/>
                  </a:lnTo>
                  <a:lnTo>
                    <a:pt x="1568551" y="168795"/>
                  </a:lnTo>
                  <a:lnTo>
                    <a:pt x="1737334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18465" y="1325788"/>
            <a:ext cx="318897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A</a:t>
            </a:r>
            <a:r>
              <a:rPr dirty="0" spc="-110"/>
              <a:t> </a:t>
            </a:r>
            <a:r>
              <a:rPr dirty="0" spc="-10"/>
              <a:t>PICTURE REINFORCES </a:t>
            </a:r>
            <a:r>
              <a:rPr dirty="0" spc="150"/>
              <a:t>THE</a:t>
            </a:r>
            <a:r>
              <a:rPr dirty="0" spc="-100"/>
              <a:t> </a:t>
            </a:r>
            <a:r>
              <a:rPr dirty="0" spc="145"/>
              <a:t>CONCEPT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18475" y="2811258"/>
            <a:ext cx="326834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Images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reveal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large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amounts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data,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so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remember: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use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image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instead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of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long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text.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Your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audience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will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appreciate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that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06594" y="905599"/>
            <a:ext cx="3290570" cy="3290570"/>
            <a:chOff x="4906594" y="905599"/>
            <a:chExt cx="3290570" cy="3290570"/>
          </a:xfrm>
        </p:grpSpPr>
        <p:sp>
          <p:nvSpPr>
            <p:cNvPr id="17" name="object 17"/>
            <p:cNvSpPr/>
            <p:nvPr/>
          </p:nvSpPr>
          <p:spPr>
            <a:xfrm>
              <a:off x="4916119" y="915124"/>
              <a:ext cx="3271520" cy="3271520"/>
            </a:xfrm>
            <a:custGeom>
              <a:avLst/>
              <a:gdLst/>
              <a:ahLst/>
              <a:cxnLst/>
              <a:rect l="l" t="t" r="r" b="b"/>
              <a:pathLst>
                <a:path w="3271520" h="3271520">
                  <a:moveTo>
                    <a:pt x="0" y="0"/>
                  </a:moveTo>
                  <a:lnTo>
                    <a:pt x="3271500" y="0"/>
                  </a:lnTo>
                  <a:lnTo>
                    <a:pt x="3271500" y="3271499"/>
                  </a:lnTo>
                  <a:lnTo>
                    <a:pt x="0" y="3271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3832" y="1043661"/>
              <a:ext cx="3016074" cy="3014425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4905095" y="4262691"/>
            <a:ext cx="3293745" cy="93345"/>
          </a:xfrm>
          <a:custGeom>
            <a:avLst/>
            <a:gdLst/>
            <a:ahLst/>
            <a:cxnLst/>
            <a:rect l="l" t="t" r="r" b="b"/>
            <a:pathLst>
              <a:path w="3293745" h="93345">
                <a:moveTo>
                  <a:pt x="857021" y="0"/>
                </a:moveTo>
                <a:lnTo>
                  <a:pt x="827836" y="0"/>
                </a:lnTo>
                <a:lnTo>
                  <a:pt x="771588" y="49974"/>
                </a:lnTo>
                <a:lnTo>
                  <a:pt x="801243" y="49974"/>
                </a:lnTo>
                <a:lnTo>
                  <a:pt x="857021" y="0"/>
                </a:lnTo>
                <a:close/>
              </a:path>
              <a:path w="3293745" h="93345">
                <a:moveTo>
                  <a:pt x="910971" y="0"/>
                </a:moveTo>
                <a:lnTo>
                  <a:pt x="881786" y="0"/>
                </a:lnTo>
                <a:lnTo>
                  <a:pt x="825627" y="49974"/>
                </a:lnTo>
                <a:lnTo>
                  <a:pt x="855179" y="49974"/>
                </a:lnTo>
                <a:lnTo>
                  <a:pt x="910971" y="0"/>
                </a:lnTo>
                <a:close/>
              </a:path>
              <a:path w="3293745" h="93345">
                <a:moveTo>
                  <a:pt x="964996" y="0"/>
                </a:moveTo>
                <a:lnTo>
                  <a:pt x="935812" y="0"/>
                </a:lnTo>
                <a:lnTo>
                  <a:pt x="879563" y="49974"/>
                </a:lnTo>
                <a:lnTo>
                  <a:pt x="908748" y="49974"/>
                </a:lnTo>
                <a:lnTo>
                  <a:pt x="964996" y="0"/>
                </a:lnTo>
                <a:close/>
              </a:path>
              <a:path w="3293745" h="93345">
                <a:moveTo>
                  <a:pt x="1018933" y="0"/>
                </a:moveTo>
                <a:lnTo>
                  <a:pt x="989380" y="0"/>
                </a:lnTo>
                <a:lnTo>
                  <a:pt x="933589" y="49974"/>
                </a:lnTo>
                <a:lnTo>
                  <a:pt x="962787" y="49974"/>
                </a:lnTo>
                <a:lnTo>
                  <a:pt x="1018933" y="0"/>
                </a:lnTo>
                <a:close/>
              </a:path>
              <a:path w="3293745" h="93345">
                <a:moveTo>
                  <a:pt x="1072972" y="0"/>
                </a:moveTo>
                <a:lnTo>
                  <a:pt x="1043317" y="0"/>
                </a:lnTo>
                <a:lnTo>
                  <a:pt x="987539" y="49974"/>
                </a:lnTo>
                <a:lnTo>
                  <a:pt x="1016723" y="49974"/>
                </a:lnTo>
                <a:lnTo>
                  <a:pt x="1072972" y="0"/>
                </a:lnTo>
                <a:close/>
              </a:path>
              <a:path w="3293745" h="93345">
                <a:moveTo>
                  <a:pt x="3293453" y="1117"/>
                </a:moveTo>
                <a:lnTo>
                  <a:pt x="2023859" y="1117"/>
                </a:lnTo>
                <a:lnTo>
                  <a:pt x="2023859" y="14414"/>
                </a:lnTo>
                <a:lnTo>
                  <a:pt x="1986902" y="51447"/>
                </a:lnTo>
                <a:lnTo>
                  <a:pt x="1585772" y="51447"/>
                </a:lnTo>
                <a:lnTo>
                  <a:pt x="1548739" y="14414"/>
                </a:lnTo>
                <a:lnTo>
                  <a:pt x="2023859" y="14414"/>
                </a:lnTo>
                <a:lnTo>
                  <a:pt x="2023859" y="1117"/>
                </a:lnTo>
                <a:lnTo>
                  <a:pt x="1116939" y="1117"/>
                </a:lnTo>
                <a:lnTo>
                  <a:pt x="1038517" y="79527"/>
                </a:lnTo>
                <a:lnTo>
                  <a:pt x="0" y="79527"/>
                </a:lnTo>
                <a:lnTo>
                  <a:pt x="0" y="92824"/>
                </a:lnTo>
                <a:lnTo>
                  <a:pt x="1044067" y="92824"/>
                </a:lnTo>
                <a:lnTo>
                  <a:pt x="1122476" y="14414"/>
                </a:lnTo>
                <a:lnTo>
                  <a:pt x="1540230" y="14414"/>
                </a:lnTo>
                <a:lnTo>
                  <a:pt x="1583182" y="57353"/>
                </a:lnTo>
                <a:lnTo>
                  <a:pt x="1989112" y="57353"/>
                </a:lnTo>
                <a:lnTo>
                  <a:pt x="2032304" y="14414"/>
                </a:lnTo>
                <a:lnTo>
                  <a:pt x="3293453" y="14414"/>
                </a:lnTo>
                <a:lnTo>
                  <a:pt x="3293453" y="1117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96290" y="439252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316" y="571367"/>
                </a:moveTo>
                <a:lnTo>
                  <a:pt x="408423" y="571367"/>
                </a:lnTo>
                <a:lnTo>
                  <a:pt x="204462" y="367388"/>
                </a:lnTo>
                <a:lnTo>
                  <a:pt x="0" y="162782"/>
                </a:lnTo>
                <a:lnTo>
                  <a:pt x="0" y="0"/>
                </a:lnTo>
                <a:lnTo>
                  <a:pt x="285721" y="285620"/>
                </a:lnTo>
                <a:lnTo>
                  <a:pt x="571316" y="571367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265778" y="4373872"/>
            <a:ext cx="2923540" cy="770255"/>
            <a:chOff x="265778" y="4373872"/>
            <a:chExt cx="2923540" cy="7702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778" y="4450012"/>
              <a:ext cx="140356" cy="1394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4573" y="4373879"/>
              <a:ext cx="2814955" cy="769620"/>
            </a:xfrm>
            <a:custGeom>
              <a:avLst/>
              <a:gdLst/>
              <a:ahLst/>
              <a:cxnLst/>
              <a:rect l="l" t="t" r="r" b="b"/>
              <a:pathLst>
                <a:path w="2814955" h="769620">
                  <a:moveTo>
                    <a:pt x="2814713" y="769620"/>
                  </a:moveTo>
                  <a:lnTo>
                    <a:pt x="2045246" y="0"/>
                  </a:lnTo>
                  <a:lnTo>
                    <a:pt x="1705444" y="0"/>
                  </a:lnTo>
                  <a:lnTo>
                    <a:pt x="1643722" y="61734"/>
                  </a:lnTo>
                  <a:lnTo>
                    <a:pt x="1628698" y="61734"/>
                  </a:lnTo>
                  <a:lnTo>
                    <a:pt x="1628698" y="76758"/>
                  </a:lnTo>
                  <a:lnTo>
                    <a:pt x="1048981" y="656640"/>
                  </a:lnTo>
                  <a:lnTo>
                    <a:pt x="720178" y="656640"/>
                  </a:lnTo>
                  <a:lnTo>
                    <a:pt x="1300022" y="76758"/>
                  </a:lnTo>
                  <a:lnTo>
                    <a:pt x="1628698" y="76758"/>
                  </a:lnTo>
                  <a:lnTo>
                    <a:pt x="1628698" y="61734"/>
                  </a:lnTo>
                  <a:lnTo>
                    <a:pt x="1293507" y="61734"/>
                  </a:lnTo>
                  <a:lnTo>
                    <a:pt x="699147" y="656640"/>
                  </a:lnTo>
                  <a:lnTo>
                    <a:pt x="508711" y="656640"/>
                  </a:lnTo>
                  <a:lnTo>
                    <a:pt x="26047" y="174421"/>
                  </a:lnTo>
                  <a:lnTo>
                    <a:pt x="0" y="200596"/>
                  </a:lnTo>
                  <a:lnTo>
                    <a:pt x="493687" y="693699"/>
                  </a:lnTo>
                  <a:lnTo>
                    <a:pt x="1064514" y="693699"/>
                  </a:lnTo>
                  <a:lnTo>
                    <a:pt x="1354353" y="403821"/>
                  </a:lnTo>
                  <a:lnTo>
                    <a:pt x="1720227" y="769620"/>
                  </a:lnTo>
                  <a:lnTo>
                    <a:pt x="1741258" y="769620"/>
                  </a:lnTo>
                  <a:lnTo>
                    <a:pt x="1364869" y="393306"/>
                  </a:lnTo>
                  <a:lnTo>
                    <a:pt x="1720964" y="37185"/>
                  </a:lnTo>
                  <a:lnTo>
                    <a:pt x="2029726" y="37185"/>
                  </a:lnTo>
                  <a:lnTo>
                    <a:pt x="2762097" y="769620"/>
                  </a:lnTo>
                  <a:lnTo>
                    <a:pt x="2814713" y="76962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158" y="4429960"/>
            <a:ext cx="120790" cy="1209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756" y="4429960"/>
            <a:ext cx="120959" cy="1209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8042" y="4706818"/>
            <a:ext cx="120284" cy="1209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7134" y="4706143"/>
            <a:ext cx="120790" cy="1216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35455" cy="1602105"/>
            <a:chOff x="0" y="0"/>
            <a:chExt cx="1735455" cy="16021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35455" cy="1602105"/>
            </a:xfrm>
            <a:custGeom>
              <a:avLst/>
              <a:gdLst/>
              <a:ahLst/>
              <a:cxnLst/>
              <a:rect l="l" t="t" r="r" b="b"/>
              <a:pathLst>
                <a:path w="1735455" h="1602105">
                  <a:moveTo>
                    <a:pt x="0" y="1601960"/>
                  </a:moveTo>
                  <a:lnTo>
                    <a:pt x="0" y="875009"/>
                  </a:lnTo>
                  <a:lnTo>
                    <a:pt x="874889" y="0"/>
                  </a:lnTo>
                  <a:lnTo>
                    <a:pt x="1735129" y="0"/>
                  </a:lnTo>
                  <a:lnTo>
                    <a:pt x="1160501" y="574753"/>
                  </a:lnTo>
                  <a:lnTo>
                    <a:pt x="1160501" y="720459"/>
                  </a:lnTo>
                  <a:lnTo>
                    <a:pt x="620157" y="1260803"/>
                  </a:lnTo>
                  <a:lnTo>
                    <a:pt x="341099" y="1260803"/>
                  </a:lnTo>
                  <a:lnTo>
                    <a:pt x="0" y="160196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587500" cy="1218565"/>
            </a:xfrm>
            <a:custGeom>
              <a:avLst/>
              <a:gdLst/>
              <a:ahLst/>
              <a:cxnLst/>
              <a:rect l="l" t="t" r="r" b="b"/>
              <a:pathLst>
                <a:path w="1587500" h="1218565">
                  <a:moveTo>
                    <a:pt x="1586941" y="0"/>
                  </a:moveTo>
                  <a:lnTo>
                    <a:pt x="1531620" y="0"/>
                  </a:lnTo>
                  <a:lnTo>
                    <a:pt x="1022413" y="509447"/>
                  </a:lnTo>
                  <a:lnTo>
                    <a:pt x="197980" y="509447"/>
                  </a:lnTo>
                  <a:lnTo>
                    <a:pt x="191922" y="514997"/>
                  </a:lnTo>
                  <a:lnTo>
                    <a:pt x="0" y="706958"/>
                  </a:lnTo>
                  <a:lnTo>
                    <a:pt x="0" y="762520"/>
                  </a:lnTo>
                  <a:lnTo>
                    <a:pt x="214109" y="548398"/>
                  </a:lnTo>
                  <a:lnTo>
                    <a:pt x="647941" y="548398"/>
                  </a:lnTo>
                  <a:lnTo>
                    <a:pt x="0" y="1196352"/>
                  </a:lnTo>
                  <a:lnTo>
                    <a:pt x="0" y="1218539"/>
                  </a:lnTo>
                  <a:lnTo>
                    <a:pt x="670128" y="548398"/>
                  </a:lnTo>
                  <a:lnTo>
                    <a:pt x="1038555" y="548398"/>
                  </a:lnTo>
                  <a:lnTo>
                    <a:pt x="1586941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725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NEXT</a:t>
            </a:r>
            <a:r>
              <a:rPr dirty="0" spc="-85"/>
              <a:t> </a:t>
            </a:r>
            <a:r>
              <a:rPr dirty="0" spc="175"/>
              <a:t>RESEARCH</a:t>
            </a:r>
            <a:r>
              <a:rPr dirty="0" spc="-85"/>
              <a:t> </a:t>
            </a:r>
            <a:r>
              <a:rPr dirty="0" spc="240"/>
              <a:t>STEPS</a:t>
            </a:r>
          </a:p>
        </p:txBody>
      </p:sp>
      <p:sp>
        <p:nvSpPr>
          <p:cNvPr id="6" name="object 6"/>
          <p:cNvSpPr/>
          <p:nvPr/>
        </p:nvSpPr>
        <p:spPr>
          <a:xfrm>
            <a:off x="8435805" y="102297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69">
                <a:moveTo>
                  <a:pt x="148623" y="521619"/>
                </a:moveTo>
                <a:lnTo>
                  <a:pt x="0" y="521619"/>
                </a:lnTo>
                <a:lnTo>
                  <a:pt x="260777" y="260752"/>
                </a:lnTo>
                <a:lnTo>
                  <a:pt x="521669" y="0"/>
                </a:lnTo>
                <a:lnTo>
                  <a:pt x="521669" y="148723"/>
                </a:lnTo>
                <a:lnTo>
                  <a:pt x="335432" y="334943"/>
                </a:lnTo>
                <a:lnTo>
                  <a:pt x="148623" y="521619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0810" y="1736241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19" h="807719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8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6"/>
                </a:lnTo>
                <a:lnTo>
                  <a:pt x="724115" y="158218"/>
                </a:lnTo>
                <a:lnTo>
                  <a:pt x="753368" y="202079"/>
                </a:lnTo>
                <a:lnTo>
                  <a:pt x="776573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5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2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8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5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062660" y="1955785"/>
            <a:ext cx="323850" cy="368300"/>
            <a:chOff x="1062660" y="1955785"/>
            <a:chExt cx="323850" cy="368300"/>
          </a:xfrm>
        </p:grpSpPr>
        <p:sp>
          <p:nvSpPr>
            <p:cNvPr id="24" name="object 24"/>
            <p:cNvSpPr/>
            <p:nvPr/>
          </p:nvSpPr>
          <p:spPr>
            <a:xfrm>
              <a:off x="1062659" y="2049868"/>
              <a:ext cx="323850" cy="274320"/>
            </a:xfrm>
            <a:custGeom>
              <a:avLst/>
              <a:gdLst/>
              <a:ahLst/>
              <a:cxnLst/>
              <a:rect l="l" t="t" r="r" b="b"/>
              <a:pathLst>
                <a:path w="323850" h="274319">
                  <a:moveTo>
                    <a:pt x="43129" y="0"/>
                  </a:moveTo>
                  <a:lnTo>
                    <a:pt x="10807" y="32321"/>
                  </a:lnTo>
                  <a:lnTo>
                    <a:pt x="43129" y="64706"/>
                  </a:lnTo>
                  <a:lnTo>
                    <a:pt x="43129" y="0"/>
                  </a:lnTo>
                  <a:close/>
                </a:path>
                <a:path w="323850" h="274319">
                  <a:moveTo>
                    <a:pt x="103365" y="155486"/>
                  </a:moveTo>
                  <a:lnTo>
                    <a:pt x="0" y="52057"/>
                  </a:lnTo>
                  <a:lnTo>
                    <a:pt x="0" y="246570"/>
                  </a:lnTo>
                  <a:lnTo>
                    <a:pt x="1143" y="251282"/>
                  </a:lnTo>
                  <a:lnTo>
                    <a:pt x="3200" y="255663"/>
                  </a:lnTo>
                  <a:lnTo>
                    <a:pt x="103365" y="155486"/>
                  </a:lnTo>
                  <a:close/>
                </a:path>
                <a:path w="323850" h="274319">
                  <a:moveTo>
                    <a:pt x="172402" y="25311"/>
                  </a:moveTo>
                  <a:lnTo>
                    <a:pt x="172059" y="19672"/>
                  </a:lnTo>
                  <a:lnTo>
                    <a:pt x="167474" y="15303"/>
                  </a:lnTo>
                  <a:lnTo>
                    <a:pt x="161810" y="15240"/>
                  </a:lnTo>
                  <a:lnTo>
                    <a:pt x="155829" y="15240"/>
                  </a:lnTo>
                  <a:lnTo>
                    <a:pt x="151003" y="20078"/>
                  </a:lnTo>
                  <a:lnTo>
                    <a:pt x="151003" y="31978"/>
                  </a:lnTo>
                  <a:lnTo>
                    <a:pt x="155829" y="36817"/>
                  </a:lnTo>
                  <a:lnTo>
                    <a:pt x="169240" y="36817"/>
                  </a:lnTo>
                  <a:lnTo>
                    <a:pt x="171246" y="31686"/>
                  </a:lnTo>
                  <a:lnTo>
                    <a:pt x="172402" y="25311"/>
                  </a:lnTo>
                  <a:close/>
                </a:path>
                <a:path w="323850" h="274319">
                  <a:moveTo>
                    <a:pt x="305117" y="270903"/>
                  </a:moveTo>
                  <a:lnTo>
                    <a:pt x="200482" y="166243"/>
                  </a:lnTo>
                  <a:lnTo>
                    <a:pt x="123101" y="166243"/>
                  </a:lnTo>
                  <a:lnTo>
                    <a:pt x="18503" y="270903"/>
                  </a:lnTo>
                  <a:lnTo>
                    <a:pt x="22821" y="272973"/>
                  </a:lnTo>
                  <a:lnTo>
                    <a:pt x="27546" y="274116"/>
                  </a:lnTo>
                  <a:lnTo>
                    <a:pt x="296049" y="274116"/>
                  </a:lnTo>
                  <a:lnTo>
                    <a:pt x="300761" y="272973"/>
                  </a:lnTo>
                  <a:lnTo>
                    <a:pt x="305117" y="270903"/>
                  </a:lnTo>
                  <a:close/>
                </a:path>
                <a:path w="323850" h="274319">
                  <a:moveTo>
                    <a:pt x="312839" y="32321"/>
                  </a:moveTo>
                  <a:lnTo>
                    <a:pt x="280454" y="0"/>
                  </a:lnTo>
                  <a:lnTo>
                    <a:pt x="280454" y="64706"/>
                  </a:lnTo>
                  <a:lnTo>
                    <a:pt x="312839" y="32321"/>
                  </a:lnTo>
                  <a:close/>
                </a:path>
                <a:path w="323850" h="274319">
                  <a:moveTo>
                    <a:pt x="323596" y="52057"/>
                  </a:moveTo>
                  <a:lnTo>
                    <a:pt x="220218" y="155486"/>
                  </a:lnTo>
                  <a:lnTo>
                    <a:pt x="320370" y="255663"/>
                  </a:lnTo>
                  <a:lnTo>
                    <a:pt x="322453" y="251282"/>
                  </a:lnTo>
                  <a:lnTo>
                    <a:pt x="323596" y="246570"/>
                  </a:lnTo>
                  <a:lnTo>
                    <a:pt x="323596" y="5205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7368" y="1955785"/>
              <a:ext cx="194164" cy="23875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808275" y="1642056"/>
            <a:ext cx="229870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200" spc="170" b="1">
                <a:solidFill>
                  <a:srgbClr val="FC2E12"/>
                </a:solidFill>
                <a:latin typeface="Verdana"/>
                <a:cs typeface="Verdana"/>
              </a:rPr>
              <a:t>VENUS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second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26960" y="1736241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20" h="807719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7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6"/>
                </a:lnTo>
                <a:lnTo>
                  <a:pt x="724115" y="158218"/>
                </a:lnTo>
                <a:lnTo>
                  <a:pt x="753369" y="202079"/>
                </a:lnTo>
                <a:lnTo>
                  <a:pt x="776574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5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1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7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5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5049963" y="1959243"/>
            <a:ext cx="361315" cy="361315"/>
            <a:chOff x="5049963" y="1959243"/>
            <a:chExt cx="361315" cy="361315"/>
          </a:xfrm>
        </p:grpSpPr>
        <p:sp>
          <p:nvSpPr>
            <p:cNvPr id="27" name="object 27"/>
            <p:cNvSpPr/>
            <p:nvPr/>
          </p:nvSpPr>
          <p:spPr>
            <a:xfrm>
              <a:off x="5049963" y="1959243"/>
              <a:ext cx="361315" cy="361315"/>
            </a:xfrm>
            <a:custGeom>
              <a:avLst/>
              <a:gdLst/>
              <a:ahLst/>
              <a:cxnLst/>
              <a:rect l="l" t="t" r="r" b="b"/>
              <a:pathLst>
                <a:path w="361314" h="361314">
                  <a:moveTo>
                    <a:pt x="180637" y="361294"/>
                  </a:moveTo>
                  <a:lnTo>
                    <a:pt x="132583" y="354849"/>
                  </a:lnTo>
                  <a:lnTo>
                    <a:pt x="89422" y="336654"/>
                  </a:lnTo>
                  <a:lnTo>
                    <a:pt x="52870" y="308423"/>
                  </a:lnTo>
                  <a:lnTo>
                    <a:pt x="24640" y="271871"/>
                  </a:lnTo>
                  <a:lnTo>
                    <a:pt x="6445" y="228711"/>
                  </a:lnTo>
                  <a:lnTo>
                    <a:pt x="0" y="180656"/>
                  </a:lnTo>
                  <a:lnTo>
                    <a:pt x="6445" y="132593"/>
                  </a:lnTo>
                  <a:lnTo>
                    <a:pt x="24640" y="89428"/>
                  </a:lnTo>
                  <a:lnTo>
                    <a:pt x="52870" y="52873"/>
                  </a:lnTo>
                  <a:lnTo>
                    <a:pt x="89422" y="24641"/>
                  </a:lnTo>
                  <a:lnTo>
                    <a:pt x="132583" y="6445"/>
                  </a:lnTo>
                  <a:lnTo>
                    <a:pt x="180637" y="0"/>
                  </a:lnTo>
                  <a:lnTo>
                    <a:pt x="228651" y="6445"/>
                  </a:lnTo>
                  <a:lnTo>
                    <a:pt x="271810" y="24641"/>
                  </a:lnTo>
                  <a:lnTo>
                    <a:pt x="300915" y="47112"/>
                  </a:lnTo>
                  <a:lnTo>
                    <a:pt x="180637" y="47112"/>
                  </a:lnTo>
                  <a:lnTo>
                    <a:pt x="138477" y="53931"/>
                  </a:lnTo>
                  <a:lnTo>
                    <a:pt x="101828" y="72909"/>
                  </a:lnTo>
                  <a:lnTo>
                    <a:pt x="72908" y="101832"/>
                  </a:lnTo>
                  <a:lnTo>
                    <a:pt x="53931" y="138486"/>
                  </a:lnTo>
                  <a:lnTo>
                    <a:pt x="47112" y="180656"/>
                  </a:lnTo>
                  <a:lnTo>
                    <a:pt x="53931" y="222817"/>
                  </a:lnTo>
                  <a:lnTo>
                    <a:pt x="72908" y="259466"/>
                  </a:lnTo>
                  <a:lnTo>
                    <a:pt x="101828" y="288386"/>
                  </a:lnTo>
                  <a:lnTo>
                    <a:pt x="138477" y="307363"/>
                  </a:lnTo>
                  <a:lnTo>
                    <a:pt x="180637" y="314181"/>
                  </a:lnTo>
                  <a:lnTo>
                    <a:pt x="300943" y="314181"/>
                  </a:lnTo>
                  <a:lnTo>
                    <a:pt x="271840" y="336654"/>
                  </a:lnTo>
                  <a:lnTo>
                    <a:pt x="228680" y="354849"/>
                  </a:lnTo>
                  <a:lnTo>
                    <a:pt x="180637" y="361294"/>
                  </a:lnTo>
                  <a:close/>
                </a:path>
                <a:path w="361314" h="361314">
                  <a:moveTo>
                    <a:pt x="300943" y="314181"/>
                  </a:moveTo>
                  <a:lnTo>
                    <a:pt x="180637" y="314181"/>
                  </a:lnTo>
                  <a:lnTo>
                    <a:pt x="222780" y="307363"/>
                  </a:lnTo>
                  <a:lnTo>
                    <a:pt x="259417" y="288386"/>
                  </a:lnTo>
                  <a:lnTo>
                    <a:pt x="288332" y="259466"/>
                  </a:lnTo>
                  <a:lnTo>
                    <a:pt x="307307" y="222817"/>
                  </a:lnTo>
                  <a:lnTo>
                    <a:pt x="314124" y="180656"/>
                  </a:lnTo>
                  <a:lnTo>
                    <a:pt x="307307" y="138486"/>
                  </a:lnTo>
                  <a:lnTo>
                    <a:pt x="288332" y="101832"/>
                  </a:lnTo>
                  <a:lnTo>
                    <a:pt x="259417" y="72909"/>
                  </a:lnTo>
                  <a:lnTo>
                    <a:pt x="222780" y="53931"/>
                  </a:lnTo>
                  <a:lnTo>
                    <a:pt x="180637" y="47112"/>
                  </a:lnTo>
                  <a:lnTo>
                    <a:pt x="300915" y="47112"/>
                  </a:lnTo>
                  <a:lnTo>
                    <a:pt x="308372" y="52873"/>
                  </a:lnTo>
                  <a:lnTo>
                    <a:pt x="336620" y="89428"/>
                  </a:lnTo>
                  <a:lnTo>
                    <a:pt x="354836" y="132593"/>
                  </a:lnTo>
                  <a:lnTo>
                    <a:pt x="361294" y="180656"/>
                  </a:lnTo>
                  <a:lnTo>
                    <a:pt x="354844" y="228711"/>
                  </a:lnTo>
                  <a:lnTo>
                    <a:pt x="336640" y="271871"/>
                  </a:lnTo>
                  <a:lnTo>
                    <a:pt x="308399" y="308423"/>
                  </a:lnTo>
                  <a:lnTo>
                    <a:pt x="300943" y="31418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8664" y="2027945"/>
              <a:ext cx="223834" cy="22389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814425" y="1642056"/>
            <a:ext cx="1884680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200" spc="90" b="1">
                <a:solidFill>
                  <a:srgbClr val="FC2E12"/>
                </a:solidFill>
                <a:latin typeface="Verdana"/>
                <a:cs typeface="Verdana"/>
              </a:rPr>
              <a:t>MERCURY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Mercury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closest planet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18769" y="798026"/>
            <a:ext cx="725805" cy="2691765"/>
            <a:chOff x="8418769" y="798026"/>
            <a:chExt cx="725805" cy="26917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287" y="3361630"/>
              <a:ext cx="127352" cy="1281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18766" y="798029"/>
              <a:ext cx="725805" cy="2592705"/>
            </a:xfrm>
            <a:custGeom>
              <a:avLst/>
              <a:gdLst/>
              <a:ahLst/>
              <a:cxnLst/>
              <a:rect l="l" t="t" r="r" b="b"/>
              <a:pathLst>
                <a:path w="725804" h="2592704">
                  <a:moveTo>
                    <a:pt x="725233" y="0"/>
                  </a:moveTo>
                  <a:lnTo>
                    <a:pt x="0" y="725081"/>
                  </a:lnTo>
                  <a:lnTo>
                    <a:pt x="0" y="1035329"/>
                  </a:lnTo>
                  <a:lnTo>
                    <a:pt x="56362" y="1091679"/>
                  </a:lnTo>
                  <a:lnTo>
                    <a:pt x="56362" y="1411427"/>
                  </a:lnTo>
                  <a:lnTo>
                    <a:pt x="599528" y="1954098"/>
                  </a:lnTo>
                  <a:lnTo>
                    <a:pt x="599528" y="2127948"/>
                  </a:lnTo>
                  <a:lnTo>
                    <a:pt x="159258" y="2568638"/>
                  </a:lnTo>
                  <a:lnTo>
                    <a:pt x="183146" y="2592413"/>
                  </a:lnTo>
                  <a:lnTo>
                    <a:pt x="633361" y="2141664"/>
                  </a:lnTo>
                  <a:lnTo>
                    <a:pt x="633361" y="1620507"/>
                  </a:lnTo>
                  <a:lnTo>
                    <a:pt x="599528" y="1586687"/>
                  </a:lnTo>
                  <a:lnTo>
                    <a:pt x="599528" y="1634680"/>
                  </a:lnTo>
                  <a:lnTo>
                    <a:pt x="599528" y="1934895"/>
                  </a:lnTo>
                  <a:lnTo>
                    <a:pt x="70078" y="1405483"/>
                  </a:lnTo>
                  <a:lnTo>
                    <a:pt x="70078" y="1105395"/>
                  </a:lnTo>
                  <a:lnTo>
                    <a:pt x="599528" y="1634680"/>
                  </a:lnTo>
                  <a:lnTo>
                    <a:pt x="599528" y="1586687"/>
                  </a:lnTo>
                  <a:lnTo>
                    <a:pt x="368681" y="1355877"/>
                  </a:lnTo>
                  <a:lnTo>
                    <a:pt x="725233" y="999286"/>
                  </a:lnTo>
                  <a:lnTo>
                    <a:pt x="725233" y="980071"/>
                  </a:lnTo>
                  <a:lnTo>
                    <a:pt x="359079" y="1346276"/>
                  </a:lnTo>
                  <a:lnTo>
                    <a:pt x="33947" y="1021156"/>
                  </a:lnTo>
                  <a:lnTo>
                    <a:pt x="33947" y="739254"/>
                  </a:lnTo>
                  <a:lnTo>
                    <a:pt x="725233" y="48044"/>
                  </a:lnTo>
                  <a:lnTo>
                    <a:pt x="725233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806523" y="3300469"/>
            <a:ext cx="836294" cy="836294"/>
            <a:chOff x="806523" y="3300469"/>
            <a:chExt cx="836294" cy="836294"/>
          </a:xfrm>
        </p:grpSpPr>
        <p:sp>
          <p:nvSpPr>
            <p:cNvPr id="16" name="object 16"/>
            <p:cNvSpPr/>
            <p:nvPr/>
          </p:nvSpPr>
          <p:spPr>
            <a:xfrm>
              <a:off x="820810" y="3314757"/>
              <a:ext cx="807720" cy="807720"/>
            </a:xfrm>
            <a:custGeom>
              <a:avLst/>
              <a:gdLst/>
              <a:ahLst/>
              <a:cxnLst/>
              <a:rect l="l" t="t" r="r" b="b"/>
              <a:pathLst>
                <a:path w="807719" h="807720">
                  <a:moveTo>
                    <a:pt x="0" y="403649"/>
                  </a:moveTo>
                  <a:lnTo>
                    <a:pt x="2715" y="356575"/>
                  </a:lnTo>
                  <a:lnTo>
                    <a:pt x="10660" y="311096"/>
                  </a:lnTo>
                  <a:lnTo>
                    <a:pt x="23532" y="267515"/>
                  </a:lnTo>
                  <a:lnTo>
                    <a:pt x="41027" y="226134"/>
                  </a:lnTo>
                  <a:lnTo>
                    <a:pt x="62843" y="187257"/>
                  </a:lnTo>
                  <a:lnTo>
                    <a:pt x="88677" y="151187"/>
                  </a:lnTo>
                  <a:lnTo>
                    <a:pt x="118226" y="118226"/>
                  </a:lnTo>
                  <a:lnTo>
                    <a:pt x="151187" y="88677"/>
                  </a:lnTo>
                  <a:lnTo>
                    <a:pt x="187258" y="62843"/>
                  </a:lnTo>
                  <a:lnTo>
                    <a:pt x="226134" y="41027"/>
                  </a:lnTo>
                  <a:lnTo>
                    <a:pt x="267515" y="23532"/>
                  </a:lnTo>
                  <a:lnTo>
                    <a:pt x="311096" y="10660"/>
                  </a:lnTo>
                  <a:lnTo>
                    <a:pt x="356575" y="2715"/>
                  </a:lnTo>
                  <a:lnTo>
                    <a:pt x="403649" y="0"/>
                  </a:lnTo>
                  <a:lnTo>
                    <a:pt x="456707" y="3500"/>
                  </a:lnTo>
                  <a:lnTo>
                    <a:pt x="508406" y="13829"/>
                  </a:lnTo>
                  <a:lnTo>
                    <a:pt x="558120" y="30725"/>
                  </a:lnTo>
                  <a:lnTo>
                    <a:pt x="605220" y="53930"/>
                  </a:lnTo>
                  <a:lnTo>
                    <a:pt x="649081" y="83184"/>
                  </a:lnTo>
                  <a:lnTo>
                    <a:pt x="689073" y="118225"/>
                  </a:lnTo>
                  <a:lnTo>
                    <a:pt x="724115" y="158218"/>
                  </a:lnTo>
                  <a:lnTo>
                    <a:pt x="753368" y="202078"/>
                  </a:lnTo>
                  <a:lnTo>
                    <a:pt x="776573" y="249179"/>
                  </a:lnTo>
                  <a:lnTo>
                    <a:pt x="793470" y="298893"/>
                  </a:lnTo>
                  <a:lnTo>
                    <a:pt x="803799" y="350592"/>
                  </a:lnTo>
                  <a:lnTo>
                    <a:pt x="807299" y="403649"/>
                  </a:lnTo>
                  <a:lnTo>
                    <a:pt x="804584" y="450724"/>
                  </a:lnTo>
                  <a:lnTo>
                    <a:pt x="796639" y="496203"/>
                  </a:lnTo>
                  <a:lnTo>
                    <a:pt x="783767" y="539784"/>
                  </a:lnTo>
                  <a:lnTo>
                    <a:pt x="766272" y="581164"/>
                  </a:lnTo>
                  <a:lnTo>
                    <a:pt x="744456" y="620041"/>
                  </a:lnTo>
                  <a:lnTo>
                    <a:pt x="718622" y="656112"/>
                  </a:lnTo>
                  <a:lnTo>
                    <a:pt x="689073" y="689073"/>
                  </a:lnTo>
                  <a:lnTo>
                    <a:pt x="656112" y="718622"/>
                  </a:lnTo>
                  <a:lnTo>
                    <a:pt x="620042" y="744456"/>
                  </a:lnTo>
                  <a:lnTo>
                    <a:pt x="581165" y="766272"/>
                  </a:lnTo>
                  <a:lnTo>
                    <a:pt x="539784" y="783767"/>
                  </a:lnTo>
                  <a:lnTo>
                    <a:pt x="496203" y="796639"/>
                  </a:lnTo>
                  <a:lnTo>
                    <a:pt x="450724" y="804584"/>
                  </a:lnTo>
                  <a:lnTo>
                    <a:pt x="403649" y="807299"/>
                  </a:lnTo>
                  <a:lnTo>
                    <a:pt x="356575" y="804584"/>
                  </a:lnTo>
                  <a:lnTo>
                    <a:pt x="311096" y="796639"/>
                  </a:lnTo>
                  <a:lnTo>
                    <a:pt x="267515" y="783767"/>
                  </a:lnTo>
                  <a:lnTo>
                    <a:pt x="226134" y="766272"/>
                  </a:lnTo>
                  <a:lnTo>
                    <a:pt x="187258" y="744456"/>
                  </a:lnTo>
                  <a:lnTo>
                    <a:pt x="151187" y="718622"/>
                  </a:lnTo>
                  <a:lnTo>
                    <a:pt x="118226" y="689073"/>
                  </a:lnTo>
                  <a:lnTo>
                    <a:pt x="88677" y="656112"/>
                  </a:lnTo>
                  <a:lnTo>
                    <a:pt x="62843" y="620041"/>
                  </a:lnTo>
                  <a:lnTo>
                    <a:pt x="41027" y="581164"/>
                  </a:lnTo>
                  <a:lnTo>
                    <a:pt x="23532" y="539784"/>
                  </a:lnTo>
                  <a:lnTo>
                    <a:pt x="10660" y="496203"/>
                  </a:lnTo>
                  <a:lnTo>
                    <a:pt x="2715" y="450724"/>
                  </a:lnTo>
                  <a:lnTo>
                    <a:pt x="0" y="4036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62660" y="3534301"/>
              <a:ext cx="323215" cy="368300"/>
            </a:xfrm>
            <a:custGeom>
              <a:avLst/>
              <a:gdLst/>
              <a:ahLst/>
              <a:cxnLst/>
              <a:rect l="l" t="t" r="r" b="b"/>
              <a:pathLst>
                <a:path w="323215" h="368300">
                  <a:moveTo>
                    <a:pt x="291274" y="259636"/>
                  </a:moveTo>
                  <a:lnTo>
                    <a:pt x="32382" y="259636"/>
                  </a:lnTo>
                  <a:lnTo>
                    <a:pt x="19779" y="257067"/>
                  </a:lnTo>
                  <a:lnTo>
                    <a:pt x="9485" y="250129"/>
                  </a:lnTo>
                  <a:lnTo>
                    <a:pt x="2545" y="239849"/>
                  </a:lnTo>
                  <a:lnTo>
                    <a:pt x="0" y="227253"/>
                  </a:lnTo>
                  <a:lnTo>
                    <a:pt x="1583" y="217367"/>
                  </a:lnTo>
                  <a:lnTo>
                    <a:pt x="5977" y="208633"/>
                  </a:lnTo>
                  <a:lnTo>
                    <a:pt x="12774" y="201615"/>
                  </a:lnTo>
                  <a:lnTo>
                    <a:pt x="21569" y="196876"/>
                  </a:lnTo>
                  <a:lnTo>
                    <a:pt x="21569" y="62778"/>
                  </a:lnTo>
                  <a:lnTo>
                    <a:pt x="11637" y="57136"/>
                  </a:lnTo>
                  <a:lnTo>
                    <a:pt x="4458" y="48662"/>
                  </a:lnTo>
                  <a:lnTo>
                    <a:pt x="557" y="38258"/>
                  </a:lnTo>
                  <a:lnTo>
                    <a:pt x="458" y="26823"/>
                  </a:lnTo>
                  <a:lnTo>
                    <a:pt x="4332" y="16095"/>
                  </a:lnTo>
                  <a:lnTo>
                    <a:pt x="11462" y="7601"/>
                  </a:lnTo>
                  <a:lnTo>
                    <a:pt x="21043" y="2012"/>
                  </a:lnTo>
                  <a:lnTo>
                    <a:pt x="32268" y="0"/>
                  </a:lnTo>
                  <a:lnTo>
                    <a:pt x="291389" y="0"/>
                  </a:lnTo>
                  <a:lnTo>
                    <a:pt x="302589" y="2012"/>
                  </a:lnTo>
                  <a:lnTo>
                    <a:pt x="312151" y="7601"/>
                  </a:lnTo>
                  <a:lnTo>
                    <a:pt x="319271" y="16095"/>
                  </a:lnTo>
                  <a:lnTo>
                    <a:pt x="321253" y="21588"/>
                  </a:lnTo>
                  <a:lnTo>
                    <a:pt x="26403" y="21588"/>
                  </a:lnTo>
                  <a:lnTo>
                    <a:pt x="21569" y="26402"/>
                  </a:lnTo>
                  <a:lnTo>
                    <a:pt x="21569" y="38258"/>
                  </a:lnTo>
                  <a:lnTo>
                    <a:pt x="26403" y="43157"/>
                  </a:lnTo>
                  <a:lnTo>
                    <a:pt x="321213" y="43157"/>
                  </a:lnTo>
                  <a:lnTo>
                    <a:pt x="319148" y="48662"/>
                  </a:lnTo>
                  <a:lnTo>
                    <a:pt x="311965" y="57136"/>
                  </a:lnTo>
                  <a:lnTo>
                    <a:pt x="302030" y="62778"/>
                  </a:lnTo>
                  <a:lnTo>
                    <a:pt x="302030" y="196876"/>
                  </a:lnTo>
                  <a:lnTo>
                    <a:pt x="311965" y="202518"/>
                  </a:lnTo>
                  <a:lnTo>
                    <a:pt x="319148" y="210986"/>
                  </a:lnTo>
                  <a:lnTo>
                    <a:pt x="321219" y="216497"/>
                  </a:lnTo>
                  <a:lnTo>
                    <a:pt x="26403" y="216497"/>
                  </a:lnTo>
                  <a:lnTo>
                    <a:pt x="21569" y="221274"/>
                  </a:lnTo>
                  <a:lnTo>
                    <a:pt x="21569" y="233233"/>
                  </a:lnTo>
                  <a:lnTo>
                    <a:pt x="26403" y="238067"/>
                  </a:lnTo>
                  <a:lnTo>
                    <a:pt x="321230" y="238067"/>
                  </a:lnTo>
                  <a:lnTo>
                    <a:pt x="319258" y="243525"/>
                  </a:lnTo>
                  <a:lnTo>
                    <a:pt x="312108" y="252030"/>
                  </a:lnTo>
                  <a:lnTo>
                    <a:pt x="302508" y="257623"/>
                  </a:lnTo>
                  <a:lnTo>
                    <a:pt x="291274" y="259636"/>
                  </a:lnTo>
                  <a:close/>
                </a:path>
                <a:path w="323215" h="368300">
                  <a:moveTo>
                    <a:pt x="321213" y="43157"/>
                  </a:moveTo>
                  <a:lnTo>
                    <a:pt x="297197" y="43157"/>
                  </a:lnTo>
                  <a:lnTo>
                    <a:pt x="302030" y="38258"/>
                  </a:lnTo>
                  <a:lnTo>
                    <a:pt x="302030" y="26402"/>
                  </a:lnTo>
                  <a:lnTo>
                    <a:pt x="297197" y="21588"/>
                  </a:lnTo>
                  <a:lnTo>
                    <a:pt x="321253" y="21588"/>
                  </a:lnTo>
                  <a:lnTo>
                    <a:pt x="323141" y="26823"/>
                  </a:lnTo>
                  <a:lnTo>
                    <a:pt x="323051" y="38258"/>
                  </a:lnTo>
                  <a:lnTo>
                    <a:pt x="321213" y="43157"/>
                  </a:lnTo>
                  <a:close/>
                </a:path>
                <a:path w="323215" h="368300">
                  <a:moveTo>
                    <a:pt x="321230" y="238067"/>
                  </a:moveTo>
                  <a:lnTo>
                    <a:pt x="297197" y="238067"/>
                  </a:lnTo>
                  <a:lnTo>
                    <a:pt x="302030" y="233233"/>
                  </a:lnTo>
                  <a:lnTo>
                    <a:pt x="302030" y="221274"/>
                  </a:lnTo>
                  <a:lnTo>
                    <a:pt x="297197" y="216497"/>
                  </a:lnTo>
                  <a:lnTo>
                    <a:pt x="321219" y="216497"/>
                  </a:lnTo>
                  <a:lnTo>
                    <a:pt x="323013" y="221274"/>
                  </a:lnTo>
                  <a:lnTo>
                    <a:pt x="323097" y="227253"/>
                  </a:lnTo>
                  <a:lnTo>
                    <a:pt x="323141" y="232775"/>
                  </a:lnTo>
                  <a:lnTo>
                    <a:pt x="321230" y="238067"/>
                  </a:lnTo>
                  <a:close/>
                </a:path>
                <a:path w="323215" h="368300">
                  <a:moveTo>
                    <a:pt x="57076" y="368019"/>
                  </a:moveTo>
                  <a:lnTo>
                    <a:pt x="51307" y="368019"/>
                  </a:lnTo>
                  <a:lnTo>
                    <a:pt x="48824" y="367102"/>
                  </a:lnTo>
                  <a:lnTo>
                    <a:pt x="46826" y="365325"/>
                  </a:lnTo>
                  <a:lnTo>
                    <a:pt x="42451" y="361351"/>
                  </a:lnTo>
                  <a:lnTo>
                    <a:pt x="42099" y="354626"/>
                  </a:lnTo>
                  <a:lnTo>
                    <a:pt x="45960" y="350194"/>
                  </a:lnTo>
                  <a:lnTo>
                    <a:pt x="126799" y="259636"/>
                  </a:lnTo>
                  <a:lnTo>
                    <a:pt x="196819" y="259636"/>
                  </a:lnTo>
                  <a:lnTo>
                    <a:pt x="201545" y="264928"/>
                  </a:lnTo>
                  <a:lnTo>
                    <a:pt x="151024" y="264928"/>
                  </a:lnTo>
                  <a:lnTo>
                    <a:pt x="61957" y="364637"/>
                  </a:lnTo>
                  <a:lnTo>
                    <a:pt x="59872" y="366873"/>
                  </a:lnTo>
                  <a:lnTo>
                    <a:pt x="59361" y="367102"/>
                  </a:lnTo>
                  <a:lnTo>
                    <a:pt x="57076" y="368019"/>
                  </a:lnTo>
                  <a:close/>
                </a:path>
                <a:path w="323215" h="368300">
                  <a:moveTo>
                    <a:pt x="167932" y="368019"/>
                  </a:moveTo>
                  <a:lnTo>
                    <a:pt x="155686" y="368019"/>
                  </a:lnTo>
                  <a:lnTo>
                    <a:pt x="151024" y="363357"/>
                  </a:lnTo>
                  <a:lnTo>
                    <a:pt x="151024" y="264928"/>
                  </a:lnTo>
                  <a:lnTo>
                    <a:pt x="172594" y="264928"/>
                  </a:lnTo>
                  <a:lnTo>
                    <a:pt x="172594" y="363357"/>
                  </a:lnTo>
                  <a:lnTo>
                    <a:pt x="167932" y="368019"/>
                  </a:lnTo>
                  <a:close/>
                </a:path>
                <a:path w="323215" h="368300">
                  <a:moveTo>
                    <a:pt x="272131" y="368019"/>
                  </a:moveTo>
                  <a:lnTo>
                    <a:pt x="266648" y="368019"/>
                  </a:lnTo>
                  <a:lnTo>
                    <a:pt x="263782" y="366873"/>
                  </a:lnTo>
                  <a:lnTo>
                    <a:pt x="261642" y="364637"/>
                  </a:lnTo>
                  <a:lnTo>
                    <a:pt x="172594" y="264928"/>
                  </a:lnTo>
                  <a:lnTo>
                    <a:pt x="201545" y="264928"/>
                  </a:lnTo>
                  <a:lnTo>
                    <a:pt x="277691" y="350194"/>
                  </a:lnTo>
                  <a:lnTo>
                    <a:pt x="281550" y="354626"/>
                  </a:lnTo>
                  <a:lnTo>
                    <a:pt x="281149" y="361351"/>
                  </a:lnTo>
                  <a:lnTo>
                    <a:pt x="274710" y="367102"/>
                  </a:lnTo>
                  <a:lnTo>
                    <a:pt x="272131" y="36801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808275" y="3220578"/>
            <a:ext cx="220662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200" spc="85" b="1">
                <a:solidFill>
                  <a:srgbClr val="FC2E12"/>
                </a:solidFill>
                <a:latin typeface="Verdana"/>
                <a:cs typeface="Verdana"/>
              </a:rPr>
              <a:t>MARS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Despite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being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red,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Mars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is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actually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cold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6960" y="3314757"/>
            <a:ext cx="807720" cy="807720"/>
          </a:xfrm>
          <a:custGeom>
            <a:avLst/>
            <a:gdLst/>
            <a:ahLst/>
            <a:cxnLst/>
            <a:rect l="l" t="t" r="r" b="b"/>
            <a:pathLst>
              <a:path w="807720" h="807720">
                <a:moveTo>
                  <a:pt x="0" y="403649"/>
                </a:moveTo>
                <a:lnTo>
                  <a:pt x="2715" y="356575"/>
                </a:lnTo>
                <a:lnTo>
                  <a:pt x="10660" y="311096"/>
                </a:lnTo>
                <a:lnTo>
                  <a:pt x="23532" y="267515"/>
                </a:lnTo>
                <a:lnTo>
                  <a:pt x="41027" y="226134"/>
                </a:lnTo>
                <a:lnTo>
                  <a:pt x="62843" y="187257"/>
                </a:lnTo>
                <a:lnTo>
                  <a:pt x="88677" y="151187"/>
                </a:lnTo>
                <a:lnTo>
                  <a:pt x="118226" y="118226"/>
                </a:lnTo>
                <a:lnTo>
                  <a:pt x="151187" y="88677"/>
                </a:lnTo>
                <a:lnTo>
                  <a:pt x="187257" y="62843"/>
                </a:lnTo>
                <a:lnTo>
                  <a:pt x="226134" y="41027"/>
                </a:lnTo>
                <a:lnTo>
                  <a:pt x="267515" y="23532"/>
                </a:lnTo>
                <a:lnTo>
                  <a:pt x="311096" y="10660"/>
                </a:lnTo>
                <a:lnTo>
                  <a:pt x="356575" y="2715"/>
                </a:lnTo>
                <a:lnTo>
                  <a:pt x="403649" y="0"/>
                </a:lnTo>
                <a:lnTo>
                  <a:pt x="456707" y="3500"/>
                </a:lnTo>
                <a:lnTo>
                  <a:pt x="508406" y="13829"/>
                </a:lnTo>
                <a:lnTo>
                  <a:pt x="558120" y="30725"/>
                </a:lnTo>
                <a:lnTo>
                  <a:pt x="605220" y="53930"/>
                </a:lnTo>
                <a:lnTo>
                  <a:pt x="649081" y="83184"/>
                </a:lnTo>
                <a:lnTo>
                  <a:pt x="689073" y="118225"/>
                </a:lnTo>
                <a:lnTo>
                  <a:pt x="724115" y="158218"/>
                </a:lnTo>
                <a:lnTo>
                  <a:pt x="753369" y="202078"/>
                </a:lnTo>
                <a:lnTo>
                  <a:pt x="776574" y="249179"/>
                </a:lnTo>
                <a:lnTo>
                  <a:pt x="793470" y="298893"/>
                </a:lnTo>
                <a:lnTo>
                  <a:pt x="803799" y="350592"/>
                </a:lnTo>
                <a:lnTo>
                  <a:pt x="807299" y="403649"/>
                </a:lnTo>
                <a:lnTo>
                  <a:pt x="804584" y="450724"/>
                </a:lnTo>
                <a:lnTo>
                  <a:pt x="796639" y="496203"/>
                </a:lnTo>
                <a:lnTo>
                  <a:pt x="783767" y="539784"/>
                </a:lnTo>
                <a:lnTo>
                  <a:pt x="766272" y="581164"/>
                </a:lnTo>
                <a:lnTo>
                  <a:pt x="744456" y="620041"/>
                </a:lnTo>
                <a:lnTo>
                  <a:pt x="718622" y="656112"/>
                </a:lnTo>
                <a:lnTo>
                  <a:pt x="689073" y="689073"/>
                </a:lnTo>
                <a:lnTo>
                  <a:pt x="656112" y="718622"/>
                </a:lnTo>
                <a:lnTo>
                  <a:pt x="620041" y="744456"/>
                </a:lnTo>
                <a:lnTo>
                  <a:pt x="581165" y="766272"/>
                </a:lnTo>
                <a:lnTo>
                  <a:pt x="539784" y="783767"/>
                </a:lnTo>
                <a:lnTo>
                  <a:pt x="496203" y="796639"/>
                </a:lnTo>
                <a:lnTo>
                  <a:pt x="450724" y="804584"/>
                </a:lnTo>
                <a:lnTo>
                  <a:pt x="403649" y="807299"/>
                </a:lnTo>
                <a:lnTo>
                  <a:pt x="356575" y="804584"/>
                </a:lnTo>
                <a:lnTo>
                  <a:pt x="311096" y="796639"/>
                </a:lnTo>
                <a:lnTo>
                  <a:pt x="267515" y="783767"/>
                </a:lnTo>
                <a:lnTo>
                  <a:pt x="226134" y="766272"/>
                </a:lnTo>
                <a:lnTo>
                  <a:pt x="187257" y="744456"/>
                </a:lnTo>
                <a:lnTo>
                  <a:pt x="151187" y="718622"/>
                </a:lnTo>
                <a:lnTo>
                  <a:pt x="118226" y="689073"/>
                </a:lnTo>
                <a:lnTo>
                  <a:pt x="88677" y="656112"/>
                </a:lnTo>
                <a:lnTo>
                  <a:pt x="62843" y="620041"/>
                </a:lnTo>
                <a:lnTo>
                  <a:pt x="41027" y="581164"/>
                </a:lnTo>
                <a:lnTo>
                  <a:pt x="23532" y="539784"/>
                </a:lnTo>
                <a:lnTo>
                  <a:pt x="10660" y="496203"/>
                </a:lnTo>
                <a:lnTo>
                  <a:pt x="2715" y="450724"/>
                </a:lnTo>
                <a:lnTo>
                  <a:pt x="0" y="403649"/>
                </a:lnTo>
                <a:close/>
              </a:path>
            </a:pathLst>
          </a:custGeom>
          <a:ln w="28574">
            <a:solidFill>
              <a:srgbClr val="64818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5044699" y="3535027"/>
            <a:ext cx="368935" cy="367030"/>
            <a:chOff x="5044699" y="3535027"/>
            <a:chExt cx="368935" cy="36703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4699" y="3727625"/>
              <a:ext cx="80489" cy="6877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5152" y="3721454"/>
              <a:ext cx="134384" cy="1728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2246" y="3549681"/>
              <a:ext cx="174600" cy="13350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51936" y="3823322"/>
              <a:ext cx="69102" cy="784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1218" y="3535027"/>
              <a:ext cx="81879" cy="8197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100507" y="3558927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41741" y="288619"/>
                  </a:moveTo>
                  <a:lnTo>
                    <a:pt x="33526" y="288619"/>
                  </a:lnTo>
                  <a:lnTo>
                    <a:pt x="26971" y="288069"/>
                  </a:lnTo>
                  <a:lnTo>
                    <a:pt x="0" y="256370"/>
                  </a:lnTo>
                  <a:lnTo>
                    <a:pt x="2092" y="243771"/>
                  </a:lnTo>
                  <a:lnTo>
                    <a:pt x="8747" y="232469"/>
                  </a:lnTo>
                  <a:lnTo>
                    <a:pt x="118677" y="81234"/>
                  </a:lnTo>
                  <a:lnTo>
                    <a:pt x="138092" y="57639"/>
                  </a:lnTo>
                  <a:lnTo>
                    <a:pt x="138206" y="57502"/>
                  </a:lnTo>
                  <a:lnTo>
                    <a:pt x="159987" y="35953"/>
                  </a:lnTo>
                  <a:lnTo>
                    <a:pt x="183839" y="16736"/>
                  </a:lnTo>
                  <a:lnTo>
                    <a:pt x="209579" y="0"/>
                  </a:lnTo>
                  <a:lnTo>
                    <a:pt x="210265" y="15591"/>
                  </a:lnTo>
                  <a:lnTo>
                    <a:pt x="214066" y="30761"/>
                  </a:lnTo>
                  <a:lnTo>
                    <a:pt x="221016" y="44961"/>
                  </a:lnTo>
                  <a:lnTo>
                    <a:pt x="231039" y="57502"/>
                  </a:lnTo>
                  <a:lnTo>
                    <a:pt x="231148" y="57639"/>
                  </a:lnTo>
                  <a:lnTo>
                    <a:pt x="242241" y="66803"/>
                  </a:lnTo>
                  <a:lnTo>
                    <a:pt x="247864" y="69867"/>
                  </a:lnTo>
                  <a:lnTo>
                    <a:pt x="205471" y="69867"/>
                  </a:lnTo>
                  <a:lnTo>
                    <a:pt x="202796" y="70879"/>
                  </a:lnTo>
                  <a:lnTo>
                    <a:pt x="200714" y="72885"/>
                  </a:lnTo>
                  <a:lnTo>
                    <a:pt x="150716" y="122883"/>
                  </a:lnTo>
                  <a:lnTo>
                    <a:pt x="150716" y="129723"/>
                  </a:lnTo>
                  <a:lnTo>
                    <a:pt x="157021" y="136046"/>
                  </a:lnTo>
                  <a:lnTo>
                    <a:pt x="159791" y="137116"/>
                  </a:lnTo>
                  <a:lnTo>
                    <a:pt x="244709" y="137116"/>
                  </a:lnTo>
                  <a:lnTo>
                    <a:pt x="231333" y="150635"/>
                  </a:lnTo>
                  <a:lnTo>
                    <a:pt x="207687" y="170110"/>
                  </a:lnTo>
                  <a:lnTo>
                    <a:pt x="54886" y="281435"/>
                  </a:lnTo>
                  <a:lnTo>
                    <a:pt x="49689" y="286059"/>
                  </a:lnTo>
                  <a:lnTo>
                    <a:pt x="41741" y="288619"/>
                  </a:lnTo>
                  <a:close/>
                </a:path>
                <a:path w="288925" h="288925">
                  <a:moveTo>
                    <a:pt x="244709" y="137116"/>
                  </a:moveTo>
                  <a:lnTo>
                    <a:pt x="165332" y="137116"/>
                  </a:lnTo>
                  <a:lnTo>
                    <a:pt x="168102" y="136046"/>
                  </a:lnTo>
                  <a:lnTo>
                    <a:pt x="215960" y="88188"/>
                  </a:lnTo>
                  <a:lnTo>
                    <a:pt x="220048" y="83928"/>
                  </a:lnTo>
                  <a:lnTo>
                    <a:pt x="219991" y="77203"/>
                  </a:lnTo>
                  <a:lnTo>
                    <a:pt x="215673" y="72885"/>
                  </a:lnTo>
                  <a:lnTo>
                    <a:pt x="213575" y="70879"/>
                  </a:lnTo>
                  <a:lnTo>
                    <a:pt x="210935" y="69867"/>
                  </a:lnTo>
                  <a:lnTo>
                    <a:pt x="247864" y="69867"/>
                  </a:lnTo>
                  <a:lnTo>
                    <a:pt x="254934" y="73719"/>
                  </a:lnTo>
                  <a:lnTo>
                    <a:pt x="269046" y="78087"/>
                  </a:lnTo>
                  <a:lnTo>
                    <a:pt x="283240" y="79496"/>
                  </a:lnTo>
                  <a:lnTo>
                    <a:pt x="288673" y="79496"/>
                  </a:lnTo>
                  <a:lnTo>
                    <a:pt x="271981" y="105151"/>
                  </a:lnTo>
                  <a:lnTo>
                    <a:pt x="252816" y="128923"/>
                  </a:lnTo>
                  <a:lnTo>
                    <a:pt x="244709" y="13711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039340" y="4038839"/>
            <a:ext cx="1104900" cy="1104900"/>
          </a:xfrm>
          <a:custGeom>
            <a:avLst/>
            <a:gdLst/>
            <a:ahLst/>
            <a:cxnLst/>
            <a:rect l="l" t="t" r="r" b="b"/>
            <a:pathLst>
              <a:path w="1104900" h="1104900">
                <a:moveTo>
                  <a:pt x="1104659" y="1104660"/>
                </a:moveTo>
                <a:lnTo>
                  <a:pt x="0" y="1104660"/>
                </a:lnTo>
                <a:lnTo>
                  <a:pt x="1104659" y="0"/>
                </a:lnTo>
                <a:lnTo>
                  <a:pt x="1104659" y="1104660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814425" y="3220578"/>
            <a:ext cx="2371725" cy="9525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200" spc="35" b="1">
                <a:solidFill>
                  <a:srgbClr val="FC2E12"/>
                </a:solidFill>
                <a:latin typeface="Verdana"/>
                <a:cs typeface="Verdana"/>
              </a:rPr>
              <a:t>JUPITER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425"/>
              </a:spcBef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in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Solar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System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829487" y="3608517"/>
            <a:ext cx="314960" cy="661670"/>
          </a:xfrm>
          <a:custGeom>
            <a:avLst/>
            <a:gdLst/>
            <a:ahLst/>
            <a:cxnLst/>
            <a:rect l="l" t="t" r="r" b="b"/>
            <a:pathLst>
              <a:path w="314959" h="661670">
                <a:moveTo>
                  <a:pt x="314512" y="0"/>
                </a:moveTo>
                <a:lnTo>
                  <a:pt x="307527" y="0"/>
                </a:lnTo>
                <a:lnTo>
                  <a:pt x="261653" y="6410"/>
                </a:lnTo>
                <a:lnTo>
                  <a:pt x="216875" y="19231"/>
                </a:lnTo>
                <a:lnTo>
                  <a:pt x="173919" y="38462"/>
                </a:lnTo>
                <a:lnTo>
                  <a:pt x="133510" y="64104"/>
                </a:lnTo>
                <a:lnTo>
                  <a:pt x="96374" y="96156"/>
                </a:lnTo>
                <a:lnTo>
                  <a:pt x="64249" y="133365"/>
                </a:lnTo>
                <a:lnTo>
                  <a:pt x="38549" y="173832"/>
                </a:lnTo>
                <a:lnTo>
                  <a:pt x="19274" y="216832"/>
                </a:lnTo>
                <a:lnTo>
                  <a:pt x="6424" y="261639"/>
                </a:lnTo>
                <a:lnTo>
                  <a:pt x="0" y="307527"/>
                </a:lnTo>
                <a:lnTo>
                  <a:pt x="0" y="353771"/>
                </a:lnTo>
                <a:lnTo>
                  <a:pt x="6424" y="399645"/>
                </a:lnTo>
                <a:lnTo>
                  <a:pt x="19274" y="444423"/>
                </a:lnTo>
                <a:lnTo>
                  <a:pt x="38549" y="487379"/>
                </a:lnTo>
                <a:lnTo>
                  <a:pt x="64249" y="527788"/>
                </a:lnTo>
                <a:lnTo>
                  <a:pt x="96374" y="564924"/>
                </a:lnTo>
                <a:lnTo>
                  <a:pt x="133510" y="597067"/>
                </a:lnTo>
                <a:lnTo>
                  <a:pt x="173919" y="622782"/>
                </a:lnTo>
                <a:lnTo>
                  <a:pt x="216875" y="642068"/>
                </a:lnTo>
                <a:lnTo>
                  <a:pt x="261653" y="654925"/>
                </a:lnTo>
                <a:lnTo>
                  <a:pt x="307527" y="661353"/>
                </a:lnTo>
                <a:lnTo>
                  <a:pt x="314512" y="661353"/>
                </a:lnTo>
              </a:path>
            </a:pathLst>
          </a:custGeom>
          <a:ln w="19049">
            <a:solidFill>
              <a:srgbClr val="24A3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43581" y="4642927"/>
            <a:ext cx="501015" cy="501015"/>
          </a:xfrm>
          <a:custGeom>
            <a:avLst/>
            <a:gdLst/>
            <a:ahLst/>
            <a:cxnLst/>
            <a:rect l="l" t="t" r="r" b="b"/>
            <a:pathLst>
              <a:path w="501015" h="501014">
                <a:moveTo>
                  <a:pt x="51958" y="500572"/>
                </a:moveTo>
                <a:lnTo>
                  <a:pt x="0" y="500572"/>
                </a:lnTo>
                <a:lnTo>
                  <a:pt x="500418" y="0"/>
                </a:lnTo>
                <a:lnTo>
                  <a:pt x="500418" y="52113"/>
                </a:lnTo>
                <a:lnTo>
                  <a:pt x="51958" y="500572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7784516" y="0"/>
            <a:ext cx="1359535" cy="1226820"/>
          </a:xfrm>
          <a:custGeom>
            <a:avLst/>
            <a:gdLst/>
            <a:ahLst/>
            <a:cxnLst/>
            <a:rect l="l" t="t" r="r" b="b"/>
            <a:pathLst>
              <a:path w="1359534" h="1226820">
                <a:moveTo>
                  <a:pt x="1359483" y="1226243"/>
                </a:moveTo>
                <a:lnTo>
                  <a:pt x="1237718" y="1104457"/>
                </a:lnTo>
                <a:lnTo>
                  <a:pt x="958661" y="1104457"/>
                </a:lnTo>
                <a:lnTo>
                  <a:pt x="418316" y="564113"/>
                </a:lnTo>
                <a:lnTo>
                  <a:pt x="418316" y="418408"/>
                </a:lnTo>
                <a:lnTo>
                  <a:pt x="0" y="0"/>
                </a:lnTo>
                <a:lnTo>
                  <a:pt x="860252" y="0"/>
                </a:lnTo>
                <a:lnTo>
                  <a:pt x="1359483" y="499299"/>
                </a:lnTo>
                <a:lnTo>
                  <a:pt x="1359483" y="1226243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00"/>
              </a:spcBef>
            </a:pPr>
            <a:r>
              <a:rPr dirty="0"/>
              <a:t>PUBLISHED</a:t>
            </a:r>
            <a:r>
              <a:rPr dirty="0" spc="280"/>
              <a:t> </a:t>
            </a:r>
            <a:r>
              <a:rPr dirty="0" spc="225"/>
              <a:t>RESULTS</a:t>
            </a:r>
          </a:p>
        </p:txBody>
      </p:sp>
      <p:sp>
        <p:nvSpPr>
          <p:cNvPr id="13" name="object 13"/>
          <p:cNvSpPr/>
          <p:nvPr/>
        </p:nvSpPr>
        <p:spPr>
          <a:xfrm>
            <a:off x="8411492" y="0"/>
            <a:ext cx="732790" cy="1023619"/>
          </a:xfrm>
          <a:custGeom>
            <a:avLst/>
            <a:gdLst/>
            <a:ahLst/>
            <a:cxnLst/>
            <a:rect l="l" t="t" r="r" b="b"/>
            <a:pathLst>
              <a:path w="732790" h="1023619">
                <a:moveTo>
                  <a:pt x="732507" y="1023211"/>
                </a:moveTo>
                <a:lnTo>
                  <a:pt x="0" y="290703"/>
                </a:lnTo>
                <a:lnTo>
                  <a:pt x="0" y="0"/>
                </a:lnTo>
                <a:lnTo>
                  <a:pt x="37020" y="0"/>
                </a:lnTo>
                <a:lnTo>
                  <a:pt x="37020" y="275425"/>
                </a:lnTo>
                <a:lnTo>
                  <a:pt x="732507" y="971126"/>
                </a:lnTo>
                <a:lnTo>
                  <a:pt x="732507" y="1023211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6786" y="3286251"/>
            <a:ext cx="262890" cy="262255"/>
          </a:xfrm>
          <a:custGeom>
            <a:avLst/>
            <a:gdLst/>
            <a:ahLst/>
            <a:cxnLst/>
            <a:rect l="l" t="t" r="r" b="b"/>
            <a:pathLst>
              <a:path w="262890" h="262254">
                <a:moveTo>
                  <a:pt x="262534" y="110363"/>
                </a:moveTo>
                <a:lnTo>
                  <a:pt x="151828" y="110363"/>
                </a:lnTo>
                <a:lnTo>
                  <a:pt x="151828" y="0"/>
                </a:lnTo>
                <a:lnTo>
                  <a:pt x="110261" y="0"/>
                </a:lnTo>
                <a:lnTo>
                  <a:pt x="110261" y="110363"/>
                </a:lnTo>
                <a:lnTo>
                  <a:pt x="0" y="110363"/>
                </a:lnTo>
                <a:lnTo>
                  <a:pt x="0" y="151815"/>
                </a:lnTo>
                <a:lnTo>
                  <a:pt x="110261" y="151815"/>
                </a:lnTo>
                <a:lnTo>
                  <a:pt x="110261" y="262191"/>
                </a:lnTo>
                <a:lnTo>
                  <a:pt x="151828" y="262191"/>
                </a:lnTo>
                <a:lnTo>
                  <a:pt x="151828" y="151815"/>
                </a:lnTo>
                <a:lnTo>
                  <a:pt x="262534" y="151815"/>
                </a:lnTo>
                <a:lnTo>
                  <a:pt x="262534" y="110363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116245" y="1401531"/>
            <a:ext cx="1407160" cy="2266950"/>
            <a:chOff x="1116245" y="1401531"/>
            <a:chExt cx="1407160" cy="2266950"/>
          </a:xfrm>
        </p:grpSpPr>
        <p:sp>
          <p:nvSpPr>
            <p:cNvPr id="23" name="object 23"/>
            <p:cNvSpPr/>
            <p:nvPr/>
          </p:nvSpPr>
          <p:spPr>
            <a:xfrm>
              <a:off x="1116245" y="1402239"/>
              <a:ext cx="1407160" cy="2266315"/>
            </a:xfrm>
            <a:custGeom>
              <a:avLst/>
              <a:gdLst/>
              <a:ahLst/>
              <a:cxnLst/>
              <a:rect l="l" t="t" r="r" b="b"/>
              <a:pathLst>
                <a:path w="1407160" h="2266315">
                  <a:moveTo>
                    <a:pt x="1231287" y="2266034"/>
                  </a:moveTo>
                  <a:lnTo>
                    <a:pt x="175866" y="2266034"/>
                  </a:lnTo>
                  <a:lnTo>
                    <a:pt x="129113" y="2259752"/>
                  </a:lnTo>
                  <a:lnTo>
                    <a:pt x="87103" y="2242023"/>
                  </a:lnTo>
                  <a:lnTo>
                    <a:pt x="51509" y="2214524"/>
                  </a:lnTo>
                  <a:lnTo>
                    <a:pt x="24010" y="2178931"/>
                  </a:lnTo>
                  <a:lnTo>
                    <a:pt x="6282" y="2136920"/>
                  </a:lnTo>
                  <a:lnTo>
                    <a:pt x="0" y="2090168"/>
                  </a:lnTo>
                  <a:lnTo>
                    <a:pt x="0" y="175866"/>
                  </a:lnTo>
                  <a:lnTo>
                    <a:pt x="6282" y="129113"/>
                  </a:lnTo>
                  <a:lnTo>
                    <a:pt x="24010" y="87103"/>
                  </a:lnTo>
                  <a:lnTo>
                    <a:pt x="51509" y="51509"/>
                  </a:lnTo>
                  <a:lnTo>
                    <a:pt x="87103" y="24010"/>
                  </a:lnTo>
                  <a:lnTo>
                    <a:pt x="129113" y="6282"/>
                  </a:lnTo>
                  <a:lnTo>
                    <a:pt x="175866" y="0"/>
                  </a:lnTo>
                  <a:lnTo>
                    <a:pt x="1231287" y="0"/>
                  </a:lnTo>
                  <a:lnTo>
                    <a:pt x="1298588" y="13387"/>
                  </a:lnTo>
                  <a:lnTo>
                    <a:pt x="1355643" y="51509"/>
                  </a:lnTo>
                  <a:lnTo>
                    <a:pt x="1393766" y="108565"/>
                  </a:lnTo>
                  <a:lnTo>
                    <a:pt x="1407153" y="175866"/>
                  </a:lnTo>
                  <a:lnTo>
                    <a:pt x="1407153" y="2090168"/>
                  </a:lnTo>
                  <a:lnTo>
                    <a:pt x="1400871" y="2136920"/>
                  </a:lnTo>
                  <a:lnTo>
                    <a:pt x="1383142" y="2178931"/>
                  </a:lnTo>
                  <a:lnTo>
                    <a:pt x="1355643" y="2214524"/>
                  </a:lnTo>
                  <a:lnTo>
                    <a:pt x="1320050" y="2242023"/>
                  </a:lnTo>
                  <a:lnTo>
                    <a:pt x="1278039" y="2259752"/>
                  </a:lnTo>
                  <a:lnTo>
                    <a:pt x="1231287" y="226603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97239" y="1401531"/>
              <a:ext cx="845185" cy="156210"/>
            </a:xfrm>
            <a:custGeom>
              <a:avLst/>
              <a:gdLst/>
              <a:ahLst/>
              <a:cxnLst/>
              <a:rect l="l" t="t" r="r" b="b"/>
              <a:pathLst>
                <a:path w="845185" h="156209">
                  <a:moveTo>
                    <a:pt x="767099" y="156035"/>
                  </a:moveTo>
                  <a:lnTo>
                    <a:pt x="78014" y="156035"/>
                  </a:lnTo>
                  <a:lnTo>
                    <a:pt x="62723" y="154522"/>
                  </a:lnTo>
                  <a:lnTo>
                    <a:pt x="22849" y="133185"/>
                  </a:lnTo>
                  <a:lnTo>
                    <a:pt x="1512" y="93312"/>
                  </a:lnTo>
                  <a:lnTo>
                    <a:pt x="0" y="78021"/>
                  </a:lnTo>
                  <a:lnTo>
                    <a:pt x="0" y="3"/>
                  </a:lnTo>
                  <a:lnTo>
                    <a:pt x="845117" y="7"/>
                  </a:lnTo>
                  <a:lnTo>
                    <a:pt x="845113" y="78021"/>
                  </a:lnTo>
                  <a:lnTo>
                    <a:pt x="838982" y="108387"/>
                  </a:lnTo>
                  <a:lnTo>
                    <a:pt x="822263" y="133185"/>
                  </a:lnTo>
                  <a:lnTo>
                    <a:pt x="797466" y="149904"/>
                  </a:lnTo>
                  <a:lnTo>
                    <a:pt x="767099" y="156035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7426" y="1447182"/>
              <a:ext cx="64729" cy="6473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3472" y="1646299"/>
              <a:ext cx="1152700" cy="187552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115862" y="1401589"/>
            <a:ext cx="2681605" cy="2266950"/>
            <a:chOff x="3115862" y="1401589"/>
            <a:chExt cx="2681605" cy="2266950"/>
          </a:xfrm>
        </p:grpSpPr>
        <p:sp>
          <p:nvSpPr>
            <p:cNvPr id="17" name="object 17"/>
            <p:cNvSpPr/>
            <p:nvPr/>
          </p:nvSpPr>
          <p:spPr>
            <a:xfrm>
              <a:off x="3116287" y="1401597"/>
              <a:ext cx="2680335" cy="2226945"/>
            </a:xfrm>
            <a:custGeom>
              <a:avLst/>
              <a:gdLst/>
              <a:ahLst/>
              <a:cxnLst/>
              <a:rect l="l" t="t" r="r" b="b"/>
              <a:pathLst>
                <a:path w="2680335" h="2226945">
                  <a:moveTo>
                    <a:pt x="2680335" y="111836"/>
                  </a:moveTo>
                  <a:lnTo>
                    <a:pt x="2671826" y="69037"/>
                  </a:lnTo>
                  <a:lnTo>
                    <a:pt x="2647581" y="32753"/>
                  </a:lnTo>
                  <a:lnTo>
                    <a:pt x="2611297" y="8509"/>
                  </a:lnTo>
                  <a:lnTo>
                    <a:pt x="2568498" y="0"/>
                  </a:lnTo>
                  <a:lnTo>
                    <a:pt x="111836" y="0"/>
                  </a:lnTo>
                  <a:lnTo>
                    <a:pt x="68300" y="8788"/>
                  </a:lnTo>
                  <a:lnTo>
                    <a:pt x="32753" y="32753"/>
                  </a:lnTo>
                  <a:lnTo>
                    <a:pt x="8788" y="68300"/>
                  </a:lnTo>
                  <a:lnTo>
                    <a:pt x="0" y="111836"/>
                  </a:lnTo>
                  <a:lnTo>
                    <a:pt x="0" y="1813052"/>
                  </a:lnTo>
                  <a:lnTo>
                    <a:pt x="8788" y="1856587"/>
                  </a:lnTo>
                  <a:lnTo>
                    <a:pt x="32753" y="1892134"/>
                  </a:lnTo>
                  <a:lnTo>
                    <a:pt x="68300" y="1916099"/>
                  </a:lnTo>
                  <a:lnTo>
                    <a:pt x="111836" y="1924888"/>
                  </a:lnTo>
                  <a:lnTo>
                    <a:pt x="906335" y="1924888"/>
                  </a:lnTo>
                  <a:lnTo>
                    <a:pt x="850582" y="2226856"/>
                  </a:lnTo>
                  <a:lnTo>
                    <a:pt x="1829752" y="2226856"/>
                  </a:lnTo>
                  <a:lnTo>
                    <a:pt x="1773986" y="1924888"/>
                  </a:lnTo>
                  <a:lnTo>
                    <a:pt x="2568498" y="1924888"/>
                  </a:lnTo>
                  <a:lnTo>
                    <a:pt x="2612034" y="1916099"/>
                  </a:lnTo>
                  <a:lnTo>
                    <a:pt x="2647581" y="1892134"/>
                  </a:lnTo>
                  <a:lnTo>
                    <a:pt x="2671546" y="1856587"/>
                  </a:lnTo>
                  <a:lnTo>
                    <a:pt x="2680335" y="1813052"/>
                  </a:lnTo>
                  <a:lnTo>
                    <a:pt x="2680335" y="11183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15862" y="3064624"/>
              <a:ext cx="2681605" cy="262255"/>
            </a:xfrm>
            <a:custGeom>
              <a:avLst/>
              <a:gdLst/>
              <a:ahLst/>
              <a:cxnLst/>
              <a:rect l="l" t="t" r="r" b="b"/>
              <a:pathLst>
                <a:path w="2681604" h="262254">
                  <a:moveTo>
                    <a:pt x="2572266" y="261741"/>
                  </a:moveTo>
                  <a:lnTo>
                    <a:pt x="108930" y="261741"/>
                  </a:lnTo>
                  <a:lnTo>
                    <a:pt x="87579" y="259629"/>
                  </a:lnTo>
                  <a:lnTo>
                    <a:pt x="48495" y="243440"/>
                  </a:lnTo>
                  <a:lnTo>
                    <a:pt x="18301" y="213246"/>
                  </a:lnTo>
                  <a:lnTo>
                    <a:pt x="2112" y="174162"/>
                  </a:lnTo>
                  <a:lnTo>
                    <a:pt x="0" y="152811"/>
                  </a:lnTo>
                  <a:lnTo>
                    <a:pt x="0" y="9"/>
                  </a:lnTo>
                  <a:lnTo>
                    <a:pt x="2681208" y="22"/>
                  </a:lnTo>
                  <a:lnTo>
                    <a:pt x="2681196" y="152811"/>
                  </a:lnTo>
                  <a:lnTo>
                    <a:pt x="2672636" y="195212"/>
                  </a:lnTo>
                  <a:lnTo>
                    <a:pt x="2649291" y="229836"/>
                  </a:lnTo>
                  <a:lnTo>
                    <a:pt x="2614666" y="253181"/>
                  </a:lnTo>
                  <a:lnTo>
                    <a:pt x="2572266" y="261741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2317" y="3131362"/>
              <a:ext cx="128288" cy="1282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15307" y="3604588"/>
              <a:ext cx="1082675" cy="64135"/>
            </a:xfrm>
            <a:custGeom>
              <a:avLst/>
              <a:gdLst/>
              <a:ahLst/>
              <a:cxnLst/>
              <a:rect l="l" t="t" r="r" b="b"/>
              <a:pathLst>
                <a:path w="1082675" h="64135">
                  <a:moveTo>
                    <a:pt x="1050449" y="63715"/>
                  </a:moveTo>
                  <a:lnTo>
                    <a:pt x="31857" y="63715"/>
                  </a:lnTo>
                  <a:lnTo>
                    <a:pt x="19457" y="61211"/>
                  </a:lnTo>
                  <a:lnTo>
                    <a:pt x="9330" y="54384"/>
                  </a:lnTo>
                  <a:lnTo>
                    <a:pt x="2503" y="44258"/>
                  </a:lnTo>
                  <a:lnTo>
                    <a:pt x="0" y="31857"/>
                  </a:lnTo>
                  <a:lnTo>
                    <a:pt x="2503" y="19457"/>
                  </a:lnTo>
                  <a:lnTo>
                    <a:pt x="9330" y="9330"/>
                  </a:lnTo>
                  <a:lnTo>
                    <a:pt x="19457" y="2503"/>
                  </a:lnTo>
                  <a:lnTo>
                    <a:pt x="31857" y="0"/>
                  </a:lnTo>
                  <a:lnTo>
                    <a:pt x="1058898" y="0"/>
                  </a:lnTo>
                  <a:lnTo>
                    <a:pt x="1067001" y="3356"/>
                  </a:lnTo>
                  <a:lnTo>
                    <a:pt x="1078950" y="15305"/>
                  </a:lnTo>
                  <a:lnTo>
                    <a:pt x="1082307" y="23408"/>
                  </a:lnTo>
                  <a:lnTo>
                    <a:pt x="1082307" y="31857"/>
                  </a:lnTo>
                  <a:lnTo>
                    <a:pt x="1079803" y="44258"/>
                  </a:lnTo>
                  <a:lnTo>
                    <a:pt x="1072976" y="54384"/>
                  </a:lnTo>
                  <a:lnTo>
                    <a:pt x="1062849" y="61211"/>
                  </a:lnTo>
                  <a:lnTo>
                    <a:pt x="1050449" y="63715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298" y="1512358"/>
              <a:ext cx="2452324" cy="144342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389523" y="1401883"/>
            <a:ext cx="1638300" cy="2266315"/>
            <a:chOff x="6389523" y="1401883"/>
            <a:chExt cx="1638300" cy="2266315"/>
          </a:xfrm>
        </p:grpSpPr>
        <p:sp>
          <p:nvSpPr>
            <p:cNvPr id="28" name="object 28"/>
            <p:cNvSpPr/>
            <p:nvPr/>
          </p:nvSpPr>
          <p:spPr>
            <a:xfrm>
              <a:off x="6389523" y="1401883"/>
              <a:ext cx="1638300" cy="2266315"/>
            </a:xfrm>
            <a:custGeom>
              <a:avLst/>
              <a:gdLst/>
              <a:ahLst/>
              <a:cxnLst/>
              <a:rect l="l" t="t" r="r" b="b"/>
              <a:pathLst>
                <a:path w="1638300" h="2266315">
                  <a:moveTo>
                    <a:pt x="1530336" y="2265890"/>
                  </a:moveTo>
                  <a:lnTo>
                    <a:pt x="107894" y="2265890"/>
                  </a:lnTo>
                  <a:lnTo>
                    <a:pt x="65896" y="2257411"/>
                  </a:lnTo>
                  <a:lnTo>
                    <a:pt x="31601" y="2234288"/>
                  </a:lnTo>
                  <a:lnTo>
                    <a:pt x="8478" y="2199993"/>
                  </a:lnTo>
                  <a:lnTo>
                    <a:pt x="0" y="2157996"/>
                  </a:lnTo>
                  <a:lnTo>
                    <a:pt x="0" y="107893"/>
                  </a:lnTo>
                  <a:lnTo>
                    <a:pt x="8478" y="65896"/>
                  </a:lnTo>
                  <a:lnTo>
                    <a:pt x="31601" y="31601"/>
                  </a:lnTo>
                  <a:lnTo>
                    <a:pt x="65896" y="8478"/>
                  </a:lnTo>
                  <a:lnTo>
                    <a:pt x="107894" y="0"/>
                  </a:lnTo>
                  <a:lnTo>
                    <a:pt x="1530336" y="0"/>
                  </a:lnTo>
                  <a:lnTo>
                    <a:pt x="1571626" y="8212"/>
                  </a:lnTo>
                  <a:lnTo>
                    <a:pt x="1606629" y="31601"/>
                  </a:lnTo>
                  <a:lnTo>
                    <a:pt x="1630018" y="66604"/>
                  </a:lnTo>
                  <a:lnTo>
                    <a:pt x="1638231" y="107893"/>
                  </a:lnTo>
                  <a:lnTo>
                    <a:pt x="1638231" y="2157996"/>
                  </a:lnTo>
                  <a:lnTo>
                    <a:pt x="1629753" y="2199993"/>
                  </a:lnTo>
                  <a:lnTo>
                    <a:pt x="1606630" y="2234288"/>
                  </a:lnTo>
                  <a:lnTo>
                    <a:pt x="1572334" y="2257411"/>
                  </a:lnTo>
                  <a:lnTo>
                    <a:pt x="1530336" y="226589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0331" y="3478276"/>
              <a:ext cx="116615" cy="1166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05063" y="1538325"/>
              <a:ext cx="1407150" cy="187552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1778" y="1401884"/>
            <a:ext cx="109785" cy="109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1778" y="1710243"/>
            <a:ext cx="109785" cy="1096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52430" y="1712080"/>
            <a:ext cx="110397" cy="109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53043" y="2020285"/>
            <a:ext cx="109785" cy="109165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3701638"/>
            <a:ext cx="1892935" cy="1442085"/>
          </a:xfrm>
          <a:custGeom>
            <a:avLst/>
            <a:gdLst/>
            <a:ahLst/>
            <a:cxnLst/>
            <a:rect l="l" t="t" r="r" b="b"/>
            <a:pathLst>
              <a:path w="1892935" h="1442085">
                <a:moveTo>
                  <a:pt x="1892602" y="1441861"/>
                </a:moveTo>
                <a:lnTo>
                  <a:pt x="944257" y="1441861"/>
                </a:lnTo>
                <a:lnTo>
                  <a:pt x="684056" y="1182321"/>
                </a:lnTo>
                <a:lnTo>
                  <a:pt x="580803" y="1182321"/>
                </a:lnTo>
                <a:lnTo>
                  <a:pt x="0" y="601235"/>
                </a:lnTo>
                <a:lnTo>
                  <a:pt x="0" y="0"/>
                </a:lnTo>
                <a:lnTo>
                  <a:pt x="461379" y="462070"/>
                </a:lnTo>
                <a:lnTo>
                  <a:pt x="912667" y="462070"/>
                </a:lnTo>
                <a:lnTo>
                  <a:pt x="1892602" y="1441861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33428" y="5040358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5" h="103504">
                <a:moveTo>
                  <a:pt x="103141" y="103141"/>
                </a:moveTo>
                <a:lnTo>
                  <a:pt x="0" y="103141"/>
                </a:lnTo>
                <a:lnTo>
                  <a:pt x="0" y="0"/>
                </a:lnTo>
                <a:lnTo>
                  <a:pt x="103141" y="103141"/>
                </a:lnTo>
                <a:close/>
              </a:path>
            </a:pathLst>
          </a:custGeom>
          <a:solidFill>
            <a:srgbClr val="64818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79060" y="3720565"/>
            <a:ext cx="2092325" cy="1423035"/>
            <a:chOff x="279060" y="3720565"/>
            <a:chExt cx="2092325" cy="14230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060" y="3720565"/>
              <a:ext cx="114514" cy="11564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7720" y="3795013"/>
              <a:ext cx="2013585" cy="1348740"/>
            </a:xfrm>
            <a:custGeom>
              <a:avLst/>
              <a:gdLst/>
              <a:ahLst/>
              <a:cxnLst/>
              <a:rect l="l" t="t" r="r" b="b"/>
              <a:pathLst>
                <a:path w="2013585" h="1348739">
                  <a:moveTo>
                    <a:pt x="2013394" y="1348486"/>
                  </a:moveTo>
                  <a:lnTo>
                    <a:pt x="1476552" y="811580"/>
                  </a:lnTo>
                  <a:lnTo>
                    <a:pt x="1471828" y="807250"/>
                  </a:lnTo>
                  <a:lnTo>
                    <a:pt x="828598" y="807250"/>
                  </a:lnTo>
                  <a:lnTo>
                    <a:pt x="21742" y="0"/>
                  </a:lnTo>
                  <a:lnTo>
                    <a:pt x="0" y="21628"/>
                  </a:lnTo>
                  <a:lnTo>
                    <a:pt x="811682" y="833310"/>
                  </a:lnTo>
                  <a:lnTo>
                    <a:pt x="816013" y="837641"/>
                  </a:lnTo>
                  <a:lnTo>
                    <a:pt x="1103452" y="837641"/>
                  </a:lnTo>
                  <a:lnTo>
                    <a:pt x="1614309" y="1348486"/>
                  </a:lnTo>
                  <a:lnTo>
                    <a:pt x="1631607" y="1348486"/>
                  </a:lnTo>
                  <a:lnTo>
                    <a:pt x="1120762" y="837641"/>
                  </a:lnTo>
                  <a:lnTo>
                    <a:pt x="1459242" y="837641"/>
                  </a:lnTo>
                  <a:lnTo>
                    <a:pt x="1970087" y="1348486"/>
                  </a:lnTo>
                  <a:lnTo>
                    <a:pt x="2013394" y="134848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234976" y="4019547"/>
            <a:ext cx="46710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can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replace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image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screen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with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your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own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work.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Just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right-</a:t>
            </a:r>
            <a:r>
              <a:rPr dirty="0" sz="1500" spc="-30">
                <a:solidFill>
                  <a:srgbClr val="373536"/>
                </a:solidFill>
                <a:latin typeface="Roboto"/>
                <a:cs typeface="Roboto"/>
              </a:rPr>
              <a:t>click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select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“Replace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image”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BIBLIOGRAPHICAL</a:t>
            </a:r>
            <a:r>
              <a:rPr dirty="0" spc="-180"/>
              <a:t> </a:t>
            </a:r>
            <a:r>
              <a:rPr dirty="0" spc="185"/>
              <a:t>REFERENCES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4365" y="2502398"/>
            <a:ext cx="93387" cy="937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65" y="2764241"/>
            <a:ext cx="92935" cy="929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402" y="2765599"/>
            <a:ext cx="93274" cy="933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7402" y="3027555"/>
            <a:ext cx="93274" cy="9282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788691"/>
            <a:ext cx="1594485" cy="1355090"/>
          </a:xfrm>
          <a:custGeom>
            <a:avLst/>
            <a:gdLst/>
            <a:ahLst/>
            <a:cxnLst/>
            <a:rect l="l" t="t" r="r" b="b"/>
            <a:pathLst>
              <a:path w="1594485" h="1355089">
                <a:moveTo>
                  <a:pt x="1594047" y="1354808"/>
                </a:moveTo>
                <a:lnTo>
                  <a:pt x="1565759" y="1354808"/>
                </a:lnTo>
                <a:lnTo>
                  <a:pt x="1470615" y="1259664"/>
                </a:lnTo>
                <a:lnTo>
                  <a:pt x="923170" y="1259664"/>
                </a:lnTo>
                <a:lnTo>
                  <a:pt x="455724" y="792218"/>
                </a:lnTo>
                <a:lnTo>
                  <a:pt x="280608" y="792218"/>
                </a:lnTo>
                <a:lnTo>
                  <a:pt x="0" y="511682"/>
                </a:lnTo>
                <a:lnTo>
                  <a:pt x="0" y="0"/>
                </a:lnTo>
                <a:lnTo>
                  <a:pt x="120344" y="0"/>
                </a:lnTo>
                <a:lnTo>
                  <a:pt x="696342" y="576086"/>
                </a:lnTo>
                <a:lnTo>
                  <a:pt x="952164" y="576086"/>
                </a:lnTo>
                <a:lnTo>
                  <a:pt x="1278086" y="901565"/>
                </a:lnTo>
                <a:lnTo>
                  <a:pt x="1278086" y="1038847"/>
                </a:lnTo>
                <a:lnTo>
                  <a:pt x="1594047" y="1354808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0" y="3405849"/>
            <a:ext cx="821055" cy="1458595"/>
            <a:chOff x="0" y="3405849"/>
            <a:chExt cx="821055" cy="1458595"/>
          </a:xfrm>
        </p:grpSpPr>
        <p:sp>
          <p:nvSpPr>
            <p:cNvPr id="16" name="object 16"/>
            <p:cNvSpPr/>
            <p:nvPr/>
          </p:nvSpPr>
          <p:spPr>
            <a:xfrm>
              <a:off x="0" y="3481445"/>
              <a:ext cx="788670" cy="1383030"/>
            </a:xfrm>
            <a:custGeom>
              <a:avLst/>
              <a:gdLst/>
              <a:ahLst/>
              <a:cxnLst/>
              <a:rect l="l" t="t" r="r" b="b"/>
              <a:pathLst>
                <a:path w="788670" h="1383029">
                  <a:moveTo>
                    <a:pt x="0" y="1382472"/>
                  </a:moveTo>
                  <a:lnTo>
                    <a:pt x="0" y="1339867"/>
                  </a:lnTo>
                  <a:lnTo>
                    <a:pt x="758696" y="581171"/>
                  </a:lnTo>
                  <a:lnTo>
                    <a:pt x="758696" y="0"/>
                  </a:lnTo>
                  <a:lnTo>
                    <a:pt x="788456" y="0"/>
                  </a:lnTo>
                  <a:lnTo>
                    <a:pt x="788456" y="593772"/>
                  </a:lnTo>
                  <a:lnTo>
                    <a:pt x="0" y="138247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46" y="3405849"/>
              <a:ext cx="95581" cy="95574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862712" y="4674158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90500" h="38100">
                <a:moveTo>
                  <a:pt x="37553" y="0"/>
                </a:moveTo>
                <a:lnTo>
                  <a:pt x="0" y="0"/>
                </a:lnTo>
                <a:lnTo>
                  <a:pt x="0" y="37871"/>
                </a:lnTo>
                <a:lnTo>
                  <a:pt x="37553" y="37871"/>
                </a:lnTo>
                <a:lnTo>
                  <a:pt x="37553" y="0"/>
                </a:lnTo>
                <a:close/>
              </a:path>
              <a:path w="190500" h="38100">
                <a:moveTo>
                  <a:pt x="190284" y="0"/>
                </a:moveTo>
                <a:lnTo>
                  <a:pt x="72504" y="0"/>
                </a:lnTo>
                <a:lnTo>
                  <a:pt x="72504" y="37871"/>
                </a:lnTo>
                <a:lnTo>
                  <a:pt x="190284" y="37871"/>
                </a:lnTo>
                <a:lnTo>
                  <a:pt x="190284" y="0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7098606" y="1190441"/>
            <a:ext cx="2045970" cy="3953510"/>
            <a:chOff x="7098606" y="1190441"/>
            <a:chExt cx="2045970" cy="3953510"/>
          </a:xfrm>
        </p:grpSpPr>
        <p:sp>
          <p:nvSpPr>
            <p:cNvPr id="3" name="object 3"/>
            <p:cNvSpPr/>
            <p:nvPr/>
          </p:nvSpPr>
          <p:spPr>
            <a:xfrm>
              <a:off x="7199553" y="3303009"/>
              <a:ext cx="1945005" cy="1840864"/>
            </a:xfrm>
            <a:custGeom>
              <a:avLst/>
              <a:gdLst/>
              <a:ahLst/>
              <a:cxnLst/>
              <a:rect l="l" t="t" r="r" b="b"/>
              <a:pathLst>
                <a:path w="1945004" h="1840864">
                  <a:moveTo>
                    <a:pt x="1073217" y="1840489"/>
                  </a:moveTo>
                  <a:lnTo>
                    <a:pt x="635273" y="1840489"/>
                  </a:lnTo>
                  <a:lnTo>
                    <a:pt x="635273" y="1454460"/>
                  </a:lnTo>
                  <a:lnTo>
                    <a:pt x="0" y="840044"/>
                  </a:lnTo>
                  <a:lnTo>
                    <a:pt x="196267" y="643776"/>
                  </a:lnTo>
                  <a:lnTo>
                    <a:pt x="1462415" y="643776"/>
                  </a:lnTo>
                  <a:lnTo>
                    <a:pt x="1867184" y="239007"/>
                  </a:lnTo>
                  <a:lnTo>
                    <a:pt x="1867184" y="77328"/>
                  </a:lnTo>
                  <a:lnTo>
                    <a:pt x="1944446" y="0"/>
                  </a:lnTo>
                  <a:lnTo>
                    <a:pt x="1944446" y="969261"/>
                  </a:lnTo>
                  <a:lnTo>
                    <a:pt x="1073217" y="1840489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83766" y="2160041"/>
              <a:ext cx="1060450" cy="2496820"/>
            </a:xfrm>
            <a:custGeom>
              <a:avLst/>
              <a:gdLst/>
              <a:ahLst/>
              <a:cxnLst/>
              <a:rect l="l" t="t" r="r" b="b"/>
              <a:pathLst>
                <a:path w="1060450" h="2496820">
                  <a:moveTo>
                    <a:pt x="1060234" y="0"/>
                  </a:moveTo>
                  <a:lnTo>
                    <a:pt x="503389" y="556780"/>
                  </a:lnTo>
                  <a:lnTo>
                    <a:pt x="503389" y="1974824"/>
                  </a:lnTo>
                  <a:lnTo>
                    <a:pt x="0" y="2478201"/>
                  </a:lnTo>
                  <a:lnTo>
                    <a:pt x="18034" y="2496235"/>
                  </a:lnTo>
                  <a:lnTo>
                    <a:pt x="528739" y="1985530"/>
                  </a:lnTo>
                  <a:lnTo>
                    <a:pt x="528739" y="567486"/>
                  </a:lnTo>
                  <a:lnTo>
                    <a:pt x="673874" y="422363"/>
                  </a:lnTo>
                  <a:lnTo>
                    <a:pt x="762647" y="422363"/>
                  </a:lnTo>
                  <a:lnTo>
                    <a:pt x="903605" y="281470"/>
                  </a:lnTo>
                  <a:lnTo>
                    <a:pt x="1044511" y="140500"/>
                  </a:lnTo>
                  <a:lnTo>
                    <a:pt x="1044511" y="51765"/>
                  </a:lnTo>
                  <a:lnTo>
                    <a:pt x="1060234" y="36042"/>
                  </a:lnTo>
                  <a:lnTo>
                    <a:pt x="1060234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6529" y="4615217"/>
              <a:ext cx="96122" cy="968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4402" y="2321313"/>
              <a:ext cx="108115" cy="108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97173" y="1190441"/>
              <a:ext cx="847090" cy="1142365"/>
            </a:xfrm>
            <a:custGeom>
              <a:avLst/>
              <a:gdLst/>
              <a:ahLst/>
              <a:cxnLst/>
              <a:rect l="l" t="t" r="r" b="b"/>
              <a:pathLst>
                <a:path w="847090" h="1142364">
                  <a:moveTo>
                    <a:pt x="24458" y="1142072"/>
                  </a:moveTo>
                  <a:lnTo>
                    <a:pt x="0" y="1142072"/>
                  </a:lnTo>
                  <a:lnTo>
                    <a:pt x="0" y="846826"/>
                  </a:lnTo>
                  <a:lnTo>
                    <a:pt x="846826" y="0"/>
                  </a:lnTo>
                  <a:lnTo>
                    <a:pt x="846826" y="34298"/>
                  </a:lnTo>
                  <a:lnTo>
                    <a:pt x="24458" y="856920"/>
                  </a:lnTo>
                  <a:lnTo>
                    <a:pt x="24458" y="1142072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98606" y="4674146"/>
              <a:ext cx="236220" cy="38100"/>
            </a:xfrm>
            <a:custGeom>
              <a:avLst/>
              <a:gdLst/>
              <a:ahLst/>
              <a:cxnLst/>
              <a:rect l="l" t="t" r="r" b="b"/>
              <a:pathLst>
                <a:path w="236220" h="38100">
                  <a:moveTo>
                    <a:pt x="235890" y="37881"/>
                  </a:moveTo>
                  <a:lnTo>
                    <a:pt x="0" y="37881"/>
                  </a:lnTo>
                  <a:lnTo>
                    <a:pt x="0" y="0"/>
                  </a:lnTo>
                  <a:lnTo>
                    <a:pt x="235890" y="0"/>
                  </a:lnTo>
                  <a:lnTo>
                    <a:pt x="235890" y="37881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57262" y="1541455"/>
            <a:ext cx="5960745" cy="21399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Mercury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closest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to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smallest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one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Neptune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farthest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Earth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third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where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live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Venus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has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beautiful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name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second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from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Sun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Saturn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giant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composed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hydrogen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helium</a:t>
            </a:r>
            <a:endParaRPr sz="1500">
              <a:latin typeface="Roboto"/>
              <a:cs typeface="Roboto"/>
            </a:endParaRPr>
          </a:p>
          <a:p>
            <a:pPr marL="356235" indent="-343535">
              <a:lnSpc>
                <a:spcPct val="100000"/>
              </a:lnSpc>
              <a:spcBef>
                <a:spcPts val="975"/>
              </a:spcBef>
              <a:buClr>
                <a:srgbClr val="FC2E12"/>
              </a:buClr>
              <a:buFont typeface="Arial MT"/>
              <a:buChar char="●"/>
              <a:tabLst>
                <a:tab pos="356235" algn="l"/>
              </a:tabLst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Jupiter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is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gas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giant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and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biggest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planet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them</a:t>
            </a:r>
            <a:r>
              <a:rPr dirty="0" sz="1500" spc="-5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all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969" y="491148"/>
            <a:ext cx="120959" cy="1209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736" y="491148"/>
            <a:ext cx="120790" cy="12096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1760" y="767330"/>
            <a:ext cx="120790" cy="121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358" y="768005"/>
            <a:ext cx="120284" cy="120966"/>
          </a:xfrm>
          <a:prstGeom prst="rect">
            <a:avLst/>
          </a:prstGeom>
        </p:spPr>
      </p:pic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2933634" y="558512"/>
            <a:ext cx="327723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/>
              <a:t>THANKS!</a:t>
            </a:r>
            <a:endParaRPr sz="5000"/>
          </a:p>
        </p:txBody>
      </p:sp>
      <p:grpSp>
        <p:nvGrpSpPr>
          <p:cNvPr id="16" name="object 16"/>
          <p:cNvGrpSpPr/>
          <p:nvPr/>
        </p:nvGrpSpPr>
        <p:grpSpPr>
          <a:xfrm>
            <a:off x="0" y="924882"/>
            <a:ext cx="2678430" cy="4228465"/>
            <a:chOff x="0" y="924882"/>
            <a:chExt cx="2678430" cy="4228465"/>
          </a:xfrm>
        </p:grpSpPr>
        <p:sp>
          <p:nvSpPr>
            <p:cNvPr id="17" name="object 17"/>
            <p:cNvSpPr/>
            <p:nvPr/>
          </p:nvSpPr>
          <p:spPr>
            <a:xfrm>
              <a:off x="0" y="1483003"/>
              <a:ext cx="2678430" cy="3660775"/>
            </a:xfrm>
            <a:custGeom>
              <a:avLst/>
              <a:gdLst/>
              <a:ahLst/>
              <a:cxnLst/>
              <a:rect l="l" t="t" r="r" b="b"/>
              <a:pathLst>
                <a:path w="2678430" h="3660775">
                  <a:moveTo>
                    <a:pt x="2677886" y="3660496"/>
                  </a:moveTo>
                  <a:lnTo>
                    <a:pt x="2640088" y="3660496"/>
                  </a:lnTo>
                  <a:lnTo>
                    <a:pt x="0" y="1020407"/>
                  </a:lnTo>
                  <a:lnTo>
                    <a:pt x="0" y="0"/>
                  </a:lnTo>
                  <a:lnTo>
                    <a:pt x="261405" y="261634"/>
                  </a:lnTo>
                  <a:lnTo>
                    <a:pt x="261405" y="431818"/>
                  </a:lnTo>
                  <a:lnTo>
                    <a:pt x="687468" y="857881"/>
                  </a:lnTo>
                  <a:lnTo>
                    <a:pt x="2020223" y="857881"/>
                  </a:lnTo>
                  <a:lnTo>
                    <a:pt x="2226816" y="1064474"/>
                  </a:lnTo>
                  <a:lnTo>
                    <a:pt x="1558122" y="1711211"/>
                  </a:lnTo>
                  <a:lnTo>
                    <a:pt x="1558122" y="2540732"/>
                  </a:lnTo>
                  <a:lnTo>
                    <a:pt x="2677886" y="3660496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6288" y="2029548"/>
              <a:ext cx="137291" cy="13666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924889"/>
              <a:ext cx="1470025" cy="1153160"/>
            </a:xfrm>
            <a:custGeom>
              <a:avLst/>
              <a:gdLst/>
              <a:ahLst/>
              <a:cxnLst/>
              <a:rect l="l" t="t" r="r" b="b"/>
              <a:pathLst>
                <a:path w="1470025" h="1153160">
                  <a:moveTo>
                    <a:pt x="1469517" y="1127683"/>
                  </a:moveTo>
                  <a:lnTo>
                    <a:pt x="504672" y="162445"/>
                  </a:lnTo>
                  <a:lnTo>
                    <a:pt x="499287" y="157060"/>
                  </a:lnTo>
                  <a:lnTo>
                    <a:pt x="157086" y="157060"/>
                  </a:lnTo>
                  <a:lnTo>
                    <a:pt x="0" y="0"/>
                  </a:lnTo>
                  <a:lnTo>
                    <a:pt x="0" y="20078"/>
                  </a:lnTo>
                  <a:lnTo>
                    <a:pt x="137007" y="157060"/>
                  </a:lnTo>
                  <a:lnTo>
                    <a:pt x="0" y="157060"/>
                  </a:lnTo>
                  <a:lnTo>
                    <a:pt x="0" y="193306"/>
                  </a:lnTo>
                  <a:lnTo>
                    <a:pt x="484098" y="193306"/>
                  </a:lnTo>
                  <a:lnTo>
                    <a:pt x="1444040" y="1153160"/>
                  </a:lnTo>
                  <a:lnTo>
                    <a:pt x="1469517" y="112768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82902" y="4807992"/>
              <a:ext cx="661670" cy="335915"/>
            </a:xfrm>
            <a:custGeom>
              <a:avLst/>
              <a:gdLst/>
              <a:ahLst/>
              <a:cxnLst/>
              <a:rect l="l" t="t" r="r" b="b"/>
              <a:pathLst>
                <a:path w="661669" h="335914">
                  <a:moveTo>
                    <a:pt x="0" y="335507"/>
                  </a:moveTo>
                  <a:lnTo>
                    <a:pt x="0" y="307527"/>
                  </a:lnTo>
                  <a:lnTo>
                    <a:pt x="6414" y="261639"/>
                  </a:lnTo>
                  <a:lnTo>
                    <a:pt x="19242" y="216832"/>
                  </a:lnTo>
                  <a:lnTo>
                    <a:pt x="38484" y="173832"/>
                  </a:lnTo>
                  <a:lnTo>
                    <a:pt x="64140" y="133365"/>
                  </a:lnTo>
                  <a:lnTo>
                    <a:pt x="96211" y="96156"/>
                  </a:lnTo>
                  <a:lnTo>
                    <a:pt x="133419" y="64104"/>
                  </a:lnTo>
                  <a:lnTo>
                    <a:pt x="173886" y="38462"/>
                  </a:lnTo>
                  <a:lnTo>
                    <a:pt x="216886" y="19231"/>
                  </a:lnTo>
                  <a:lnTo>
                    <a:pt x="261693" y="6410"/>
                  </a:lnTo>
                  <a:lnTo>
                    <a:pt x="307582" y="0"/>
                  </a:lnTo>
                  <a:lnTo>
                    <a:pt x="353826" y="0"/>
                  </a:lnTo>
                  <a:lnTo>
                    <a:pt x="399700" y="6410"/>
                  </a:lnTo>
                  <a:lnTo>
                    <a:pt x="444478" y="19231"/>
                  </a:lnTo>
                  <a:lnTo>
                    <a:pt x="487434" y="38462"/>
                  </a:lnTo>
                  <a:lnTo>
                    <a:pt x="527843" y="64104"/>
                  </a:lnTo>
                  <a:lnTo>
                    <a:pt x="564979" y="96156"/>
                  </a:lnTo>
                  <a:lnTo>
                    <a:pt x="597104" y="133365"/>
                  </a:lnTo>
                  <a:lnTo>
                    <a:pt x="622804" y="173832"/>
                  </a:lnTo>
                  <a:lnTo>
                    <a:pt x="642079" y="216832"/>
                  </a:lnTo>
                  <a:lnTo>
                    <a:pt x="654928" y="261639"/>
                  </a:lnTo>
                  <a:lnTo>
                    <a:pt x="661353" y="307527"/>
                  </a:lnTo>
                  <a:lnTo>
                    <a:pt x="661353" y="335507"/>
                  </a:lnTo>
                </a:path>
              </a:pathLst>
            </a:custGeom>
            <a:ln w="19049">
              <a:solidFill>
                <a:srgbClr val="FC2E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0196" y="3327666"/>
              <a:ext cx="325120" cy="324485"/>
            </a:xfrm>
            <a:custGeom>
              <a:avLst/>
              <a:gdLst/>
              <a:ahLst/>
              <a:cxnLst/>
              <a:rect l="l" t="t" r="r" b="b"/>
              <a:pathLst>
                <a:path w="325120" h="324485">
                  <a:moveTo>
                    <a:pt x="0" y="324319"/>
                  </a:moveTo>
                  <a:lnTo>
                    <a:pt x="0" y="232647"/>
                  </a:lnTo>
                  <a:lnTo>
                    <a:pt x="232647" y="0"/>
                  </a:lnTo>
                  <a:lnTo>
                    <a:pt x="324512" y="0"/>
                  </a:lnTo>
                  <a:lnTo>
                    <a:pt x="162352" y="162159"/>
                  </a:lnTo>
                  <a:lnTo>
                    <a:pt x="0" y="32431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722" y="2737381"/>
              <a:ext cx="133837" cy="1348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2826359"/>
              <a:ext cx="1546860" cy="1242060"/>
            </a:xfrm>
            <a:custGeom>
              <a:avLst/>
              <a:gdLst/>
              <a:ahLst/>
              <a:cxnLst/>
              <a:rect l="l" t="t" r="r" b="b"/>
              <a:pathLst>
                <a:path w="1546860" h="1242060">
                  <a:moveTo>
                    <a:pt x="1034288" y="24460"/>
                  </a:moveTo>
                  <a:lnTo>
                    <a:pt x="1007910" y="0"/>
                  </a:lnTo>
                  <a:lnTo>
                    <a:pt x="18389" y="989520"/>
                  </a:lnTo>
                  <a:lnTo>
                    <a:pt x="0" y="989520"/>
                  </a:lnTo>
                  <a:lnTo>
                    <a:pt x="0" y="1025537"/>
                  </a:lnTo>
                  <a:lnTo>
                    <a:pt x="33210" y="1025537"/>
                  </a:lnTo>
                  <a:lnTo>
                    <a:pt x="1034288" y="24460"/>
                  </a:lnTo>
                  <a:close/>
                </a:path>
                <a:path w="1546860" h="1242060">
                  <a:moveTo>
                    <a:pt x="1546428" y="1176045"/>
                  </a:moveTo>
                  <a:lnTo>
                    <a:pt x="1085951" y="1176045"/>
                  </a:lnTo>
                  <a:lnTo>
                    <a:pt x="1151623" y="1241526"/>
                  </a:lnTo>
                  <a:lnTo>
                    <a:pt x="1479219" y="1241526"/>
                  </a:lnTo>
                  <a:lnTo>
                    <a:pt x="1546428" y="117604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9742" y="3923826"/>
              <a:ext cx="134775" cy="1336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3972940"/>
              <a:ext cx="1828800" cy="989330"/>
            </a:xfrm>
            <a:custGeom>
              <a:avLst/>
              <a:gdLst/>
              <a:ahLst/>
              <a:cxnLst/>
              <a:rect l="l" t="t" r="r" b="b"/>
              <a:pathLst>
                <a:path w="1828800" h="989329">
                  <a:moveTo>
                    <a:pt x="1828190" y="0"/>
                  </a:moveTo>
                  <a:lnTo>
                    <a:pt x="938618" y="0"/>
                  </a:lnTo>
                  <a:lnTo>
                    <a:pt x="637209" y="301409"/>
                  </a:lnTo>
                  <a:lnTo>
                    <a:pt x="284975" y="301409"/>
                  </a:lnTo>
                  <a:lnTo>
                    <a:pt x="0" y="585304"/>
                  </a:lnTo>
                  <a:lnTo>
                    <a:pt x="0" y="606031"/>
                  </a:lnTo>
                  <a:lnTo>
                    <a:pt x="289788" y="316230"/>
                  </a:lnTo>
                  <a:lnTo>
                    <a:pt x="622388" y="316230"/>
                  </a:lnTo>
                  <a:lnTo>
                    <a:pt x="0" y="938631"/>
                  </a:lnTo>
                  <a:lnTo>
                    <a:pt x="0" y="989279"/>
                  </a:lnTo>
                  <a:lnTo>
                    <a:pt x="953249" y="36017"/>
                  </a:lnTo>
                  <a:lnTo>
                    <a:pt x="1828190" y="36017"/>
                  </a:lnTo>
                  <a:lnTo>
                    <a:pt x="1828190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371233" y="1438696"/>
            <a:ext cx="23996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373536"/>
                </a:solidFill>
                <a:latin typeface="Roboto"/>
                <a:cs typeface="Roboto"/>
              </a:rPr>
              <a:t>Do</a:t>
            </a:r>
            <a:r>
              <a:rPr dirty="0" sz="1500" spc="-45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b="1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5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b="1">
                <a:solidFill>
                  <a:srgbClr val="373536"/>
                </a:solidFill>
                <a:latin typeface="Roboto"/>
                <a:cs typeface="Roboto"/>
              </a:rPr>
              <a:t>have</a:t>
            </a:r>
            <a:r>
              <a:rPr dirty="0" sz="15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b="1">
                <a:solidFill>
                  <a:srgbClr val="373536"/>
                </a:solidFill>
                <a:latin typeface="Roboto"/>
                <a:cs typeface="Roboto"/>
              </a:rPr>
              <a:t>any</a:t>
            </a:r>
            <a:r>
              <a:rPr dirty="0" sz="1500" spc="-40" b="1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373536"/>
                </a:solidFill>
                <a:latin typeface="Roboto"/>
                <a:cs typeface="Roboto"/>
              </a:rPr>
              <a:t>questions?</a:t>
            </a:r>
            <a:endParaRPr sz="15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7"/>
              </a:rPr>
              <a:t>youremail@freepik.com</a:t>
            </a:r>
            <a:endParaRPr sz="1500">
              <a:latin typeface="Roboto"/>
              <a:cs typeface="Roboto"/>
            </a:endParaRPr>
          </a:p>
          <a:p>
            <a:pPr algn="ctr" marL="1270">
              <a:lnSpc>
                <a:spcPct val="100000"/>
              </a:lnSpc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+91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620</a:t>
            </a:r>
            <a:r>
              <a:rPr dirty="0" sz="15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421</a:t>
            </a:r>
            <a:r>
              <a:rPr dirty="0" sz="15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</a:rPr>
              <a:t>838</a:t>
            </a:r>
            <a:endParaRPr sz="1500">
              <a:latin typeface="Roboto"/>
              <a:cs typeface="Roboto"/>
            </a:endParaRPr>
          </a:p>
          <a:p>
            <a:pPr algn="ctr" marL="635">
              <a:lnSpc>
                <a:spcPct val="100000"/>
              </a:lnSpc>
            </a:pP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yourcompany.com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76464" y="2421953"/>
            <a:ext cx="300355" cy="300355"/>
          </a:xfrm>
          <a:custGeom>
            <a:avLst/>
            <a:gdLst/>
            <a:ahLst/>
            <a:cxnLst/>
            <a:rect l="l" t="t" r="r" b="b"/>
            <a:pathLst>
              <a:path w="300354" h="300355">
                <a:moveTo>
                  <a:pt x="300101" y="126174"/>
                </a:moveTo>
                <a:lnTo>
                  <a:pt x="174066" y="126174"/>
                </a:lnTo>
                <a:lnTo>
                  <a:pt x="174066" y="0"/>
                </a:lnTo>
                <a:lnTo>
                  <a:pt x="126542" y="0"/>
                </a:lnTo>
                <a:lnTo>
                  <a:pt x="126542" y="126174"/>
                </a:lnTo>
                <a:lnTo>
                  <a:pt x="0" y="126174"/>
                </a:lnTo>
                <a:lnTo>
                  <a:pt x="0" y="173558"/>
                </a:lnTo>
                <a:lnTo>
                  <a:pt x="126542" y="173558"/>
                </a:lnTo>
                <a:lnTo>
                  <a:pt x="126542" y="299732"/>
                </a:lnTo>
                <a:lnTo>
                  <a:pt x="174066" y="299732"/>
                </a:lnTo>
                <a:lnTo>
                  <a:pt x="174066" y="173558"/>
                </a:lnTo>
                <a:lnTo>
                  <a:pt x="300101" y="173558"/>
                </a:lnTo>
                <a:lnTo>
                  <a:pt x="300101" y="126174"/>
                </a:lnTo>
                <a:close/>
              </a:path>
            </a:pathLst>
          </a:custGeom>
          <a:solidFill>
            <a:srgbClr val="24A36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3101600" y="2664098"/>
            <a:ext cx="687070" cy="688340"/>
            <a:chOff x="3101600" y="2664098"/>
            <a:chExt cx="687070" cy="688340"/>
          </a:xfrm>
        </p:grpSpPr>
        <p:sp>
          <p:nvSpPr>
            <p:cNvPr id="27" name="object 27"/>
            <p:cNvSpPr/>
            <p:nvPr/>
          </p:nvSpPr>
          <p:spPr>
            <a:xfrm>
              <a:off x="3115887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8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2" y="656123"/>
                  </a:lnTo>
                  <a:lnTo>
                    <a:pt x="329099" y="659699"/>
                  </a:lnTo>
                  <a:lnTo>
                    <a:pt x="280468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287128" y="2850362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57289" y="58293"/>
                  </a:moveTo>
                  <a:lnTo>
                    <a:pt x="250659" y="56984"/>
                  </a:lnTo>
                  <a:lnTo>
                    <a:pt x="244132" y="56057"/>
                  </a:lnTo>
                  <a:lnTo>
                    <a:pt x="237693" y="55486"/>
                  </a:lnTo>
                  <a:lnTo>
                    <a:pt x="231305" y="55295"/>
                  </a:lnTo>
                  <a:lnTo>
                    <a:pt x="226148" y="55295"/>
                  </a:lnTo>
                  <a:lnTo>
                    <a:pt x="187655" y="67348"/>
                  </a:lnTo>
                  <a:lnTo>
                    <a:pt x="176961" y="92544"/>
                  </a:lnTo>
                  <a:lnTo>
                    <a:pt x="176961" y="143852"/>
                  </a:lnTo>
                  <a:lnTo>
                    <a:pt x="172834" y="148005"/>
                  </a:lnTo>
                  <a:lnTo>
                    <a:pt x="149225" y="148005"/>
                  </a:lnTo>
                  <a:lnTo>
                    <a:pt x="149225" y="166484"/>
                  </a:lnTo>
                  <a:lnTo>
                    <a:pt x="172834" y="166484"/>
                  </a:lnTo>
                  <a:lnTo>
                    <a:pt x="176961" y="170624"/>
                  </a:lnTo>
                  <a:lnTo>
                    <a:pt x="176961" y="315722"/>
                  </a:lnTo>
                  <a:lnTo>
                    <a:pt x="204736" y="315722"/>
                  </a:lnTo>
                  <a:lnTo>
                    <a:pt x="204736" y="170624"/>
                  </a:lnTo>
                  <a:lnTo>
                    <a:pt x="208876" y="166484"/>
                  </a:lnTo>
                  <a:lnTo>
                    <a:pt x="243763" y="166484"/>
                  </a:lnTo>
                  <a:lnTo>
                    <a:pt x="248361" y="148005"/>
                  </a:lnTo>
                  <a:lnTo>
                    <a:pt x="208876" y="148005"/>
                  </a:lnTo>
                  <a:lnTo>
                    <a:pt x="204736" y="143852"/>
                  </a:lnTo>
                  <a:lnTo>
                    <a:pt x="204736" y="109156"/>
                  </a:lnTo>
                  <a:lnTo>
                    <a:pt x="206527" y="98488"/>
                  </a:lnTo>
                  <a:lnTo>
                    <a:pt x="237642" y="79463"/>
                  </a:lnTo>
                  <a:lnTo>
                    <a:pt x="245440" y="79463"/>
                  </a:lnTo>
                  <a:lnTo>
                    <a:pt x="249936" y="80086"/>
                  </a:lnTo>
                  <a:lnTo>
                    <a:pt x="253949" y="80886"/>
                  </a:lnTo>
                  <a:lnTo>
                    <a:pt x="257289" y="58293"/>
                  </a:lnTo>
                  <a:close/>
                </a:path>
                <a:path w="316229" h="316230">
                  <a:moveTo>
                    <a:pt x="315722" y="46253"/>
                  </a:moveTo>
                  <a:lnTo>
                    <a:pt x="312077" y="28270"/>
                  </a:lnTo>
                  <a:lnTo>
                    <a:pt x="302158" y="13563"/>
                  </a:lnTo>
                  <a:lnTo>
                    <a:pt x="287464" y="3644"/>
                  </a:lnTo>
                  <a:lnTo>
                    <a:pt x="269481" y="0"/>
                  </a:lnTo>
                  <a:lnTo>
                    <a:pt x="46253" y="0"/>
                  </a:lnTo>
                  <a:lnTo>
                    <a:pt x="28270" y="3644"/>
                  </a:lnTo>
                  <a:lnTo>
                    <a:pt x="13563" y="13563"/>
                  </a:lnTo>
                  <a:lnTo>
                    <a:pt x="3644" y="28270"/>
                  </a:lnTo>
                  <a:lnTo>
                    <a:pt x="0" y="46253"/>
                  </a:lnTo>
                  <a:lnTo>
                    <a:pt x="0" y="269455"/>
                  </a:lnTo>
                  <a:lnTo>
                    <a:pt x="3644" y="287451"/>
                  </a:lnTo>
                  <a:lnTo>
                    <a:pt x="13563" y="302158"/>
                  </a:lnTo>
                  <a:lnTo>
                    <a:pt x="28270" y="312089"/>
                  </a:lnTo>
                  <a:lnTo>
                    <a:pt x="46253" y="315734"/>
                  </a:lnTo>
                  <a:lnTo>
                    <a:pt x="158483" y="315734"/>
                  </a:lnTo>
                  <a:lnTo>
                    <a:pt x="158483" y="185000"/>
                  </a:lnTo>
                  <a:lnTo>
                    <a:pt x="134861" y="185000"/>
                  </a:lnTo>
                  <a:lnTo>
                    <a:pt x="130746" y="180848"/>
                  </a:lnTo>
                  <a:lnTo>
                    <a:pt x="130746" y="133642"/>
                  </a:lnTo>
                  <a:lnTo>
                    <a:pt x="134861" y="129489"/>
                  </a:lnTo>
                  <a:lnTo>
                    <a:pt x="158483" y="129489"/>
                  </a:lnTo>
                  <a:lnTo>
                    <a:pt x="158483" y="96647"/>
                  </a:lnTo>
                  <a:lnTo>
                    <a:pt x="172593" y="56134"/>
                  </a:lnTo>
                  <a:lnTo>
                    <a:pt x="213245" y="38125"/>
                  </a:lnTo>
                  <a:lnTo>
                    <a:pt x="225056" y="36817"/>
                  </a:lnTo>
                  <a:lnTo>
                    <a:pt x="231101" y="36817"/>
                  </a:lnTo>
                  <a:lnTo>
                    <a:pt x="270217" y="42519"/>
                  </a:lnTo>
                  <a:lnTo>
                    <a:pt x="277520" y="48158"/>
                  </a:lnTo>
                  <a:lnTo>
                    <a:pt x="276834" y="52768"/>
                  </a:lnTo>
                  <a:lnTo>
                    <a:pt x="270776" y="93573"/>
                  </a:lnTo>
                  <a:lnTo>
                    <a:pt x="263486" y="101473"/>
                  </a:lnTo>
                  <a:lnTo>
                    <a:pt x="260261" y="101473"/>
                  </a:lnTo>
                  <a:lnTo>
                    <a:pt x="258559" y="100990"/>
                  </a:lnTo>
                  <a:lnTo>
                    <a:pt x="251739" y="99288"/>
                  </a:lnTo>
                  <a:lnTo>
                    <a:pt x="246380" y="97942"/>
                  </a:lnTo>
                  <a:lnTo>
                    <a:pt x="238607" y="97942"/>
                  </a:lnTo>
                  <a:lnTo>
                    <a:pt x="236613" y="98094"/>
                  </a:lnTo>
                  <a:lnTo>
                    <a:pt x="234556" y="98437"/>
                  </a:lnTo>
                  <a:lnTo>
                    <a:pt x="224116" y="100190"/>
                  </a:lnTo>
                  <a:lnTo>
                    <a:pt x="223227" y="104889"/>
                  </a:lnTo>
                  <a:lnTo>
                    <a:pt x="223227" y="129489"/>
                  </a:lnTo>
                  <a:lnTo>
                    <a:pt x="263080" y="129489"/>
                  </a:lnTo>
                  <a:lnTo>
                    <a:pt x="265747" y="130822"/>
                  </a:lnTo>
                  <a:lnTo>
                    <a:pt x="267500" y="133070"/>
                  </a:lnTo>
                  <a:lnTo>
                    <a:pt x="269252" y="135293"/>
                  </a:lnTo>
                  <a:lnTo>
                    <a:pt x="269862" y="138214"/>
                  </a:lnTo>
                  <a:lnTo>
                    <a:pt x="269189" y="140982"/>
                  </a:lnTo>
                  <a:lnTo>
                    <a:pt x="259930" y="177977"/>
                  </a:lnTo>
                  <a:lnTo>
                    <a:pt x="258902" y="182105"/>
                  </a:lnTo>
                  <a:lnTo>
                    <a:pt x="255206" y="184988"/>
                  </a:lnTo>
                  <a:lnTo>
                    <a:pt x="223227" y="184988"/>
                  </a:lnTo>
                  <a:lnTo>
                    <a:pt x="223227" y="315734"/>
                  </a:lnTo>
                  <a:lnTo>
                    <a:pt x="269455" y="315734"/>
                  </a:lnTo>
                  <a:lnTo>
                    <a:pt x="287451" y="312089"/>
                  </a:lnTo>
                  <a:lnTo>
                    <a:pt x="302158" y="302145"/>
                  </a:lnTo>
                  <a:lnTo>
                    <a:pt x="312077" y="287439"/>
                  </a:lnTo>
                  <a:lnTo>
                    <a:pt x="315722" y="269455"/>
                  </a:lnTo>
                  <a:lnTo>
                    <a:pt x="315722" y="46253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3852941" y="2664098"/>
            <a:ext cx="687070" cy="688340"/>
            <a:chOff x="3852941" y="2664098"/>
            <a:chExt cx="687070" cy="688340"/>
          </a:xfrm>
        </p:grpSpPr>
        <p:sp>
          <p:nvSpPr>
            <p:cNvPr id="30" name="object 30"/>
            <p:cNvSpPr/>
            <p:nvPr/>
          </p:nvSpPr>
          <p:spPr>
            <a:xfrm>
              <a:off x="3867229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7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1" y="656123"/>
                  </a:lnTo>
                  <a:lnTo>
                    <a:pt x="329099" y="659699"/>
                  </a:lnTo>
                  <a:lnTo>
                    <a:pt x="280467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4583" y="2906500"/>
              <a:ext cx="203493" cy="20344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38478" y="2850362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68856" y="315722"/>
                  </a:moveTo>
                  <a:lnTo>
                    <a:pt x="46849" y="315722"/>
                  </a:lnTo>
                  <a:lnTo>
                    <a:pt x="28777" y="311986"/>
                  </a:lnTo>
                  <a:lnTo>
                    <a:pt x="13867" y="301851"/>
                  </a:lnTo>
                  <a:lnTo>
                    <a:pt x="3736" y="286932"/>
                  </a:lnTo>
                  <a:lnTo>
                    <a:pt x="0" y="268840"/>
                  </a:lnTo>
                  <a:lnTo>
                    <a:pt x="0" y="46882"/>
                  </a:lnTo>
                  <a:lnTo>
                    <a:pt x="3736" y="28791"/>
                  </a:lnTo>
                  <a:lnTo>
                    <a:pt x="13867" y="13871"/>
                  </a:lnTo>
                  <a:lnTo>
                    <a:pt x="28777" y="3736"/>
                  </a:lnTo>
                  <a:lnTo>
                    <a:pt x="46849" y="0"/>
                  </a:lnTo>
                  <a:lnTo>
                    <a:pt x="268856" y="0"/>
                  </a:lnTo>
                  <a:lnTo>
                    <a:pt x="286926" y="3736"/>
                  </a:lnTo>
                  <a:lnTo>
                    <a:pt x="301830" y="13871"/>
                  </a:lnTo>
                  <a:lnTo>
                    <a:pt x="311956" y="28791"/>
                  </a:lnTo>
                  <a:lnTo>
                    <a:pt x="313775" y="37608"/>
                  </a:lnTo>
                  <a:lnTo>
                    <a:pt x="83844" y="37608"/>
                  </a:lnTo>
                  <a:lnTo>
                    <a:pt x="65871" y="41249"/>
                  </a:lnTo>
                  <a:lnTo>
                    <a:pt x="51177" y="51173"/>
                  </a:lnTo>
                  <a:lnTo>
                    <a:pt x="41262" y="65882"/>
                  </a:lnTo>
                  <a:lnTo>
                    <a:pt x="37624" y="83878"/>
                  </a:lnTo>
                  <a:lnTo>
                    <a:pt x="37624" y="231844"/>
                  </a:lnTo>
                  <a:lnTo>
                    <a:pt x="41262" y="249838"/>
                  </a:lnTo>
                  <a:lnTo>
                    <a:pt x="51177" y="264541"/>
                  </a:lnTo>
                  <a:lnTo>
                    <a:pt x="65871" y="274459"/>
                  </a:lnTo>
                  <a:lnTo>
                    <a:pt x="83844" y="278097"/>
                  </a:lnTo>
                  <a:lnTo>
                    <a:pt x="313779" y="278097"/>
                  </a:lnTo>
                  <a:lnTo>
                    <a:pt x="311956" y="286932"/>
                  </a:lnTo>
                  <a:lnTo>
                    <a:pt x="301830" y="301851"/>
                  </a:lnTo>
                  <a:lnTo>
                    <a:pt x="286926" y="311986"/>
                  </a:lnTo>
                  <a:lnTo>
                    <a:pt x="268856" y="315722"/>
                  </a:lnTo>
                  <a:close/>
                </a:path>
                <a:path w="316229" h="316230">
                  <a:moveTo>
                    <a:pt x="313779" y="278097"/>
                  </a:moveTo>
                  <a:lnTo>
                    <a:pt x="231844" y="278097"/>
                  </a:lnTo>
                  <a:lnTo>
                    <a:pt x="249826" y="274459"/>
                  </a:lnTo>
                  <a:lnTo>
                    <a:pt x="264537" y="264541"/>
                  </a:lnTo>
                  <a:lnTo>
                    <a:pt x="274468" y="249838"/>
                  </a:lnTo>
                  <a:lnTo>
                    <a:pt x="278114" y="231844"/>
                  </a:lnTo>
                  <a:lnTo>
                    <a:pt x="278114" y="83878"/>
                  </a:lnTo>
                  <a:lnTo>
                    <a:pt x="274468" y="65882"/>
                  </a:lnTo>
                  <a:lnTo>
                    <a:pt x="264537" y="51173"/>
                  </a:lnTo>
                  <a:lnTo>
                    <a:pt x="249826" y="41249"/>
                  </a:lnTo>
                  <a:lnTo>
                    <a:pt x="231844" y="37608"/>
                  </a:lnTo>
                  <a:lnTo>
                    <a:pt x="313775" y="37608"/>
                  </a:lnTo>
                  <a:lnTo>
                    <a:pt x="315689" y="46882"/>
                  </a:lnTo>
                  <a:lnTo>
                    <a:pt x="315689" y="268840"/>
                  </a:lnTo>
                  <a:lnTo>
                    <a:pt x="313779" y="278097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4604285" y="2664098"/>
            <a:ext cx="687070" cy="688340"/>
            <a:chOff x="4604285" y="2664098"/>
            <a:chExt cx="687070" cy="688340"/>
          </a:xfrm>
        </p:grpSpPr>
        <p:sp>
          <p:nvSpPr>
            <p:cNvPr id="34" name="object 34"/>
            <p:cNvSpPr/>
            <p:nvPr/>
          </p:nvSpPr>
          <p:spPr>
            <a:xfrm>
              <a:off x="4618573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7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1" y="656123"/>
                  </a:lnTo>
                  <a:lnTo>
                    <a:pt x="329099" y="659699"/>
                  </a:lnTo>
                  <a:lnTo>
                    <a:pt x="280467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789805" y="2850375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83870" y="60261"/>
                  </a:moveTo>
                  <a:lnTo>
                    <a:pt x="79717" y="56146"/>
                  </a:lnTo>
                  <a:lnTo>
                    <a:pt x="74625" y="56146"/>
                  </a:lnTo>
                  <a:lnTo>
                    <a:pt x="69519" y="56146"/>
                  </a:lnTo>
                  <a:lnTo>
                    <a:pt x="65366" y="60261"/>
                  </a:lnTo>
                  <a:lnTo>
                    <a:pt x="65366" y="70472"/>
                  </a:lnTo>
                  <a:lnTo>
                    <a:pt x="69519" y="74625"/>
                  </a:lnTo>
                  <a:lnTo>
                    <a:pt x="79717" y="74625"/>
                  </a:lnTo>
                  <a:lnTo>
                    <a:pt x="83870" y="70472"/>
                  </a:lnTo>
                  <a:lnTo>
                    <a:pt x="83870" y="60261"/>
                  </a:lnTo>
                  <a:close/>
                </a:path>
                <a:path w="316229" h="316230">
                  <a:moveTo>
                    <a:pt x="315722" y="46888"/>
                  </a:moveTo>
                  <a:lnTo>
                    <a:pt x="313804" y="37617"/>
                  </a:lnTo>
                  <a:lnTo>
                    <a:pt x="311988" y="28790"/>
                  </a:lnTo>
                  <a:lnTo>
                    <a:pt x="301853" y="13881"/>
                  </a:lnTo>
                  <a:lnTo>
                    <a:pt x="286931" y="3746"/>
                  </a:lnTo>
                  <a:lnTo>
                    <a:pt x="268859" y="0"/>
                  </a:lnTo>
                  <a:lnTo>
                    <a:pt x="268859" y="169303"/>
                  </a:lnTo>
                  <a:lnTo>
                    <a:pt x="268859" y="273977"/>
                  </a:lnTo>
                  <a:lnTo>
                    <a:pt x="264718" y="278104"/>
                  </a:lnTo>
                  <a:lnTo>
                    <a:pt x="217487" y="278104"/>
                  </a:lnTo>
                  <a:lnTo>
                    <a:pt x="213360" y="273977"/>
                  </a:lnTo>
                  <a:lnTo>
                    <a:pt x="213360" y="185635"/>
                  </a:lnTo>
                  <a:lnTo>
                    <a:pt x="211899" y="178435"/>
                  </a:lnTo>
                  <a:lnTo>
                    <a:pt x="207937" y="172542"/>
                  </a:lnTo>
                  <a:lnTo>
                    <a:pt x="202044" y="168579"/>
                  </a:lnTo>
                  <a:lnTo>
                    <a:pt x="194843" y="167119"/>
                  </a:lnTo>
                  <a:lnTo>
                    <a:pt x="187655" y="168579"/>
                  </a:lnTo>
                  <a:lnTo>
                    <a:pt x="181787" y="172542"/>
                  </a:lnTo>
                  <a:lnTo>
                    <a:pt x="177825" y="178435"/>
                  </a:lnTo>
                  <a:lnTo>
                    <a:pt x="176364" y="185635"/>
                  </a:lnTo>
                  <a:lnTo>
                    <a:pt x="176364" y="273977"/>
                  </a:lnTo>
                  <a:lnTo>
                    <a:pt x="172212" y="278104"/>
                  </a:lnTo>
                  <a:lnTo>
                    <a:pt x="124980" y="278104"/>
                  </a:lnTo>
                  <a:lnTo>
                    <a:pt x="120853" y="273977"/>
                  </a:lnTo>
                  <a:lnTo>
                    <a:pt x="120853" y="115747"/>
                  </a:lnTo>
                  <a:lnTo>
                    <a:pt x="124993" y="111607"/>
                  </a:lnTo>
                  <a:lnTo>
                    <a:pt x="171831" y="111607"/>
                  </a:lnTo>
                  <a:lnTo>
                    <a:pt x="175755" y="115201"/>
                  </a:lnTo>
                  <a:lnTo>
                    <a:pt x="175856" y="116154"/>
                  </a:lnTo>
                  <a:lnTo>
                    <a:pt x="176263" y="119799"/>
                  </a:lnTo>
                  <a:lnTo>
                    <a:pt x="183718" y="116154"/>
                  </a:lnTo>
                  <a:lnTo>
                    <a:pt x="191681" y="113487"/>
                  </a:lnTo>
                  <a:lnTo>
                    <a:pt x="200025" y="111861"/>
                  </a:lnTo>
                  <a:lnTo>
                    <a:pt x="203962" y="111607"/>
                  </a:lnTo>
                  <a:lnTo>
                    <a:pt x="208597" y="111302"/>
                  </a:lnTo>
                  <a:lnTo>
                    <a:pt x="212153" y="111302"/>
                  </a:lnTo>
                  <a:lnTo>
                    <a:pt x="215734" y="111607"/>
                  </a:lnTo>
                  <a:lnTo>
                    <a:pt x="255346" y="132232"/>
                  </a:lnTo>
                  <a:lnTo>
                    <a:pt x="268859" y="169303"/>
                  </a:lnTo>
                  <a:lnTo>
                    <a:pt x="268859" y="0"/>
                  </a:lnTo>
                  <a:lnTo>
                    <a:pt x="102362" y="0"/>
                  </a:lnTo>
                  <a:lnTo>
                    <a:pt x="102362" y="65366"/>
                  </a:lnTo>
                  <a:lnTo>
                    <a:pt x="102362" y="115747"/>
                  </a:lnTo>
                  <a:lnTo>
                    <a:pt x="102362" y="273977"/>
                  </a:lnTo>
                  <a:lnTo>
                    <a:pt x="98234" y="278104"/>
                  </a:lnTo>
                  <a:lnTo>
                    <a:pt x="51003" y="278104"/>
                  </a:lnTo>
                  <a:lnTo>
                    <a:pt x="46888" y="273977"/>
                  </a:lnTo>
                  <a:lnTo>
                    <a:pt x="46888" y="115747"/>
                  </a:lnTo>
                  <a:lnTo>
                    <a:pt x="51028" y="111607"/>
                  </a:lnTo>
                  <a:lnTo>
                    <a:pt x="98221" y="111607"/>
                  </a:lnTo>
                  <a:lnTo>
                    <a:pt x="102362" y="115747"/>
                  </a:lnTo>
                  <a:lnTo>
                    <a:pt x="102362" y="65366"/>
                  </a:lnTo>
                  <a:lnTo>
                    <a:pt x="100177" y="76161"/>
                  </a:lnTo>
                  <a:lnTo>
                    <a:pt x="94221" y="84988"/>
                  </a:lnTo>
                  <a:lnTo>
                    <a:pt x="85407" y="90932"/>
                  </a:lnTo>
                  <a:lnTo>
                    <a:pt x="74625" y="93103"/>
                  </a:lnTo>
                  <a:lnTo>
                    <a:pt x="63842" y="90932"/>
                  </a:lnTo>
                  <a:lnTo>
                    <a:pt x="55016" y="84988"/>
                  </a:lnTo>
                  <a:lnTo>
                    <a:pt x="49072" y="76161"/>
                  </a:lnTo>
                  <a:lnTo>
                    <a:pt x="46888" y="65366"/>
                  </a:lnTo>
                  <a:lnTo>
                    <a:pt x="49072" y="54571"/>
                  </a:lnTo>
                  <a:lnTo>
                    <a:pt x="55016" y="45758"/>
                  </a:lnTo>
                  <a:lnTo>
                    <a:pt x="63842" y="39801"/>
                  </a:lnTo>
                  <a:lnTo>
                    <a:pt x="74625" y="37617"/>
                  </a:lnTo>
                  <a:lnTo>
                    <a:pt x="85407" y="39801"/>
                  </a:lnTo>
                  <a:lnTo>
                    <a:pt x="94221" y="45758"/>
                  </a:lnTo>
                  <a:lnTo>
                    <a:pt x="100177" y="54571"/>
                  </a:lnTo>
                  <a:lnTo>
                    <a:pt x="102362" y="65366"/>
                  </a:lnTo>
                  <a:lnTo>
                    <a:pt x="102362" y="0"/>
                  </a:lnTo>
                  <a:lnTo>
                    <a:pt x="46888" y="0"/>
                  </a:lnTo>
                  <a:lnTo>
                    <a:pt x="28790" y="3746"/>
                  </a:lnTo>
                  <a:lnTo>
                    <a:pt x="13868" y="13881"/>
                  </a:lnTo>
                  <a:lnTo>
                    <a:pt x="3733" y="28790"/>
                  </a:lnTo>
                  <a:lnTo>
                    <a:pt x="0" y="46888"/>
                  </a:lnTo>
                  <a:lnTo>
                    <a:pt x="0" y="268846"/>
                  </a:lnTo>
                  <a:lnTo>
                    <a:pt x="3733" y="286931"/>
                  </a:lnTo>
                  <a:lnTo>
                    <a:pt x="13868" y="301853"/>
                  </a:lnTo>
                  <a:lnTo>
                    <a:pt x="28790" y="311988"/>
                  </a:lnTo>
                  <a:lnTo>
                    <a:pt x="46888" y="315722"/>
                  </a:lnTo>
                  <a:lnTo>
                    <a:pt x="268859" y="315722"/>
                  </a:lnTo>
                  <a:lnTo>
                    <a:pt x="286931" y="311988"/>
                  </a:lnTo>
                  <a:lnTo>
                    <a:pt x="301853" y="301853"/>
                  </a:lnTo>
                  <a:lnTo>
                    <a:pt x="311988" y="286931"/>
                  </a:lnTo>
                  <a:lnTo>
                    <a:pt x="313804" y="278104"/>
                  </a:lnTo>
                  <a:lnTo>
                    <a:pt x="315722" y="268846"/>
                  </a:lnTo>
                  <a:lnTo>
                    <a:pt x="315722" y="111302"/>
                  </a:lnTo>
                  <a:lnTo>
                    <a:pt x="315722" y="93103"/>
                  </a:lnTo>
                  <a:lnTo>
                    <a:pt x="315722" y="46888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29179" y="2980187"/>
              <a:ext cx="110987" cy="12976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55173" y="2980468"/>
              <a:ext cx="19050" cy="129539"/>
            </a:xfrm>
            <a:custGeom>
              <a:avLst/>
              <a:gdLst/>
              <a:ahLst/>
              <a:cxnLst/>
              <a:rect l="l" t="t" r="r" b="b"/>
              <a:pathLst>
                <a:path w="19050" h="129539">
                  <a:moveTo>
                    <a:pt x="18514" y="129485"/>
                  </a:moveTo>
                  <a:lnTo>
                    <a:pt x="0" y="129485"/>
                  </a:lnTo>
                  <a:lnTo>
                    <a:pt x="0" y="0"/>
                  </a:lnTo>
                  <a:lnTo>
                    <a:pt x="18514" y="0"/>
                  </a:lnTo>
                  <a:lnTo>
                    <a:pt x="18514" y="129485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5355631" y="2664098"/>
            <a:ext cx="687070" cy="688340"/>
            <a:chOff x="5355631" y="2664098"/>
            <a:chExt cx="687070" cy="688340"/>
          </a:xfrm>
        </p:grpSpPr>
        <p:sp>
          <p:nvSpPr>
            <p:cNvPr id="39" name="object 39"/>
            <p:cNvSpPr/>
            <p:nvPr/>
          </p:nvSpPr>
          <p:spPr>
            <a:xfrm>
              <a:off x="5369918" y="2678385"/>
              <a:ext cx="658495" cy="659765"/>
            </a:xfrm>
            <a:custGeom>
              <a:avLst/>
              <a:gdLst/>
              <a:ahLst/>
              <a:cxnLst/>
              <a:rect l="l" t="t" r="r" b="b"/>
              <a:pathLst>
                <a:path w="658495" h="659764">
                  <a:moveTo>
                    <a:pt x="0" y="329849"/>
                  </a:moveTo>
                  <a:lnTo>
                    <a:pt x="3568" y="281107"/>
                  </a:lnTo>
                  <a:lnTo>
                    <a:pt x="13933" y="234585"/>
                  </a:lnTo>
                  <a:lnTo>
                    <a:pt x="30587" y="190793"/>
                  </a:lnTo>
                  <a:lnTo>
                    <a:pt x="53020" y="150243"/>
                  </a:lnTo>
                  <a:lnTo>
                    <a:pt x="80722" y="113444"/>
                  </a:lnTo>
                  <a:lnTo>
                    <a:pt x="113186" y="80906"/>
                  </a:lnTo>
                  <a:lnTo>
                    <a:pt x="149901" y="53140"/>
                  </a:lnTo>
                  <a:lnTo>
                    <a:pt x="190359" y="30657"/>
                  </a:lnTo>
                  <a:lnTo>
                    <a:pt x="234051" y="13965"/>
                  </a:lnTo>
                  <a:lnTo>
                    <a:pt x="280468" y="3576"/>
                  </a:lnTo>
                  <a:lnTo>
                    <a:pt x="329099" y="0"/>
                  </a:lnTo>
                  <a:lnTo>
                    <a:pt x="380893" y="4109"/>
                  </a:lnTo>
                  <a:lnTo>
                    <a:pt x="430944" y="16191"/>
                  </a:lnTo>
                  <a:lnTo>
                    <a:pt x="478370" y="35880"/>
                  </a:lnTo>
                  <a:lnTo>
                    <a:pt x="522286" y="62809"/>
                  </a:lnTo>
                  <a:lnTo>
                    <a:pt x="561808" y="96610"/>
                  </a:lnTo>
                  <a:lnTo>
                    <a:pt x="595533" y="136223"/>
                  </a:lnTo>
                  <a:lnTo>
                    <a:pt x="622400" y="180239"/>
                  </a:lnTo>
                  <a:lnTo>
                    <a:pt x="642045" y="227773"/>
                  </a:lnTo>
                  <a:lnTo>
                    <a:pt x="654100" y="277938"/>
                  </a:lnTo>
                  <a:lnTo>
                    <a:pt x="658199" y="329849"/>
                  </a:lnTo>
                  <a:lnTo>
                    <a:pt x="654631" y="378592"/>
                  </a:lnTo>
                  <a:lnTo>
                    <a:pt x="644266" y="425115"/>
                  </a:lnTo>
                  <a:lnTo>
                    <a:pt x="627612" y="468906"/>
                  </a:lnTo>
                  <a:lnTo>
                    <a:pt x="605179" y="509456"/>
                  </a:lnTo>
                  <a:lnTo>
                    <a:pt x="577477" y="546255"/>
                  </a:lnTo>
                  <a:lnTo>
                    <a:pt x="545013" y="578793"/>
                  </a:lnTo>
                  <a:lnTo>
                    <a:pt x="508298" y="606559"/>
                  </a:lnTo>
                  <a:lnTo>
                    <a:pt x="467840" y="629042"/>
                  </a:lnTo>
                  <a:lnTo>
                    <a:pt x="424148" y="645734"/>
                  </a:lnTo>
                  <a:lnTo>
                    <a:pt x="377732" y="656123"/>
                  </a:lnTo>
                  <a:lnTo>
                    <a:pt x="329099" y="659699"/>
                  </a:lnTo>
                  <a:lnTo>
                    <a:pt x="280468" y="656123"/>
                  </a:lnTo>
                  <a:lnTo>
                    <a:pt x="234051" y="645734"/>
                  </a:lnTo>
                  <a:lnTo>
                    <a:pt x="190359" y="629042"/>
                  </a:lnTo>
                  <a:lnTo>
                    <a:pt x="149901" y="606559"/>
                  </a:lnTo>
                  <a:lnTo>
                    <a:pt x="113186" y="578793"/>
                  </a:lnTo>
                  <a:lnTo>
                    <a:pt x="80722" y="546255"/>
                  </a:lnTo>
                  <a:lnTo>
                    <a:pt x="53020" y="509456"/>
                  </a:lnTo>
                  <a:lnTo>
                    <a:pt x="30587" y="468906"/>
                  </a:lnTo>
                  <a:lnTo>
                    <a:pt x="13933" y="425115"/>
                  </a:lnTo>
                  <a:lnTo>
                    <a:pt x="3568" y="378592"/>
                  </a:lnTo>
                  <a:lnTo>
                    <a:pt x="0" y="329849"/>
                  </a:lnTo>
                  <a:close/>
                </a:path>
              </a:pathLst>
            </a:custGeom>
            <a:ln w="28574">
              <a:solidFill>
                <a:srgbClr val="64818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50924" y="2913264"/>
              <a:ext cx="99875" cy="1913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541165" y="2850369"/>
              <a:ext cx="316230" cy="316230"/>
            </a:xfrm>
            <a:custGeom>
              <a:avLst/>
              <a:gdLst/>
              <a:ahLst/>
              <a:cxnLst/>
              <a:rect l="l" t="t" r="r" b="b"/>
              <a:pathLst>
                <a:path w="316229" h="316230">
                  <a:moveTo>
                    <a:pt x="269453" y="315706"/>
                  </a:moveTo>
                  <a:lnTo>
                    <a:pt x="46253" y="315706"/>
                  </a:lnTo>
                  <a:lnTo>
                    <a:pt x="28260" y="312063"/>
                  </a:lnTo>
                  <a:lnTo>
                    <a:pt x="13556" y="302137"/>
                  </a:lnTo>
                  <a:lnTo>
                    <a:pt x="3638" y="287432"/>
                  </a:lnTo>
                  <a:lnTo>
                    <a:pt x="0" y="269453"/>
                  </a:lnTo>
                  <a:lnTo>
                    <a:pt x="6" y="46219"/>
                  </a:lnTo>
                  <a:lnTo>
                    <a:pt x="3647" y="28245"/>
                  </a:lnTo>
                  <a:lnTo>
                    <a:pt x="13562" y="13552"/>
                  </a:lnTo>
                  <a:lnTo>
                    <a:pt x="28262" y="3637"/>
                  </a:lnTo>
                  <a:lnTo>
                    <a:pt x="46253" y="0"/>
                  </a:lnTo>
                  <a:lnTo>
                    <a:pt x="269453" y="0"/>
                  </a:lnTo>
                  <a:lnTo>
                    <a:pt x="287446" y="3637"/>
                  </a:lnTo>
                  <a:lnTo>
                    <a:pt x="302150" y="13552"/>
                  </a:lnTo>
                  <a:lnTo>
                    <a:pt x="312068" y="28245"/>
                  </a:lnTo>
                  <a:lnTo>
                    <a:pt x="315334" y="44381"/>
                  </a:lnTo>
                  <a:lnTo>
                    <a:pt x="137417" y="44381"/>
                  </a:lnTo>
                  <a:lnTo>
                    <a:pt x="133559" y="47660"/>
                  </a:lnTo>
                  <a:lnTo>
                    <a:pt x="114939" y="87937"/>
                  </a:lnTo>
                  <a:lnTo>
                    <a:pt x="94940" y="92191"/>
                  </a:lnTo>
                  <a:lnTo>
                    <a:pt x="91247" y="96165"/>
                  </a:lnTo>
                  <a:lnTo>
                    <a:pt x="91247" y="147552"/>
                  </a:lnTo>
                  <a:lnTo>
                    <a:pt x="95371" y="151676"/>
                  </a:lnTo>
                  <a:lnTo>
                    <a:pt x="120841" y="151676"/>
                  </a:lnTo>
                  <a:lnTo>
                    <a:pt x="120841" y="213230"/>
                  </a:lnTo>
                  <a:lnTo>
                    <a:pt x="124835" y="234638"/>
                  </a:lnTo>
                  <a:lnTo>
                    <a:pt x="137074" y="253770"/>
                  </a:lnTo>
                  <a:lnTo>
                    <a:pt x="157938" y="267524"/>
                  </a:lnTo>
                  <a:lnTo>
                    <a:pt x="187810" y="272798"/>
                  </a:lnTo>
                  <a:lnTo>
                    <a:pt x="315029" y="272798"/>
                  </a:lnTo>
                  <a:lnTo>
                    <a:pt x="312068" y="287432"/>
                  </a:lnTo>
                  <a:lnTo>
                    <a:pt x="302150" y="302137"/>
                  </a:lnTo>
                  <a:lnTo>
                    <a:pt x="287446" y="312063"/>
                  </a:lnTo>
                  <a:lnTo>
                    <a:pt x="269453" y="315706"/>
                  </a:lnTo>
                  <a:close/>
                </a:path>
                <a:path w="316229" h="316230">
                  <a:moveTo>
                    <a:pt x="315029" y="272798"/>
                  </a:moveTo>
                  <a:lnTo>
                    <a:pt x="187810" y="272798"/>
                  </a:lnTo>
                  <a:lnTo>
                    <a:pt x="199700" y="272567"/>
                  </a:lnTo>
                  <a:lnTo>
                    <a:pt x="209774" y="272055"/>
                  </a:lnTo>
                  <a:lnTo>
                    <a:pt x="216860" y="271534"/>
                  </a:lnTo>
                  <a:lnTo>
                    <a:pt x="219789" y="271275"/>
                  </a:lnTo>
                  <a:lnTo>
                    <a:pt x="224541" y="270761"/>
                  </a:lnTo>
                  <a:lnTo>
                    <a:pt x="227539" y="266820"/>
                  </a:lnTo>
                  <a:lnTo>
                    <a:pt x="227539" y="212552"/>
                  </a:lnTo>
                  <a:lnTo>
                    <a:pt x="224011" y="208395"/>
                  </a:lnTo>
                  <a:lnTo>
                    <a:pt x="186022" y="208395"/>
                  </a:lnTo>
                  <a:lnTo>
                    <a:pt x="184349" y="207666"/>
                  </a:lnTo>
                  <a:lnTo>
                    <a:pt x="184151" y="207319"/>
                  </a:lnTo>
                  <a:lnTo>
                    <a:pt x="183737" y="205994"/>
                  </a:lnTo>
                  <a:lnTo>
                    <a:pt x="183737" y="151676"/>
                  </a:lnTo>
                  <a:lnTo>
                    <a:pt x="224011" y="151676"/>
                  </a:lnTo>
                  <a:lnTo>
                    <a:pt x="228151" y="147552"/>
                  </a:lnTo>
                  <a:lnTo>
                    <a:pt x="228151" y="92919"/>
                  </a:lnTo>
                  <a:lnTo>
                    <a:pt x="224011" y="88779"/>
                  </a:lnTo>
                  <a:lnTo>
                    <a:pt x="183124" y="88779"/>
                  </a:lnTo>
                  <a:lnTo>
                    <a:pt x="183124" y="48538"/>
                  </a:lnTo>
                  <a:lnTo>
                    <a:pt x="179596" y="44381"/>
                  </a:lnTo>
                  <a:lnTo>
                    <a:pt x="315334" y="44381"/>
                  </a:lnTo>
                  <a:lnTo>
                    <a:pt x="315706" y="46219"/>
                  </a:lnTo>
                  <a:lnTo>
                    <a:pt x="315706" y="269453"/>
                  </a:lnTo>
                  <a:lnTo>
                    <a:pt x="315442" y="270761"/>
                  </a:lnTo>
                  <a:lnTo>
                    <a:pt x="315338" y="271275"/>
                  </a:lnTo>
                  <a:lnTo>
                    <a:pt x="315285" y="271534"/>
                  </a:lnTo>
                  <a:lnTo>
                    <a:pt x="315180" y="272055"/>
                  </a:lnTo>
                  <a:lnTo>
                    <a:pt x="315076" y="272567"/>
                  </a:lnTo>
                  <a:lnTo>
                    <a:pt x="315029" y="272798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/>
          <p:nvPr/>
        </p:nvSpPr>
        <p:spPr>
          <a:xfrm>
            <a:off x="6827410" y="3024040"/>
            <a:ext cx="2317115" cy="2119630"/>
          </a:xfrm>
          <a:custGeom>
            <a:avLst/>
            <a:gdLst/>
            <a:ahLst/>
            <a:cxnLst/>
            <a:rect l="l" t="t" r="r" b="b"/>
            <a:pathLst>
              <a:path w="2317115" h="2119629">
                <a:moveTo>
                  <a:pt x="1273098" y="2119459"/>
                </a:moveTo>
                <a:lnTo>
                  <a:pt x="0" y="2119459"/>
                </a:lnTo>
                <a:lnTo>
                  <a:pt x="676951" y="1442358"/>
                </a:lnTo>
                <a:lnTo>
                  <a:pt x="676951" y="1226727"/>
                </a:lnTo>
                <a:lnTo>
                  <a:pt x="1476616" y="427062"/>
                </a:lnTo>
                <a:lnTo>
                  <a:pt x="1889599" y="427062"/>
                </a:lnTo>
                <a:lnTo>
                  <a:pt x="2316589" y="0"/>
                </a:lnTo>
                <a:lnTo>
                  <a:pt x="2316589" y="1075825"/>
                </a:lnTo>
                <a:lnTo>
                  <a:pt x="1273098" y="2119459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943893" y="0"/>
            <a:ext cx="2200275" cy="3408045"/>
            <a:chOff x="6943893" y="0"/>
            <a:chExt cx="2200275" cy="3408045"/>
          </a:xfrm>
        </p:grpSpPr>
        <p:sp>
          <p:nvSpPr>
            <p:cNvPr id="5" name="object 5"/>
            <p:cNvSpPr/>
            <p:nvPr/>
          </p:nvSpPr>
          <p:spPr>
            <a:xfrm>
              <a:off x="6943890" y="0"/>
              <a:ext cx="2176780" cy="3326129"/>
            </a:xfrm>
            <a:custGeom>
              <a:avLst/>
              <a:gdLst/>
              <a:ahLst/>
              <a:cxnLst/>
              <a:rect l="l" t="t" r="r" b="b"/>
              <a:pathLst>
                <a:path w="2176779" h="3326129">
                  <a:moveTo>
                    <a:pt x="2176221" y="1383436"/>
                  </a:moveTo>
                  <a:lnTo>
                    <a:pt x="2140788" y="1348003"/>
                  </a:lnTo>
                  <a:lnTo>
                    <a:pt x="2140788" y="1405699"/>
                  </a:lnTo>
                  <a:lnTo>
                    <a:pt x="2140788" y="1691652"/>
                  </a:lnTo>
                  <a:lnTo>
                    <a:pt x="2103539" y="1728901"/>
                  </a:lnTo>
                  <a:lnTo>
                    <a:pt x="2103539" y="1778863"/>
                  </a:lnTo>
                  <a:lnTo>
                    <a:pt x="2103539" y="2091169"/>
                  </a:lnTo>
                  <a:lnTo>
                    <a:pt x="1552524" y="2642184"/>
                  </a:lnTo>
                  <a:lnTo>
                    <a:pt x="1552524" y="2329878"/>
                  </a:lnTo>
                  <a:lnTo>
                    <a:pt x="2103539" y="1778863"/>
                  </a:lnTo>
                  <a:lnTo>
                    <a:pt x="2103539" y="1728901"/>
                  </a:lnTo>
                  <a:lnTo>
                    <a:pt x="1802777" y="2029587"/>
                  </a:lnTo>
                  <a:lnTo>
                    <a:pt x="1344371" y="1571155"/>
                  </a:lnTo>
                  <a:lnTo>
                    <a:pt x="1344371" y="992441"/>
                  </a:lnTo>
                  <a:lnTo>
                    <a:pt x="743953" y="392036"/>
                  </a:lnTo>
                  <a:lnTo>
                    <a:pt x="1134846" y="392036"/>
                  </a:lnTo>
                  <a:lnTo>
                    <a:pt x="1615782" y="872972"/>
                  </a:lnTo>
                  <a:lnTo>
                    <a:pt x="1615782" y="1017422"/>
                  </a:lnTo>
                  <a:lnTo>
                    <a:pt x="1809864" y="1211618"/>
                  </a:lnTo>
                  <a:lnTo>
                    <a:pt x="2003945" y="1405699"/>
                  </a:lnTo>
                  <a:lnTo>
                    <a:pt x="2140788" y="1405699"/>
                  </a:lnTo>
                  <a:lnTo>
                    <a:pt x="2140788" y="1348003"/>
                  </a:lnTo>
                  <a:lnTo>
                    <a:pt x="1154823" y="361937"/>
                  </a:lnTo>
                  <a:lnTo>
                    <a:pt x="1149375" y="356946"/>
                  </a:lnTo>
                  <a:lnTo>
                    <a:pt x="406565" y="356946"/>
                  </a:lnTo>
                  <a:lnTo>
                    <a:pt x="49796" y="0"/>
                  </a:lnTo>
                  <a:lnTo>
                    <a:pt x="0" y="0"/>
                  </a:lnTo>
                  <a:lnTo>
                    <a:pt x="392023" y="392036"/>
                  </a:lnTo>
                  <a:lnTo>
                    <a:pt x="723963" y="392036"/>
                  </a:lnTo>
                  <a:lnTo>
                    <a:pt x="1330286" y="998347"/>
                  </a:lnTo>
                  <a:lnTo>
                    <a:pt x="1330286" y="1577060"/>
                  </a:lnTo>
                  <a:lnTo>
                    <a:pt x="1792782" y="2039581"/>
                  </a:lnTo>
                  <a:lnTo>
                    <a:pt x="1517091" y="2315222"/>
                  </a:lnTo>
                  <a:lnTo>
                    <a:pt x="1517091" y="2857157"/>
                  </a:lnTo>
                  <a:lnTo>
                    <a:pt x="1985772" y="3325825"/>
                  </a:lnTo>
                  <a:lnTo>
                    <a:pt x="2010752" y="3301301"/>
                  </a:lnTo>
                  <a:lnTo>
                    <a:pt x="1552524" y="2842615"/>
                  </a:lnTo>
                  <a:lnTo>
                    <a:pt x="1552524" y="2662174"/>
                  </a:lnTo>
                  <a:lnTo>
                    <a:pt x="2117623" y="2097074"/>
                  </a:lnTo>
                  <a:lnTo>
                    <a:pt x="2117623" y="1764779"/>
                  </a:lnTo>
                  <a:lnTo>
                    <a:pt x="2176221" y="1706181"/>
                  </a:lnTo>
                  <a:lnTo>
                    <a:pt x="2176221" y="138343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436" y="3274300"/>
              <a:ext cx="132244" cy="1335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71635" y="0"/>
              <a:ext cx="672465" cy="672465"/>
            </a:xfrm>
            <a:custGeom>
              <a:avLst/>
              <a:gdLst/>
              <a:ahLst/>
              <a:cxnLst/>
              <a:rect l="l" t="t" r="r" b="b"/>
              <a:pathLst>
                <a:path w="672465" h="672465">
                  <a:moveTo>
                    <a:pt x="672364" y="672363"/>
                  </a:moveTo>
                  <a:lnTo>
                    <a:pt x="0" y="0"/>
                  </a:lnTo>
                  <a:lnTo>
                    <a:pt x="52201" y="0"/>
                  </a:lnTo>
                  <a:lnTo>
                    <a:pt x="672364" y="620354"/>
                  </a:lnTo>
                  <a:lnTo>
                    <a:pt x="672364" y="67236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883942" y="3607148"/>
            <a:ext cx="3373754" cy="82676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CREDITS: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presentation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template</a:t>
            </a:r>
            <a:r>
              <a:rPr dirty="0" sz="1200" spc="-1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was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created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Slidesgo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including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icons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15"/>
              </a:rPr>
              <a:t>Flaticon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,</a:t>
            </a:r>
            <a:r>
              <a:rPr dirty="0" sz="12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373536"/>
                </a:solidFill>
                <a:latin typeface="Roboto"/>
                <a:cs typeface="Roboto"/>
              </a:rPr>
              <a:t>and 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infographics</a:t>
            </a:r>
            <a:r>
              <a:rPr dirty="0" sz="12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&amp;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images</a:t>
            </a:r>
            <a:r>
              <a:rPr dirty="0" sz="1200" spc="-3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by</a:t>
            </a:r>
            <a:r>
              <a:rPr dirty="0" sz="12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 b="1">
                <a:solidFill>
                  <a:srgbClr val="373536"/>
                </a:solidFill>
                <a:latin typeface="Roboto"/>
                <a:cs typeface="Roboto"/>
                <a:hlinkClick r:id="rId16"/>
              </a:rPr>
              <a:t>Freepik</a:t>
            </a:r>
            <a:endParaRPr sz="1200">
              <a:latin typeface="Roboto"/>
              <a:cs typeface="Roboto"/>
            </a:endParaRPr>
          </a:p>
          <a:p>
            <a:pPr algn="ctr" marL="635">
              <a:lnSpc>
                <a:spcPct val="100000"/>
              </a:lnSpc>
              <a:spcBef>
                <a:spcPts val="525"/>
              </a:spcBef>
            </a:pP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Please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keep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slide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200" spc="-4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73536"/>
                </a:solidFill>
                <a:latin typeface="Roboto"/>
                <a:cs typeface="Roboto"/>
              </a:rPr>
              <a:t>attribution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35784" y="3580602"/>
            <a:ext cx="1408430" cy="890269"/>
            <a:chOff x="7735784" y="3580602"/>
            <a:chExt cx="1408430" cy="890269"/>
          </a:xfrm>
        </p:grpSpPr>
        <p:sp>
          <p:nvSpPr>
            <p:cNvPr id="9" name="object 9"/>
            <p:cNvSpPr/>
            <p:nvPr/>
          </p:nvSpPr>
          <p:spPr>
            <a:xfrm>
              <a:off x="7782979" y="3691902"/>
              <a:ext cx="1361440" cy="778510"/>
            </a:xfrm>
            <a:custGeom>
              <a:avLst/>
              <a:gdLst/>
              <a:ahLst/>
              <a:cxnLst/>
              <a:rect l="l" t="t" r="r" b="b"/>
              <a:pathLst>
                <a:path w="1361440" h="778510">
                  <a:moveTo>
                    <a:pt x="1361020" y="742950"/>
                  </a:moveTo>
                  <a:lnTo>
                    <a:pt x="34759" y="742950"/>
                  </a:lnTo>
                  <a:lnTo>
                    <a:pt x="34759" y="0"/>
                  </a:lnTo>
                  <a:lnTo>
                    <a:pt x="0" y="0"/>
                  </a:lnTo>
                  <a:lnTo>
                    <a:pt x="0" y="742950"/>
                  </a:lnTo>
                  <a:lnTo>
                    <a:pt x="0" y="778510"/>
                  </a:lnTo>
                  <a:lnTo>
                    <a:pt x="1361020" y="778510"/>
                  </a:lnTo>
                  <a:lnTo>
                    <a:pt x="1361020" y="74295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5784" y="3580602"/>
              <a:ext cx="126643" cy="1290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95257" y="3995603"/>
              <a:ext cx="780415" cy="457200"/>
            </a:xfrm>
            <a:custGeom>
              <a:avLst/>
              <a:gdLst/>
              <a:ahLst/>
              <a:cxnLst/>
              <a:rect l="l" t="t" r="r" b="b"/>
              <a:pathLst>
                <a:path w="780415" h="457200">
                  <a:moveTo>
                    <a:pt x="770423" y="457055"/>
                  </a:moveTo>
                  <a:lnTo>
                    <a:pt x="554307" y="240939"/>
                  </a:lnTo>
                  <a:lnTo>
                    <a:pt x="233637" y="240939"/>
                  </a:lnTo>
                  <a:lnTo>
                    <a:pt x="0" y="7301"/>
                  </a:lnTo>
                  <a:lnTo>
                    <a:pt x="9929" y="0"/>
                  </a:lnTo>
                  <a:lnTo>
                    <a:pt x="238602" y="228381"/>
                  </a:lnTo>
                  <a:lnTo>
                    <a:pt x="561608" y="228381"/>
                  </a:lnTo>
                  <a:lnTo>
                    <a:pt x="780352" y="447125"/>
                  </a:lnTo>
                  <a:lnTo>
                    <a:pt x="770423" y="45705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32510" cy="1305560"/>
            <a:chOff x="0" y="0"/>
            <a:chExt cx="103251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32510" cy="845819"/>
            </a:xfrm>
            <a:custGeom>
              <a:avLst/>
              <a:gdLst/>
              <a:ahLst/>
              <a:cxnLst/>
              <a:rect l="l" t="t" r="r" b="b"/>
              <a:pathLst>
                <a:path w="1032510" h="845819">
                  <a:moveTo>
                    <a:pt x="82786" y="845767"/>
                  </a:moveTo>
                  <a:lnTo>
                    <a:pt x="0" y="845246"/>
                  </a:lnTo>
                  <a:lnTo>
                    <a:pt x="0" y="0"/>
                  </a:lnTo>
                  <a:lnTo>
                    <a:pt x="1032278" y="0"/>
                  </a:lnTo>
                  <a:lnTo>
                    <a:pt x="477700" y="554848"/>
                  </a:lnTo>
                  <a:lnTo>
                    <a:pt x="374447" y="554848"/>
                  </a:lnTo>
                  <a:lnTo>
                    <a:pt x="82786" y="84576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62940" cy="1305560"/>
            </a:xfrm>
            <a:custGeom>
              <a:avLst/>
              <a:gdLst/>
              <a:ahLst/>
              <a:cxnLst/>
              <a:rect l="l" t="t" r="r" b="b"/>
              <a:pathLst>
                <a:path w="662940" h="1305560">
                  <a:moveTo>
                    <a:pt x="0" y="1305178"/>
                  </a:moveTo>
                  <a:lnTo>
                    <a:pt x="0" y="1282994"/>
                  </a:lnTo>
                  <a:lnTo>
                    <a:pt x="415197" y="867797"/>
                  </a:lnTo>
                  <a:lnTo>
                    <a:pt x="415197" y="225484"/>
                  </a:lnTo>
                  <a:lnTo>
                    <a:pt x="640682" y="0"/>
                  </a:lnTo>
                  <a:lnTo>
                    <a:pt x="662865" y="0"/>
                  </a:lnTo>
                  <a:lnTo>
                    <a:pt x="430826" y="232038"/>
                  </a:lnTo>
                  <a:lnTo>
                    <a:pt x="430826" y="874351"/>
                  </a:lnTo>
                  <a:lnTo>
                    <a:pt x="0" y="1305178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29590">
              <a:lnSpc>
                <a:spcPct val="100000"/>
              </a:lnSpc>
              <a:spcBef>
                <a:spcPts val="100"/>
              </a:spcBef>
            </a:pPr>
            <a:r>
              <a:rPr dirty="0" spc="125"/>
              <a:t>ALTERNATIVE</a:t>
            </a:r>
            <a:r>
              <a:rPr dirty="0" spc="-75"/>
              <a:t> </a:t>
            </a:r>
            <a:r>
              <a:rPr dirty="0" spc="165"/>
              <a:t>RESOURCES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06592" y="1205322"/>
            <a:ext cx="73259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Here’s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an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assortment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alternative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whose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style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ﬁts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one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of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template: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1107" y="1654853"/>
            <a:ext cx="3642360" cy="2215515"/>
            <a:chOff x="821107" y="1654853"/>
            <a:chExt cx="3642360" cy="221551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2143" y="2774978"/>
              <a:ext cx="88335" cy="883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21376" y="2774978"/>
              <a:ext cx="90138" cy="883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1107" y="2571941"/>
              <a:ext cx="88110" cy="8811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0340" y="2571941"/>
              <a:ext cx="88110" cy="8811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58478" y="2034450"/>
              <a:ext cx="1654175" cy="1577340"/>
            </a:xfrm>
            <a:custGeom>
              <a:avLst/>
              <a:gdLst/>
              <a:ahLst/>
              <a:cxnLst/>
              <a:rect l="l" t="t" r="r" b="b"/>
              <a:pathLst>
                <a:path w="1654175" h="1577339">
                  <a:moveTo>
                    <a:pt x="208686" y="149606"/>
                  </a:moveTo>
                  <a:lnTo>
                    <a:pt x="59080" y="0"/>
                  </a:lnTo>
                  <a:lnTo>
                    <a:pt x="0" y="0"/>
                  </a:lnTo>
                  <a:lnTo>
                    <a:pt x="104279" y="104279"/>
                  </a:lnTo>
                  <a:lnTo>
                    <a:pt x="208686" y="208546"/>
                  </a:lnTo>
                  <a:lnTo>
                    <a:pt x="208686" y="149606"/>
                  </a:lnTo>
                  <a:close/>
                </a:path>
                <a:path w="1654175" h="1577339">
                  <a:moveTo>
                    <a:pt x="1654086" y="1281061"/>
                  </a:moveTo>
                  <a:lnTo>
                    <a:pt x="1611972" y="1323289"/>
                  </a:lnTo>
                  <a:lnTo>
                    <a:pt x="1611972" y="1533944"/>
                  </a:lnTo>
                  <a:lnTo>
                    <a:pt x="1654086" y="1577174"/>
                  </a:lnTo>
                  <a:lnTo>
                    <a:pt x="1654086" y="128106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78534" y="1654853"/>
              <a:ext cx="86064" cy="866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7156" y="3780912"/>
              <a:ext cx="85940" cy="8669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55802" y="1711096"/>
              <a:ext cx="3576320" cy="2119630"/>
            </a:xfrm>
            <a:custGeom>
              <a:avLst/>
              <a:gdLst/>
              <a:ahLst/>
              <a:cxnLst/>
              <a:rect l="l" t="t" r="r" b="b"/>
              <a:pathLst>
                <a:path w="3576320" h="2119629">
                  <a:moveTo>
                    <a:pt x="1520875" y="2106638"/>
                  </a:moveTo>
                  <a:lnTo>
                    <a:pt x="1186345" y="1773262"/>
                  </a:lnTo>
                  <a:lnTo>
                    <a:pt x="1186345" y="830414"/>
                  </a:lnTo>
                  <a:lnTo>
                    <a:pt x="733056" y="375793"/>
                  </a:lnTo>
                  <a:lnTo>
                    <a:pt x="730567" y="373291"/>
                  </a:lnTo>
                  <a:lnTo>
                    <a:pt x="17462" y="373291"/>
                  </a:lnTo>
                  <a:lnTo>
                    <a:pt x="17462" y="0"/>
                  </a:lnTo>
                  <a:lnTo>
                    <a:pt x="0" y="0"/>
                  </a:lnTo>
                  <a:lnTo>
                    <a:pt x="0" y="390766"/>
                  </a:lnTo>
                  <a:lnTo>
                    <a:pt x="722934" y="390766"/>
                  </a:lnTo>
                  <a:lnTo>
                    <a:pt x="826706" y="494550"/>
                  </a:lnTo>
                  <a:lnTo>
                    <a:pt x="826706" y="554443"/>
                  </a:lnTo>
                  <a:lnTo>
                    <a:pt x="1014018" y="741743"/>
                  </a:lnTo>
                  <a:lnTo>
                    <a:pt x="1073899" y="741743"/>
                  </a:lnTo>
                  <a:lnTo>
                    <a:pt x="1170051" y="837895"/>
                  </a:lnTo>
                  <a:lnTo>
                    <a:pt x="1170051" y="1779435"/>
                  </a:lnTo>
                  <a:lnTo>
                    <a:pt x="1509725" y="2119109"/>
                  </a:lnTo>
                  <a:lnTo>
                    <a:pt x="1520875" y="2106638"/>
                  </a:lnTo>
                  <a:close/>
                </a:path>
                <a:path w="3576320" h="2119629">
                  <a:moveTo>
                    <a:pt x="3575710" y="1509674"/>
                  </a:moveTo>
                  <a:lnTo>
                    <a:pt x="3381895" y="1315859"/>
                  </a:lnTo>
                  <a:lnTo>
                    <a:pt x="3381895" y="1089342"/>
                  </a:lnTo>
                  <a:lnTo>
                    <a:pt x="3372358" y="1079779"/>
                  </a:lnTo>
                  <a:lnTo>
                    <a:pt x="3372358" y="1092428"/>
                  </a:lnTo>
                  <a:lnTo>
                    <a:pt x="3372358" y="1306322"/>
                  </a:lnTo>
                  <a:lnTo>
                    <a:pt x="2870898" y="804862"/>
                  </a:lnTo>
                  <a:lnTo>
                    <a:pt x="3084779" y="804862"/>
                  </a:lnTo>
                  <a:lnTo>
                    <a:pt x="3372358" y="1092428"/>
                  </a:lnTo>
                  <a:lnTo>
                    <a:pt x="3372358" y="1079779"/>
                  </a:lnTo>
                  <a:lnTo>
                    <a:pt x="3088995" y="795324"/>
                  </a:lnTo>
                  <a:lnTo>
                    <a:pt x="2861360" y="795324"/>
                  </a:lnTo>
                  <a:lnTo>
                    <a:pt x="2703334" y="637298"/>
                  </a:lnTo>
                  <a:lnTo>
                    <a:pt x="2228265" y="637298"/>
                  </a:lnTo>
                  <a:lnTo>
                    <a:pt x="1591945" y="977"/>
                  </a:lnTo>
                  <a:lnTo>
                    <a:pt x="1574977" y="16713"/>
                  </a:lnTo>
                  <a:lnTo>
                    <a:pt x="2218728" y="660463"/>
                  </a:lnTo>
                  <a:lnTo>
                    <a:pt x="2693924" y="660463"/>
                  </a:lnTo>
                  <a:lnTo>
                    <a:pt x="3552545" y="1519085"/>
                  </a:lnTo>
                  <a:lnTo>
                    <a:pt x="3552545" y="2081707"/>
                  </a:lnTo>
                  <a:lnTo>
                    <a:pt x="3575710" y="2081707"/>
                  </a:lnTo>
                  <a:lnTo>
                    <a:pt x="3575710" y="1509674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2075" y="1654868"/>
              <a:ext cx="63653" cy="6488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51021" y="3803339"/>
              <a:ext cx="64415" cy="6429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1968" y="1863461"/>
              <a:ext cx="392430" cy="229870"/>
            </a:xfrm>
            <a:custGeom>
              <a:avLst/>
              <a:gdLst/>
              <a:ahLst/>
              <a:cxnLst/>
              <a:rect l="l" t="t" r="r" b="b"/>
              <a:pathLst>
                <a:path w="392430" h="229869">
                  <a:moveTo>
                    <a:pt x="387229" y="229731"/>
                  </a:moveTo>
                  <a:lnTo>
                    <a:pt x="278605" y="121104"/>
                  </a:lnTo>
                  <a:lnTo>
                    <a:pt x="117431" y="121104"/>
                  </a:lnTo>
                  <a:lnTo>
                    <a:pt x="0" y="3669"/>
                  </a:lnTo>
                  <a:lnTo>
                    <a:pt x="4990" y="0"/>
                  </a:lnTo>
                  <a:lnTo>
                    <a:pt x="119926" y="114792"/>
                  </a:lnTo>
                  <a:lnTo>
                    <a:pt x="282275" y="114792"/>
                  </a:lnTo>
                  <a:lnTo>
                    <a:pt x="392220" y="224740"/>
                  </a:lnTo>
                  <a:lnTo>
                    <a:pt x="387229" y="229731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21766" y="3102432"/>
              <a:ext cx="588645" cy="388620"/>
            </a:xfrm>
            <a:custGeom>
              <a:avLst/>
              <a:gdLst/>
              <a:ahLst/>
              <a:cxnLst/>
              <a:rect l="l" t="t" r="r" b="b"/>
              <a:pathLst>
                <a:path w="588644" h="388620">
                  <a:moveTo>
                    <a:pt x="48501" y="0"/>
                  </a:moveTo>
                  <a:lnTo>
                    <a:pt x="279" y="0"/>
                  </a:lnTo>
                  <a:lnTo>
                    <a:pt x="279" y="46456"/>
                  </a:lnTo>
                  <a:lnTo>
                    <a:pt x="48501" y="46456"/>
                  </a:lnTo>
                  <a:lnTo>
                    <a:pt x="48501" y="0"/>
                  </a:lnTo>
                  <a:close/>
                </a:path>
                <a:path w="588644" h="388620">
                  <a:moveTo>
                    <a:pt x="145440" y="285496"/>
                  </a:moveTo>
                  <a:lnTo>
                    <a:pt x="85217" y="285496"/>
                  </a:lnTo>
                  <a:lnTo>
                    <a:pt x="0" y="388429"/>
                  </a:lnTo>
                  <a:lnTo>
                    <a:pt x="60426" y="388429"/>
                  </a:lnTo>
                  <a:lnTo>
                    <a:pt x="145440" y="285496"/>
                  </a:lnTo>
                  <a:close/>
                </a:path>
                <a:path w="588644" h="388620">
                  <a:moveTo>
                    <a:pt x="237883" y="0"/>
                  </a:moveTo>
                  <a:lnTo>
                    <a:pt x="91046" y="0"/>
                  </a:lnTo>
                  <a:lnTo>
                    <a:pt x="91046" y="46456"/>
                  </a:lnTo>
                  <a:lnTo>
                    <a:pt x="237883" y="46456"/>
                  </a:lnTo>
                  <a:lnTo>
                    <a:pt x="237883" y="0"/>
                  </a:lnTo>
                  <a:close/>
                </a:path>
                <a:path w="588644" h="388620">
                  <a:moveTo>
                    <a:pt x="255244" y="285496"/>
                  </a:moveTo>
                  <a:lnTo>
                    <a:pt x="195021" y="285496"/>
                  </a:lnTo>
                  <a:lnTo>
                    <a:pt x="111683" y="388429"/>
                  </a:lnTo>
                  <a:lnTo>
                    <a:pt x="172110" y="388429"/>
                  </a:lnTo>
                  <a:lnTo>
                    <a:pt x="255244" y="285496"/>
                  </a:lnTo>
                  <a:close/>
                </a:path>
                <a:path w="588644" h="388620">
                  <a:moveTo>
                    <a:pt x="366928" y="285496"/>
                  </a:moveTo>
                  <a:lnTo>
                    <a:pt x="306705" y="285496"/>
                  </a:lnTo>
                  <a:lnTo>
                    <a:pt x="221691" y="388429"/>
                  </a:lnTo>
                  <a:lnTo>
                    <a:pt x="281914" y="388429"/>
                  </a:lnTo>
                  <a:lnTo>
                    <a:pt x="366928" y="285496"/>
                  </a:lnTo>
                  <a:close/>
                </a:path>
                <a:path w="588644" h="388620">
                  <a:moveTo>
                    <a:pt x="476935" y="285496"/>
                  </a:moveTo>
                  <a:lnTo>
                    <a:pt x="416725" y="285496"/>
                  </a:lnTo>
                  <a:lnTo>
                    <a:pt x="331508" y="388429"/>
                  </a:lnTo>
                  <a:lnTo>
                    <a:pt x="391718" y="388429"/>
                  </a:lnTo>
                  <a:lnTo>
                    <a:pt x="476935" y="285496"/>
                  </a:lnTo>
                  <a:close/>
                </a:path>
                <a:path w="588644" h="388620">
                  <a:moveTo>
                    <a:pt x="588492" y="0"/>
                  </a:moveTo>
                  <a:lnTo>
                    <a:pt x="295262" y="0"/>
                  </a:lnTo>
                  <a:lnTo>
                    <a:pt x="295262" y="46456"/>
                  </a:lnTo>
                  <a:lnTo>
                    <a:pt x="588492" y="46456"/>
                  </a:lnTo>
                  <a:lnTo>
                    <a:pt x="588492" y="0"/>
                  </a:lnTo>
                  <a:close/>
                </a:path>
                <a:path w="588644" h="388620">
                  <a:moveTo>
                    <a:pt x="588619" y="285496"/>
                  </a:moveTo>
                  <a:lnTo>
                    <a:pt x="528193" y="285496"/>
                  </a:lnTo>
                  <a:lnTo>
                    <a:pt x="443191" y="388429"/>
                  </a:lnTo>
                  <a:lnTo>
                    <a:pt x="503402" y="388429"/>
                  </a:lnTo>
                  <a:lnTo>
                    <a:pt x="588619" y="285496"/>
                  </a:lnTo>
                  <a:close/>
                </a:path>
              </a:pathLst>
            </a:custGeom>
            <a:solidFill>
              <a:srgbClr val="24A3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22058" y="3729875"/>
              <a:ext cx="588645" cy="137795"/>
            </a:xfrm>
            <a:custGeom>
              <a:avLst/>
              <a:gdLst/>
              <a:ahLst/>
              <a:cxnLst/>
              <a:rect l="l" t="t" r="r" b="b"/>
              <a:pathLst>
                <a:path w="588644" h="137795">
                  <a:moveTo>
                    <a:pt x="137490" y="57378"/>
                  </a:moveTo>
                  <a:lnTo>
                    <a:pt x="80111" y="57378"/>
                  </a:lnTo>
                  <a:lnTo>
                    <a:pt x="80111" y="0"/>
                  </a:lnTo>
                  <a:lnTo>
                    <a:pt x="57188" y="0"/>
                  </a:lnTo>
                  <a:lnTo>
                    <a:pt x="57188" y="57378"/>
                  </a:lnTo>
                  <a:lnTo>
                    <a:pt x="0" y="57378"/>
                  </a:lnTo>
                  <a:lnTo>
                    <a:pt x="0" y="80289"/>
                  </a:lnTo>
                  <a:lnTo>
                    <a:pt x="57188" y="80289"/>
                  </a:lnTo>
                  <a:lnTo>
                    <a:pt x="57188" y="137680"/>
                  </a:lnTo>
                  <a:lnTo>
                    <a:pt x="80111" y="137680"/>
                  </a:lnTo>
                  <a:lnTo>
                    <a:pt x="80111" y="80289"/>
                  </a:lnTo>
                  <a:lnTo>
                    <a:pt x="137490" y="80289"/>
                  </a:lnTo>
                  <a:lnTo>
                    <a:pt x="137490" y="57378"/>
                  </a:lnTo>
                  <a:close/>
                </a:path>
                <a:path w="588644" h="137795">
                  <a:moveTo>
                    <a:pt x="362864" y="57378"/>
                  </a:moveTo>
                  <a:lnTo>
                    <a:pt x="305485" y="57378"/>
                  </a:lnTo>
                  <a:lnTo>
                    <a:pt x="305485" y="0"/>
                  </a:lnTo>
                  <a:lnTo>
                    <a:pt x="282575" y="0"/>
                  </a:lnTo>
                  <a:lnTo>
                    <a:pt x="282575" y="57378"/>
                  </a:lnTo>
                  <a:lnTo>
                    <a:pt x="225374" y="57378"/>
                  </a:lnTo>
                  <a:lnTo>
                    <a:pt x="225374" y="80289"/>
                  </a:lnTo>
                  <a:lnTo>
                    <a:pt x="282575" y="80289"/>
                  </a:lnTo>
                  <a:lnTo>
                    <a:pt x="282575" y="137680"/>
                  </a:lnTo>
                  <a:lnTo>
                    <a:pt x="305485" y="137680"/>
                  </a:lnTo>
                  <a:lnTo>
                    <a:pt x="305485" y="80289"/>
                  </a:lnTo>
                  <a:lnTo>
                    <a:pt x="362864" y="80289"/>
                  </a:lnTo>
                  <a:lnTo>
                    <a:pt x="362864" y="57378"/>
                  </a:lnTo>
                  <a:close/>
                </a:path>
                <a:path w="588644" h="137795">
                  <a:moveTo>
                    <a:pt x="588251" y="57378"/>
                  </a:moveTo>
                  <a:lnTo>
                    <a:pt x="530860" y="57378"/>
                  </a:lnTo>
                  <a:lnTo>
                    <a:pt x="530860" y="0"/>
                  </a:lnTo>
                  <a:lnTo>
                    <a:pt x="507949" y="0"/>
                  </a:lnTo>
                  <a:lnTo>
                    <a:pt x="507949" y="57378"/>
                  </a:lnTo>
                  <a:lnTo>
                    <a:pt x="450748" y="57378"/>
                  </a:lnTo>
                  <a:lnTo>
                    <a:pt x="450748" y="80289"/>
                  </a:lnTo>
                  <a:lnTo>
                    <a:pt x="507949" y="80289"/>
                  </a:lnTo>
                  <a:lnTo>
                    <a:pt x="507949" y="137680"/>
                  </a:lnTo>
                  <a:lnTo>
                    <a:pt x="530860" y="137680"/>
                  </a:lnTo>
                  <a:lnTo>
                    <a:pt x="530860" y="80289"/>
                  </a:lnTo>
                  <a:lnTo>
                    <a:pt x="588251" y="80289"/>
                  </a:lnTo>
                  <a:lnTo>
                    <a:pt x="588251" y="57378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85767" y="2750991"/>
              <a:ext cx="90312" cy="903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87581" y="2921228"/>
              <a:ext cx="360367" cy="27183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65508" y="3445947"/>
              <a:ext cx="317238" cy="31695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563899" y="2571833"/>
              <a:ext cx="735330" cy="1298575"/>
            </a:xfrm>
            <a:custGeom>
              <a:avLst/>
              <a:gdLst/>
              <a:ahLst/>
              <a:cxnLst/>
              <a:rect l="l" t="t" r="r" b="b"/>
              <a:pathLst>
                <a:path w="735329" h="1298575">
                  <a:moveTo>
                    <a:pt x="735111" y="1298193"/>
                  </a:moveTo>
                  <a:lnTo>
                    <a:pt x="716533" y="1298193"/>
                  </a:lnTo>
                  <a:lnTo>
                    <a:pt x="716533" y="1081582"/>
                  </a:lnTo>
                  <a:lnTo>
                    <a:pt x="0" y="364803"/>
                  </a:lnTo>
                  <a:lnTo>
                    <a:pt x="0" y="0"/>
                  </a:lnTo>
                  <a:lnTo>
                    <a:pt x="18283" y="0"/>
                  </a:lnTo>
                  <a:lnTo>
                    <a:pt x="18283" y="357062"/>
                  </a:lnTo>
                  <a:lnTo>
                    <a:pt x="735111" y="1073914"/>
                  </a:lnTo>
                  <a:lnTo>
                    <a:pt x="735111" y="129819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573409" y="1654824"/>
            <a:ext cx="4570730" cy="3488690"/>
            <a:chOff x="4573409" y="1654824"/>
            <a:chExt cx="4570730" cy="3488690"/>
          </a:xfrm>
        </p:grpSpPr>
        <p:sp>
          <p:nvSpPr>
            <p:cNvPr id="6" name="object 6"/>
            <p:cNvSpPr/>
            <p:nvPr/>
          </p:nvSpPr>
          <p:spPr>
            <a:xfrm>
              <a:off x="7677524" y="4084522"/>
              <a:ext cx="1466850" cy="1059180"/>
            </a:xfrm>
            <a:custGeom>
              <a:avLst/>
              <a:gdLst/>
              <a:ahLst/>
              <a:cxnLst/>
              <a:rect l="l" t="t" r="r" b="b"/>
              <a:pathLst>
                <a:path w="1466850" h="1059179">
                  <a:moveTo>
                    <a:pt x="1134484" y="1058977"/>
                  </a:moveTo>
                  <a:lnTo>
                    <a:pt x="0" y="1058977"/>
                  </a:lnTo>
                  <a:lnTo>
                    <a:pt x="388525" y="670924"/>
                  </a:lnTo>
                  <a:lnTo>
                    <a:pt x="795643" y="670924"/>
                  </a:lnTo>
                  <a:lnTo>
                    <a:pt x="1466475" y="0"/>
                  </a:lnTo>
                  <a:lnTo>
                    <a:pt x="1466475" y="1006037"/>
                  </a:lnTo>
                  <a:lnTo>
                    <a:pt x="1457618" y="1014894"/>
                  </a:lnTo>
                  <a:lnTo>
                    <a:pt x="1178560" y="1014894"/>
                  </a:lnTo>
                  <a:lnTo>
                    <a:pt x="1134484" y="1058977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58123" y="2487879"/>
              <a:ext cx="586105" cy="2440305"/>
            </a:xfrm>
            <a:custGeom>
              <a:avLst/>
              <a:gdLst/>
              <a:ahLst/>
              <a:cxnLst/>
              <a:rect l="l" t="t" r="r" b="b"/>
              <a:pathLst>
                <a:path w="586104" h="2440304">
                  <a:moveTo>
                    <a:pt x="585876" y="1988286"/>
                  </a:moveTo>
                  <a:lnTo>
                    <a:pt x="157949" y="2416632"/>
                  </a:lnTo>
                  <a:lnTo>
                    <a:pt x="181787" y="2440051"/>
                  </a:lnTo>
                  <a:lnTo>
                    <a:pt x="585876" y="2035975"/>
                  </a:lnTo>
                  <a:lnTo>
                    <a:pt x="585876" y="1988286"/>
                  </a:lnTo>
                  <a:close/>
                </a:path>
                <a:path w="586104" h="2440304">
                  <a:moveTo>
                    <a:pt x="585876" y="0"/>
                  </a:moveTo>
                  <a:lnTo>
                    <a:pt x="0" y="585927"/>
                  </a:lnTo>
                  <a:lnTo>
                    <a:pt x="0" y="894016"/>
                  </a:lnTo>
                  <a:lnTo>
                    <a:pt x="55943" y="949960"/>
                  </a:lnTo>
                  <a:lnTo>
                    <a:pt x="55943" y="1267129"/>
                  </a:lnTo>
                  <a:lnTo>
                    <a:pt x="585876" y="1797062"/>
                  </a:lnTo>
                  <a:lnTo>
                    <a:pt x="585876" y="1777987"/>
                  </a:lnTo>
                  <a:lnTo>
                    <a:pt x="69380" y="1261491"/>
                  </a:lnTo>
                  <a:lnTo>
                    <a:pt x="69380" y="963396"/>
                  </a:lnTo>
                  <a:lnTo>
                    <a:pt x="585876" y="1479880"/>
                  </a:lnTo>
                  <a:lnTo>
                    <a:pt x="585876" y="1432077"/>
                  </a:lnTo>
                  <a:lnTo>
                    <a:pt x="33820" y="880135"/>
                  </a:lnTo>
                  <a:lnTo>
                    <a:pt x="33820" y="599808"/>
                  </a:lnTo>
                  <a:lnTo>
                    <a:pt x="585876" y="47764"/>
                  </a:lnTo>
                  <a:lnTo>
                    <a:pt x="585876" y="0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6363" y="4878742"/>
              <a:ext cx="126235" cy="1274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23930" y="1911959"/>
              <a:ext cx="1655445" cy="1576705"/>
            </a:xfrm>
            <a:custGeom>
              <a:avLst/>
              <a:gdLst/>
              <a:ahLst/>
              <a:cxnLst/>
              <a:rect l="l" t="t" r="r" b="b"/>
              <a:pathLst>
                <a:path w="1655445" h="1576704">
                  <a:moveTo>
                    <a:pt x="42227" y="42227"/>
                  </a:moveTo>
                  <a:lnTo>
                    <a:pt x="0" y="0"/>
                  </a:lnTo>
                  <a:lnTo>
                    <a:pt x="0" y="295008"/>
                  </a:lnTo>
                  <a:lnTo>
                    <a:pt x="42227" y="252895"/>
                  </a:lnTo>
                  <a:lnTo>
                    <a:pt x="42227" y="42227"/>
                  </a:lnTo>
                  <a:close/>
                </a:path>
                <a:path w="1655445" h="1576704">
                  <a:moveTo>
                    <a:pt x="1655203" y="1576235"/>
                  </a:moveTo>
                  <a:lnTo>
                    <a:pt x="1549806" y="1471955"/>
                  </a:lnTo>
                  <a:lnTo>
                    <a:pt x="1445526" y="1367675"/>
                  </a:lnTo>
                  <a:lnTo>
                    <a:pt x="1445526" y="1426629"/>
                  </a:lnTo>
                  <a:lnTo>
                    <a:pt x="1595132" y="1576235"/>
                  </a:lnTo>
                  <a:lnTo>
                    <a:pt x="1655203" y="1576235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3022" y="3781096"/>
              <a:ext cx="85019" cy="866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409" y="1654959"/>
              <a:ext cx="86055" cy="8669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06099" y="1729765"/>
              <a:ext cx="3705225" cy="2080895"/>
            </a:xfrm>
            <a:custGeom>
              <a:avLst/>
              <a:gdLst/>
              <a:ahLst/>
              <a:cxnLst/>
              <a:rect l="l" t="t" r="r" b="b"/>
              <a:pathLst>
                <a:path w="3705225" h="2080895">
                  <a:moveTo>
                    <a:pt x="1999615" y="2064956"/>
                  </a:moveTo>
                  <a:lnTo>
                    <a:pt x="1360068" y="1424406"/>
                  </a:lnTo>
                  <a:lnTo>
                    <a:pt x="1355864" y="1421307"/>
                  </a:lnTo>
                  <a:lnTo>
                    <a:pt x="881786" y="1421307"/>
                  </a:lnTo>
                  <a:lnTo>
                    <a:pt x="704786" y="1244511"/>
                  </a:lnTo>
                  <a:lnTo>
                    <a:pt x="704786" y="1276896"/>
                  </a:lnTo>
                  <a:lnTo>
                    <a:pt x="489927" y="1276896"/>
                  </a:lnTo>
                  <a:lnTo>
                    <a:pt x="202234" y="989317"/>
                  </a:lnTo>
                  <a:lnTo>
                    <a:pt x="202234" y="774319"/>
                  </a:lnTo>
                  <a:lnTo>
                    <a:pt x="704786" y="1276896"/>
                  </a:lnTo>
                  <a:lnTo>
                    <a:pt x="704786" y="1244511"/>
                  </a:lnTo>
                  <a:lnTo>
                    <a:pt x="22161" y="562660"/>
                  </a:lnTo>
                  <a:lnTo>
                    <a:pt x="22161" y="0"/>
                  </a:lnTo>
                  <a:lnTo>
                    <a:pt x="0" y="0"/>
                  </a:lnTo>
                  <a:lnTo>
                    <a:pt x="0" y="572071"/>
                  </a:lnTo>
                  <a:lnTo>
                    <a:pt x="192824" y="764908"/>
                  </a:lnTo>
                  <a:lnTo>
                    <a:pt x="192824" y="993533"/>
                  </a:lnTo>
                  <a:lnTo>
                    <a:pt x="486714" y="1286433"/>
                  </a:lnTo>
                  <a:lnTo>
                    <a:pt x="714324" y="1286433"/>
                  </a:lnTo>
                  <a:lnTo>
                    <a:pt x="872363" y="1444472"/>
                  </a:lnTo>
                  <a:lnTo>
                    <a:pt x="1347444" y="1444472"/>
                  </a:lnTo>
                  <a:lnTo>
                    <a:pt x="1983879" y="2080818"/>
                  </a:lnTo>
                  <a:lnTo>
                    <a:pt x="1999615" y="2064956"/>
                  </a:lnTo>
                  <a:close/>
                </a:path>
                <a:path w="3705225" h="2080895">
                  <a:moveTo>
                    <a:pt x="3705034" y="1045387"/>
                  </a:moveTo>
                  <a:lnTo>
                    <a:pt x="3558260" y="898563"/>
                  </a:lnTo>
                  <a:lnTo>
                    <a:pt x="3411423" y="751789"/>
                  </a:lnTo>
                  <a:lnTo>
                    <a:pt x="3411423" y="835494"/>
                  </a:lnTo>
                  <a:lnTo>
                    <a:pt x="3516236" y="940320"/>
                  </a:lnTo>
                  <a:lnTo>
                    <a:pt x="3621379" y="1045387"/>
                  </a:lnTo>
                  <a:lnTo>
                    <a:pt x="3705034" y="104538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9920" y="3797914"/>
              <a:ext cx="71676" cy="721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6196" y="1657092"/>
              <a:ext cx="72130" cy="718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45605" y="1703425"/>
              <a:ext cx="1475740" cy="2110740"/>
            </a:xfrm>
            <a:custGeom>
              <a:avLst/>
              <a:gdLst/>
              <a:ahLst/>
              <a:cxnLst/>
              <a:rect l="l" t="t" r="r" b="b"/>
              <a:pathLst>
                <a:path w="1475740" h="2110740">
                  <a:moveTo>
                    <a:pt x="1475117" y="1059637"/>
                  </a:moveTo>
                  <a:lnTo>
                    <a:pt x="1456004" y="1040536"/>
                  </a:lnTo>
                  <a:lnTo>
                    <a:pt x="1456004" y="1067612"/>
                  </a:lnTo>
                  <a:lnTo>
                    <a:pt x="1456004" y="1226286"/>
                  </a:lnTo>
                  <a:lnTo>
                    <a:pt x="1435671" y="1246619"/>
                  </a:lnTo>
                  <a:lnTo>
                    <a:pt x="1435671" y="1273708"/>
                  </a:lnTo>
                  <a:lnTo>
                    <a:pt x="1435671" y="1442618"/>
                  </a:lnTo>
                  <a:lnTo>
                    <a:pt x="1137691" y="1740598"/>
                  </a:lnTo>
                  <a:lnTo>
                    <a:pt x="1137691" y="1571625"/>
                  </a:lnTo>
                  <a:lnTo>
                    <a:pt x="1435671" y="1273708"/>
                  </a:lnTo>
                  <a:lnTo>
                    <a:pt x="1435671" y="1246619"/>
                  </a:lnTo>
                  <a:lnTo>
                    <a:pt x="1273009" y="1409280"/>
                  </a:lnTo>
                  <a:lnTo>
                    <a:pt x="1024890" y="1161110"/>
                  </a:lnTo>
                  <a:lnTo>
                    <a:pt x="1024890" y="848131"/>
                  </a:lnTo>
                  <a:lnTo>
                    <a:pt x="700074" y="523379"/>
                  </a:lnTo>
                  <a:lnTo>
                    <a:pt x="911771" y="523379"/>
                  </a:lnTo>
                  <a:lnTo>
                    <a:pt x="1456004" y="1067612"/>
                  </a:lnTo>
                  <a:lnTo>
                    <a:pt x="1456004" y="1040536"/>
                  </a:lnTo>
                  <a:lnTo>
                    <a:pt x="922324" y="506907"/>
                  </a:lnTo>
                  <a:lnTo>
                    <a:pt x="919492" y="504342"/>
                  </a:lnTo>
                  <a:lnTo>
                    <a:pt x="517728" y="504342"/>
                  </a:lnTo>
                  <a:lnTo>
                    <a:pt x="13385" y="0"/>
                  </a:lnTo>
                  <a:lnTo>
                    <a:pt x="0" y="13385"/>
                  </a:lnTo>
                  <a:lnTo>
                    <a:pt x="506907" y="520547"/>
                  </a:lnTo>
                  <a:lnTo>
                    <a:pt x="509739" y="523379"/>
                  </a:lnTo>
                  <a:lnTo>
                    <a:pt x="689521" y="523379"/>
                  </a:lnTo>
                  <a:lnTo>
                    <a:pt x="1017422" y="851217"/>
                  </a:lnTo>
                  <a:lnTo>
                    <a:pt x="1017422" y="1164450"/>
                  </a:lnTo>
                  <a:lnTo>
                    <a:pt x="1267599" y="1414691"/>
                  </a:lnTo>
                  <a:lnTo>
                    <a:pt x="1118641" y="1563649"/>
                  </a:lnTo>
                  <a:lnTo>
                    <a:pt x="1118641" y="1856994"/>
                  </a:lnTo>
                  <a:lnTo>
                    <a:pt x="1372031" y="2110714"/>
                  </a:lnTo>
                  <a:lnTo>
                    <a:pt x="1385481" y="2097328"/>
                  </a:lnTo>
                  <a:lnTo>
                    <a:pt x="1137691" y="1849272"/>
                  </a:lnTo>
                  <a:lnTo>
                    <a:pt x="1137691" y="1751406"/>
                  </a:lnTo>
                  <a:lnTo>
                    <a:pt x="1443393" y="1445958"/>
                  </a:lnTo>
                  <a:lnTo>
                    <a:pt x="1443393" y="1265986"/>
                  </a:lnTo>
                  <a:lnTo>
                    <a:pt x="1475117" y="1234262"/>
                  </a:lnTo>
                  <a:lnTo>
                    <a:pt x="1475117" y="1059637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51608" y="1654824"/>
              <a:ext cx="2465070" cy="2213610"/>
            </a:xfrm>
            <a:custGeom>
              <a:avLst/>
              <a:gdLst/>
              <a:ahLst/>
              <a:cxnLst/>
              <a:rect l="l" t="t" r="r" b="b"/>
              <a:pathLst>
                <a:path w="2465070" h="2213610">
                  <a:moveTo>
                    <a:pt x="2459030" y="2213055"/>
                  </a:moveTo>
                  <a:lnTo>
                    <a:pt x="1523958" y="1277983"/>
                  </a:lnTo>
                  <a:lnTo>
                    <a:pt x="1310547" y="1277983"/>
                  </a:lnTo>
                  <a:lnTo>
                    <a:pt x="1128323" y="1095758"/>
                  </a:lnTo>
                  <a:lnTo>
                    <a:pt x="1060058" y="1095758"/>
                  </a:lnTo>
                  <a:lnTo>
                    <a:pt x="927628" y="963363"/>
                  </a:lnTo>
                  <a:lnTo>
                    <a:pt x="927628" y="933142"/>
                  </a:lnTo>
                  <a:lnTo>
                    <a:pt x="0" y="5513"/>
                  </a:lnTo>
                  <a:lnTo>
                    <a:pt x="5513" y="0"/>
                  </a:lnTo>
                  <a:lnTo>
                    <a:pt x="792338" y="786928"/>
                  </a:lnTo>
                  <a:lnTo>
                    <a:pt x="997582" y="786928"/>
                  </a:lnTo>
                  <a:lnTo>
                    <a:pt x="1222123" y="1011504"/>
                  </a:lnTo>
                  <a:lnTo>
                    <a:pt x="1321850" y="1011504"/>
                  </a:lnTo>
                  <a:lnTo>
                    <a:pt x="1448904" y="1138386"/>
                  </a:lnTo>
                  <a:lnTo>
                    <a:pt x="1448904" y="1191902"/>
                  </a:lnTo>
                  <a:lnTo>
                    <a:pt x="2464544" y="2207542"/>
                  </a:lnTo>
                  <a:lnTo>
                    <a:pt x="2459030" y="2213055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142595" y="4028797"/>
            <a:ext cx="28562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930" marR="5080" indent="-443865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Technology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background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with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7"/>
              </a:rPr>
              <a:t>chip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Team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meeting</a:t>
            </a:r>
            <a:r>
              <a:rPr dirty="0" sz="1500" spc="-6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at</a:t>
            </a:r>
            <a:r>
              <a:rPr dirty="0" sz="1500" spc="-6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oﬃce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7362210" y="0"/>
            <a:ext cx="1781810" cy="1325880"/>
            <a:chOff x="7362210" y="0"/>
            <a:chExt cx="1781810" cy="1325880"/>
          </a:xfrm>
        </p:grpSpPr>
        <p:sp>
          <p:nvSpPr>
            <p:cNvPr id="11" name="object 11"/>
            <p:cNvSpPr/>
            <p:nvPr/>
          </p:nvSpPr>
          <p:spPr>
            <a:xfrm>
              <a:off x="7362210" y="0"/>
              <a:ext cx="1781810" cy="1304925"/>
            </a:xfrm>
            <a:custGeom>
              <a:avLst/>
              <a:gdLst/>
              <a:ahLst/>
              <a:cxnLst/>
              <a:rect l="l" t="t" r="r" b="b"/>
              <a:pathLst>
                <a:path w="1781809" h="1304925">
                  <a:moveTo>
                    <a:pt x="1781789" y="1304860"/>
                  </a:moveTo>
                  <a:lnTo>
                    <a:pt x="1278952" y="802033"/>
                  </a:lnTo>
                  <a:lnTo>
                    <a:pt x="801592" y="802033"/>
                  </a:lnTo>
                  <a:lnTo>
                    <a:pt x="0" y="0"/>
                  </a:lnTo>
                  <a:lnTo>
                    <a:pt x="1002324" y="0"/>
                  </a:lnTo>
                  <a:lnTo>
                    <a:pt x="1042996" y="40671"/>
                  </a:lnTo>
                  <a:lnTo>
                    <a:pt x="1152560" y="40671"/>
                  </a:lnTo>
                  <a:lnTo>
                    <a:pt x="1781789" y="669709"/>
                  </a:lnTo>
                  <a:lnTo>
                    <a:pt x="1781789" y="1304860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0046" y="1200276"/>
              <a:ext cx="124305" cy="1250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02018" y="0"/>
              <a:ext cx="436880" cy="1217295"/>
            </a:xfrm>
            <a:custGeom>
              <a:avLst/>
              <a:gdLst/>
              <a:ahLst/>
              <a:cxnLst/>
              <a:rect l="l" t="t" r="r" b="b"/>
              <a:pathLst>
                <a:path w="436879" h="1217295">
                  <a:moveTo>
                    <a:pt x="436328" y="1216716"/>
                  </a:moveTo>
                  <a:lnTo>
                    <a:pt x="403245" y="1216716"/>
                  </a:lnTo>
                  <a:lnTo>
                    <a:pt x="403245" y="403245"/>
                  </a:lnTo>
                  <a:lnTo>
                    <a:pt x="0" y="0"/>
                  </a:lnTo>
                  <a:lnTo>
                    <a:pt x="46847" y="0"/>
                  </a:lnTo>
                  <a:lnTo>
                    <a:pt x="436328" y="389376"/>
                  </a:lnTo>
                  <a:lnTo>
                    <a:pt x="436328" y="1216716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83130">
              <a:lnSpc>
                <a:spcPct val="100000"/>
              </a:lnSpc>
              <a:spcBef>
                <a:spcPts val="100"/>
              </a:spcBef>
            </a:pPr>
            <a:r>
              <a:rPr dirty="0" spc="165"/>
              <a:t>RESOURCES</a:t>
            </a:r>
          </a:p>
        </p:txBody>
      </p:sp>
      <p:sp>
        <p:nvSpPr>
          <p:cNvPr id="14" name="object 14"/>
          <p:cNvSpPr/>
          <p:nvPr/>
        </p:nvSpPr>
        <p:spPr>
          <a:xfrm>
            <a:off x="8583219" y="1554073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258521" y="108927"/>
                </a:moveTo>
                <a:lnTo>
                  <a:pt x="149910" y="108927"/>
                </a:lnTo>
                <a:lnTo>
                  <a:pt x="149910" y="0"/>
                </a:lnTo>
                <a:lnTo>
                  <a:pt x="108927" y="0"/>
                </a:lnTo>
                <a:lnTo>
                  <a:pt x="108927" y="108927"/>
                </a:lnTo>
                <a:lnTo>
                  <a:pt x="0" y="108927"/>
                </a:lnTo>
                <a:lnTo>
                  <a:pt x="0" y="149923"/>
                </a:lnTo>
                <a:lnTo>
                  <a:pt x="108927" y="149923"/>
                </a:lnTo>
                <a:lnTo>
                  <a:pt x="108927" y="258851"/>
                </a:lnTo>
                <a:lnTo>
                  <a:pt x="149910" y="258851"/>
                </a:lnTo>
                <a:lnTo>
                  <a:pt x="149910" y="149923"/>
                </a:lnTo>
                <a:lnTo>
                  <a:pt x="258521" y="149923"/>
                </a:lnTo>
                <a:lnTo>
                  <a:pt x="258521" y="108927"/>
                </a:lnTo>
                <a:close/>
              </a:path>
            </a:pathLst>
          </a:custGeom>
          <a:solidFill>
            <a:srgbClr val="FC2E1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9485" y="4385158"/>
            <a:ext cx="97631" cy="981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3652" y="4385158"/>
            <a:ext cx="97630" cy="981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4056" y="4609246"/>
            <a:ext cx="97735" cy="97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8223" y="4609246"/>
            <a:ext cx="97631" cy="97736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7733312" y="4098767"/>
            <a:ext cx="1410970" cy="1045210"/>
          </a:xfrm>
          <a:custGeom>
            <a:avLst/>
            <a:gdLst/>
            <a:ahLst/>
            <a:cxnLst/>
            <a:rect l="l" t="t" r="r" b="b"/>
            <a:pathLst>
              <a:path w="1410970" h="1045210">
                <a:moveTo>
                  <a:pt x="587117" y="1044732"/>
                </a:moveTo>
                <a:lnTo>
                  <a:pt x="0" y="1044732"/>
                </a:lnTo>
                <a:lnTo>
                  <a:pt x="760504" y="284443"/>
                </a:lnTo>
                <a:lnTo>
                  <a:pt x="861771" y="284443"/>
                </a:lnTo>
                <a:lnTo>
                  <a:pt x="1146215" y="0"/>
                </a:lnTo>
                <a:lnTo>
                  <a:pt x="1410687" y="1671"/>
                </a:lnTo>
                <a:lnTo>
                  <a:pt x="1410687" y="662188"/>
                </a:lnTo>
                <a:lnTo>
                  <a:pt x="1084894" y="988166"/>
                </a:lnTo>
                <a:lnTo>
                  <a:pt x="643683" y="988166"/>
                </a:lnTo>
                <a:lnTo>
                  <a:pt x="587117" y="1044732"/>
                </a:lnTo>
                <a:close/>
              </a:path>
            </a:pathLst>
          </a:custGeom>
          <a:solidFill>
            <a:srgbClr val="C1D6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750023" y="3761702"/>
            <a:ext cx="1009015" cy="1382395"/>
            <a:chOff x="7750023" y="3761702"/>
            <a:chExt cx="1009015" cy="138239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0826" y="3761702"/>
              <a:ext cx="127832" cy="1265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50023" y="3848716"/>
              <a:ext cx="926465" cy="1295400"/>
            </a:xfrm>
            <a:custGeom>
              <a:avLst/>
              <a:gdLst/>
              <a:ahLst/>
              <a:cxnLst/>
              <a:rect l="l" t="t" r="r" b="b"/>
              <a:pathLst>
                <a:path w="926465" h="1295400">
                  <a:moveTo>
                    <a:pt x="33679" y="1294783"/>
                  </a:moveTo>
                  <a:lnTo>
                    <a:pt x="0" y="1294783"/>
                  </a:lnTo>
                  <a:lnTo>
                    <a:pt x="0" y="902388"/>
                  </a:lnTo>
                  <a:lnTo>
                    <a:pt x="4702" y="897685"/>
                  </a:lnTo>
                  <a:lnTo>
                    <a:pt x="902388" y="0"/>
                  </a:lnTo>
                  <a:lnTo>
                    <a:pt x="926241" y="23937"/>
                  </a:lnTo>
                  <a:lnTo>
                    <a:pt x="33679" y="916498"/>
                  </a:lnTo>
                  <a:lnTo>
                    <a:pt x="33679" y="1294783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95400" y="1113353"/>
            <a:ext cx="7057390" cy="31178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Did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you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like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</a:rPr>
              <a:t>resources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on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this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template?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Get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them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for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free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at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</a:rPr>
              <a:t>our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other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</a:rPr>
              <a:t>websites: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200" spc="185" b="1">
                <a:solidFill>
                  <a:srgbClr val="FC2E12"/>
                </a:solidFill>
                <a:latin typeface="Verdana"/>
                <a:cs typeface="Verdana"/>
              </a:rPr>
              <a:t>VECTORS</a:t>
            </a:r>
            <a:endParaRPr sz="2200">
              <a:latin typeface="Verdana"/>
              <a:cs typeface="Verdana"/>
            </a:endParaRPr>
          </a:p>
          <a:p>
            <a:pPr marL="469265" indent="-343535">
              <a:lnSpc>
                <a:spcPct val="100000"/>
              </a:lnSpc>
              <a:spcBef>
                <a:spcPts val="1065"/>
              </a:spcBef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Flat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design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minimal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technology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id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card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8"/>
              </a:rPr>
              <a:t>template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Flat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design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technology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9"/>
              </a:rPr>
              <a:t>stories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Flat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design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minimal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technology</a:t>
            </a:r>
            <a:r>
              <a:rPr dirty="0" sz="1500" spc="-4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instagram</a:t>
            </a:r>
            <a:r>
              <a:rPr dirty="0" sz="1500" spc="-35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0"/>
              </a:rPr>
              <a:t>posts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Flat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design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minimal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technology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annual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report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1"/>
              </a:rPr>
              <a:t>template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200" spc="55" b="1">
                <a:solidFill>
                  <a:srgbClr val="FC2E12"/>
                </a:solidFill>
                <a:latin typeface="Verdana"/>
                <a:cs typeface="Verdana"/>
              </a:rPr>
              <a:t>PHOTOS</a:t>
            </a:r>
            <a:endParaRPr sz="2200">
              <a:latin typeface="Verdana"/>
              <a:cs typeface="Verdana"/>
            </a:endParaRPr>
          </a:p>
          <a:p>
            <a:pPr marL="469265" indent="-343535">
              <a:lnSpc>
                <a:spcPct val="100000"/>
              </a:lnSpc>
              <a:spcBef>
                <a:spcPts val="1065"/>
              </a:spcBef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2"/>
              </a:rPr>
              <a:t>Low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2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2"/>
              </a:rPr>
              <a:t>angle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12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2"/>
              </a:rPr>
              <a:t>businessman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Close</a:t>
            </a:r>
            <a:r>
              <a:rPr dirty="0" sz="1500" spc="-5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up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 </a:t>
            </a:r>
            <a:r>
              <a:rPr dirty="0" sz="150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green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technological</a:t>
            </a:r>
            <a:r>
              <a:rPr dirty="0" sz="1500" spc="-45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3"/>
              </a:rPr>
              <a:t>background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buClr>
                <a:srgbClr val="FC2E12"/>
              </a:buClr>
              <a:buFont typeface="Arial MT"/>
              <a:buChar char="●"/>
              <a:tabLst>
                <a:tab pos="469265" algn="l"/>
              </a:tabLst>
            </a:pPr>
            <a:r>
              <a:rPr dirty="0" sz="1500" spc="-25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Technology </a:t>
            </a:r>
            <a:r>
              <a:rPr dirty="0" sz="1500" spc="-20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background</a:t>
            </a:r>
            <a:r>
              <a:rPr dirty="0" sz="1500" spc="-25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 </a:t>
            </a:r>
            <a:r>
              <a:rPr dirty="0" sz="1500" spc="-10">
                <a:solidFill>
                  <a:srgbClr val="373536"/>
                </a:solidFill>
                <a:latin typeface="Roboto"/>
                <a:cs typeface="Roboto"/>
                <a:hlinkClick r:id="rId14"/>
              </a:rPr>
              <a:t>button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71788" y="384683"/>
            <a:ext cx="26003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Instructions</a:t>
            </a:r>
            <a:r>
              <a:rPr dirty="0" sz="2400" spc="-70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400" spc="-6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5" b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375" y="1126420"/>
            <a:ext cx="6714490" cy="2384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free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account,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template,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must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credit</a:t>
            </a:r>
            <a:r>
              <a:rPr dirty="0" sz="10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sz="1000" b="1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"/>
                <a:cs typeface="Arial"/>
                <a:hlinkClick r:id="rId4"/>
              </a:rPr>
              <a:t>Slidesgo</a:t>
            </a:r>
            <a:r>
              <a:rPr dirty="0" sz="1000" spc="-1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keeping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sz="1000" b="1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"/>
                <a:cs typeface="Arial"/>
              </a:rPr>
              <a:t>Thanks</a:t>
            </a:r>
            <a:r>
              <a:rPr dirty="0" sz="1000" spc="-1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slide.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Please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refer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next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read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instructions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premium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users.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As</a:t>
            </a: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</a:t>
            </a:r>
            <a:r>
              <a:rPr dirty="0" sz="1000" spc="-1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Free</a:t>
            </a: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869FB2"/>
                </a:solidFill>
                <a:latin typeface="Arial"/>
                <a:cs typeface="Arial"/>
              </a:rPr>
              <a:t>user,</a:t>
            </a:r>
            <a:r>
              <a:rPr dirty="0" sz="1000" spc="-1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you</a:t>
            </a: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are</a:t>
            </a:r>
            <a:r>
              <a:rPr dirty="0" sz="1000" spc="-1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allowed</a:t>
            </a: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to:</a:t>
            </a:r>
            <a:endParaRPr sz="1000">
              <a:latin typeface="Arial"/>
              <a:cs typeface="Arial"/>
            </a:endParaRPr>
          </a:p>
          <a:p>
            <a:pPr marL="88900" indent="-76200">
              <a:lnSpc>
                <a:spcPct val="100000"/>
              </a:lnSpc>
              <a:spcBef>
                <a:spcPts val="575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Modify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template.</a:t>
            </a:r>
            <a:endParaRPr sz="10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150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commercial projects.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 MT"/>
              <a:buChar char="-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You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are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not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allowed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 to:</a:t>
            </a:r>
            <a:endParaRPr sz="1000">
              <a:latin typeface="Arial"/>
              <a:cs typeface="Arial"/>
            </a:endParaRPr>
          </a:p>
          <a:p>
            <a:pPr marL="88900" indent="-76200">
              <a:lnSpc>
                <a:spcPct val="100000"/>
              </a:lnSpc>
              <a:spcBef>
                <a:spcPts val="550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Sublicense,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sell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rent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modified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Content).</a:t>
            </a:r>
            <a:endParaRPr sz="10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150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Distribute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unless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been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expressly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authorized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Slidesgo.</a:t>
            </a:r>
            <a:endParaRPr sz="10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150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Include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online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offline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file.</a:t>
            </a:r>
            <a:endParaRPr sz="10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150"/>
              </a:spcBef>
              <a:buChar char="-"/>
              <a:tabLst>
                <a:tab pos="88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Offer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modified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templates)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download.</a:t>
            </a:r>
            <a:endParaRPr sz="100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150"/>
              </a:spcBef>
              <a:buChar char="-"/>
              <a:tabLst>
                <a:tab pos="8191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Acquire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copyright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Content.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6648" y="4338801"/>
            <a:ext cx="5009515" cy="41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985" marR="5080" indent="-629920">
              <a:lnSpc>
                <a:spcPct val="128499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editing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slides,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please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read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FAQs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visit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School: </a:t>
            </a:r>
            <a:r>
              <a:rPr dirty="0" u="sng" sz="1000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 MT"/>
                <a:cs typeface="Arial MT"/>
                <a:hlinkClick r:id="rId2"/>
              </a:rPr>
              <a:t>https://slidesgo.com/faqs</a:t>
            </a:r>
            <a:r>
              <a:rPr dirty="0" sz="1000" spc="125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sz="1000" spc="-10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 MT"/>
                <a:cs typeface="Arial MT"/>
                <a:hlinkClick r:id="rId3"/>
              </a:rPr>
              <a:t>https://slidesgo.com/slidesgo-school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20156" y="384683"/>
            <a:ext cx="49028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Instructions</a:t>
            </a:r>
            <a:r>
              <a:rPr dirty="0" sz="2400" spc="-7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400" spc="-7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2400" spc="-70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(premium</a:t>
            </a:r>
            <a:r>
              <a:rPr dirty="0" sz="2400" spc="-7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FFFFFF"/>
                </a:solidFill>
                <a:latin typeface="Arial MT"/>
                <a:cs typeface="Arial MT"/>
              </a:rPr>
              <a:t>users)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1375" y="1148645"/>
            <a:ext cx="6827520" cy="3607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Premium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user,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attributing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sz="1000" b="1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"/>
                <a:cs typeface="Arial"/>
                <a:hlinkClick r:id="rId2"/>
              </a:rPr>
              <a:t>Slidesgo</a:t>
            </a: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keeping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"</a:t>
            </a:r>
            <a:r>
              <a:rPr dirty="0" u="sng" sz="1000" b="1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"/>
                <a:cs typeface="Arial"/>
              </a:rPr>
              <a:t>Thanks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"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slide.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You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are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allowed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to:</a:t>
            </a:r>
            <a:endParaRPr sz="1000">
              <a:latin typeface="Arial"/>
              <a:cs typeface="Arial"/>
            </a:endParaRPr>
          </a:p>
          <a:p>
            <a:pPr marL="469265" indent="-304800">
              <a:lnSpc>
                <a:spcPct val="100000"/>
              </a:lnSpc>
              <a:spcBef>
                <a:spcPts val="575"/>
              </a:spcBef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Modify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template.</a:t>
            </a:r>
            <a:endParaRPr sz="1000">
              <a:latin typeface="Arial MT"/>
              <a:cs typeface="Arial MT"/>
            </a:endParaRPr>
          </a:p>
          <a:p>
            <a:pPr marL="469265" indent="-304800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commercial purposes.</a:t>
            </a:r>
            <a:endParaRPr sz="1000">
              <a:latin typeface="Arial MT"/>
              <a:cs typeface="Arial MT"/>
            </a:endParaRPr>
          </a:p>
          <a:p>
            <a:pPr marL="469265" indent="-304800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Hide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delete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“Thanks”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mention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credits.</a:t>
            </a:r>
            <a:endParaRPr sz="1000">
              <a:latin typeface="Arial MT"/>
              <a:cs typeface="Arial MT"/>
            </a:endParaRPr>
          </a:p>
          <a:p>
            <a:pPr marL="469265" indent="-304800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Share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editable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people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team.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 MT"/>
              <a:buChar char="●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20" b="1">
                <a:solidFill>
                  <a:srgbClr val="869FB2"/>
                </a:solidFill>
                <a:latin typeface="Arial"/>
                <a:cs typeface="Arial"/>
              </a:rPr>
              <a:t>You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are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not</a:t>
            </a:r>
            <a:r>
              <a:rPr dirty="0" sz="1000" spc="-30" b="1">
                <a:solidFill>
                  <a:srgbClr val="869FB2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869FB2"/>
                </a:solidFill>
                <a:latin typeface="Arial"/>
                <a:cs typeface="Arial"/>
              </a:rPr>
              <a:t>allowed</a:t>
            </a:r>
            <a:r>
              <a:rPr dirty="0" sz="1000" spc="-25" b="1">
                <a:solidFill>
                  <a:srgbClr val="869FB2"/>
                </a:solidFill>
                <a:latin typeface="Arial"/>
                <a:cs typeface="Arial"/>
              </a:rPr>
              <a:t> to:</a:t>
            </a:r>
            <a:endParaRPr sz="1000">
              <a:latin typeface="Arial"/>
              <a:cs typeface="Arial"/>
            </a:endParaRPr>
          </a:p>
          <a:p>
            <a:pPr marL="469265" indent="-304800">
              <a:lnSpc>
                <a:spcPct val="100000"/>
              </a:lnSpc>
              <a:spcBef>
                <a:spcPts val="550"/>
              </a:spcBef>
              <a:buChar char="●"/>
              <a:tabLst>
                <a:tab pos="46926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Sublicense,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sell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rent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Template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modified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Template).</a:t>
            </a:r>
            <a:endParaRPr sz="1000">
              <a:latin typeface="Arial MT"/>
              <a:cs typeface="Arial MT"/>
            </a:endParaRPr>
          </a:p>
          <a:p>
            <a:pPr marL="469900" marR="5080" indent="-305435">
              <a:lnSpc>
                <a:spcPct val="112500"/>
              </a:lnSpc>
              <a:buChar char="●"/>
              <a:tabLst>
                <a:tab pos="469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Distribute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Template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modified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Template)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include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offers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downloadable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images,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icons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presentations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may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subject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distribution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resale.</a:t>
            </a:r>
            <a:endParaRPr sz="1000">
              <a:latin typeface="Arial MT"/>
              <a:cs typeface="Arial MT"/>
            </a:endParaRPr>
          </a:p>
          <a:p>
            <a:pPr marL="469900" marR="405130" indent="-305435">
              <a:lnSpc>
                <a:spcPct val="112500"/>
              </a:lnSpc>
              <a:buChar char="●"/>
              <a:tabLst>
                <a:tab pos="469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elements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isolated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separated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way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Template.</a:t>
            </a:r>
            <a:endParaRPr sz="1000">
              <a:latin typeface="Arial MT"/>
              <a:cs typeface="Arial MT"/>
            </a:endParaRPr>
          </a:p>
          <a:p>
            <a:pPr marL="469900" marR="184785" indent="-305435">
              <a:lnSpc>
                <a:spcPct val="112500"/>
              </a:lnSpc>
              <a:buChar char="●"/>
              <a:tabLst>
                <a:tab pos="469900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Register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elements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trademark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logo,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register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an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intellectual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property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registry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similar.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00">
              <a:latin typeface="Arial MT"/>
              <a:cs typeface="Arial MT"/>
            </a:endParaRPr>
          </a:p>
          <a:p>
            <a:pPr marL="1587500" marR="877569" indent="-629920">
              <a:lnSpc>
                <a:spcPct val="128499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editing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slides,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please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read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FAQs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visit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Slidesgo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School: </a:t>
            </a:r>
            <a:r>
              <a:rPr dirty="0" u="sng" sz="1000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 MT"/>
                <a:cs typeface="Arial MT"/>
                <a:hlinkClick r:id="rId3"/>
              </a:rPr>
              <a:t>https://slidesgo.com/faqs</a:t>
            </a:r>
            <a:r>
              <a:rPr dirty="0" sz="1000" spc="125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u="sng" sz="1000" spc="-10">
                <a:solidFill>
                  <a:srgbClr val="869FB2"/>
                </a:solidFill>
                <a:uFill>
                  <a:solidFill>
                    <a:srgbClr val="869FB2"/>
                  </a:solidFill>
                </a:uFill>
                <a:latin typeface="Arial MT"/>
                <a:cs typeface="Arial MT"/>
                <a:hlinkClick r:id="rId4"/>
              </a:rPr>
              <a:t>https://slidesgo.com/slidesgo-school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212480" y="384683"/>
            <a:ext cx="27178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Fonts</a:t>
            </a:r>
            <a:r>
              <a:rPr dirty="0" sz="2400" spc="-30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400" spc="-2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FFFFFF"/>
                </a:solidFill>
                <a:latin typeface="Arial MT"/>
                <a:cs typeface="Arial MT"/>
              </a:rPr>
              <a:t>colors</a:t>
            </a:r>
            <a:r>
              <a:rPr dirty="0" sz="2400" spc="-2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0" b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9229" y="1155286"/>
            <a:ext cx="36652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been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made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following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fonts: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1821" y="1744286"/>
            <a:ext cx="2780030" cy="93027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Orbitron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https://fonts.google.com/specimen/Orbitron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Roboto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  <a:hlinkClick r:id="rId3"/>
              </a:rPr>
              <a:t>https://fonts.google.com/specimen/Roboto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47887" y="2983462"/>
            <a:ext cx="801370" cy="763905"/>
            <a:chOff x="2047887" y="2983462"/>
            <a:chExt cx="801370" cy="763905"/>
          </a:xfrm>
        </p:grpSpPr>
        <p:sp>
          <p:nvSpPr>
            <p:cNvPr id="7" name="object 7"/>
            <p:cNvSpPr/>
            <p:nvPr/>
          </p:nvSpPr>
          <p:spPr>
            <a:xfrm>
              <a:off x="205264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4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E3EE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5264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4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154412" y="3271344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 MT"/>
                <a:cs typeface="Arial MT"/>
              </a:rPr>
              <a:t>#e3eeedff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09707" y="2983462"/>
            <a:ext cx="801370" cy="763905"/>
            <a:chOff x="3109707" y="2983462"/>
            <a:chExt cx="801370" cy="763905"/>
          </a:xfrm>
        </p:grpSpPr>
        <p:sp>
          <p:nvSpPr>
            <p:cNvPr id="10" name="object 10"/>
            <p:cNvSpPr/>
            <p:nvPr/>
          </p:nvSpPr>
          <p:spPr>
            <a:xfrm>
              <a:off x="311446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3735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446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216237" y="3271344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#383536ff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1527" y="2983462"/>
            <a:ext cx="801370" cy="763905"/>
            <a:chOff x="4171527" y="2983462"/>
            <a:chExt cx="801370" cy="763905"/>
          </a:xfrm>
        </p:grpSpPr>
        <p:sp>
          <p:nvSpPr>
            <p:cNvPr id="13" name="object 13"/>
            <p:cNvSpPr/>
            <p:nvPr/>
          </p:nvSpPr>
          <p:spPr>
            <a:xfrm>
              <a:off x="417628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FC2E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7628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299293" y="3271344"/>
            <a:ext cx="5448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#fc2e12ff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33362" y="2983462"/>
            <a:ext cx="801370" cy="763905"/>
            <a:chOff x="5233362" y="2983462"/>
            <a:chExt cx="801370" cy="763905"/>
          </a:xfrm>
        </p:grpSpPr>
        <p:sp>
          <p:nvSpPr>
            <p:cNvPr id="19" name="object 19"/>
            <p:cNvSpPr/>
            <p:nvPr/>
          </p:nvSpPr>
          <p:spPr>
            <a:xfrm>
              <a:off x="5238124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C1D6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38124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47017" y="3271344"/>
            <a:ext cx="5734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 MT"/>
                <a:cs typeface="Arial MT"/>
              </a:rPr>
              <a:t>#c1d6ceff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95187" y="2983462"/>
            <a:ext cx="801370" cy="763905"/>
            <a:chOff x="6295187" y="2983462"/>
            <a:chExt cx="801370" cy="763905"/>
          </a:xfrm>
        </p:grpSpPr>
        <p:sp>
          <p:nvSpPr>
            <p:cNvPr id="31" name="object 31"/>
            <p:cNvSpPr/>
            <p:nvPr/>
          </p:nvSpPr>
          <p:spPr>
            <a:xfrm>
              <a:off x="629994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6481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99949" y="2988224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405277" y="3271344"/>
            <a:ext cx="580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#64818cff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40625" y="3914562"/>
            <a:ext cx="801370" cy="763905"/>
            <a:chOff x="3640625" y="3914562"/>
            <a:chExt cx="801370" cy="763905"/>
          </a:xfrm>
        </p:grpSpPr>
        <p:sp>
          <p:nvSpPr>
            <p:cNvPr id="23" name="object 23"/>
            <p:cNvSpPr/>
            <p:nvPr/>
          </p:nvSpPr>
          <p:spPr>
            <a:xfrm>
              <a:off x="3645387" y="3919325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DD48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45387" y="3919325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747150" y="4202445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#dd4815ff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02444" y="3914562"/>
            <a:ext cx="801370" cy="763905"/>
            <a:chOff x="4702444" y="3914562"/>
            <a:chExt cx="801370" cy="763905"/>
          </a:xfrm>
        </p:grpSpPr>
        <p:sp>
          <p:nvSpPr>
            <p:cNvPr id="26" name="object 26"/>
            <p:cNvSpPr/>
            <p:nvPr/>
          </p:nvSpPr>
          <p:spPr>
            <a:xfrm>
              <a:off x="4707206" y="3919325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665697" y="754199"/>
                  </a:move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close/>
                </a:path>
              </a:pathLst>
            </a:custGeom>
            <a:solidFill>
              <a:srgbClr val="24A3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07206" y="3919325"/>
              <a:ext cx="791845" cy="754380"/>
            </a:xfrm>
            <a:custGeom>
              <a:avLst/>
              <a:gdLst/>
              <a:ahLst/>
              <a:cxnLst/>
              <a:rect l="l" t="t" r="r" b="b"/>
              <a:pathLst>
                <a:path w="791845" h="754379">
                  <a:moveTo>
                    <a:pt x="0" y="125702"/>
                  </a:moveTo>
                  <a:lnTo>
                    <a:pt x="9878" y="76773"/>
                  </a:lnTo>
                  <a:lnTo>
                    <a:pt x="36817" y="36817"/>
                  </a:lnTo>
                  <a:lnTo>
                    <a:pt x="76773" y="9878"/>
                  </a:lnTo>
                  <a:lnTo>
                    <a:pt x="125702" y="0"/>
                  </a:lnTo>
                  <a:lnTo>
                    <a:pt x="665697" y="0"/>
                  </a:lnTo>
                  <a:lnTo>
                    <a:pt x="713801" y="9568"/>
                  </a:lnTo>
                  <a:lnTo>
                    <a:pt x="754582" y="36817"/>
                  </a:lnTo>
                  <a:lnTo>
                    <a:pt x="781831" y="77598"/>
                  </a:lnTo>
                  <a:lnTo>
                    <a:pt x="791399" y="125702"/>
                  </a:lnTo>
                  <a:lnTo>
                    <a:pt x="791399" y="628497"/>
                  </a:lnTo>
                  <a:lnTo>
                    <a:pt x="781521" y="677426"/>
                  </a:lnTo>
                  <a:lnTo>
                    <a:pt x="754582" y="717382"/>
                  </a:lnTo>
                  <a:lnTo>
                    <a:pt x="714626" y="744321"/>
                  </a:lnTo>
                  <a:lnTo>
                    <a:pt x="665697" y="754199"/>
                  </a:lnTo>
                  <a:lnTo>
                    <a:pt x="125702" y="754199"/>
                  </a:lnTo>
                  <a:lnTo>
                    <a:pt x="76773" y="744321"/>
                  </a:lnTo>
                  <a:lnTo>
                    <a:pt x="36817" y="717382"/>
                  </a:lnTo>
                  <a:lnTo>
                    <a:pt x="9878" y="677426"/>
                  </a:lnTo>
                  <a:lnTo>
                    <a:pt x="0" y="628497"/>
                  </a:lnTo>
                  <a:lnTo>
                    <a:pt x="0" y="12570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808975" y="4202445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#24a364ff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4000301" y="384683"/>
            <a:ext cx="11417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0">
                <a:solidFill>
                  <a:srgbClr val="FFFFFF"/>
                </a:solidFill>
                <a:latin typeface="Arial MT"/>
                <a:cs typeface="Arial MT"/>
              </a:rPr>
              <a:t>Storyset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7449" y="1130978"/>
            <a:ext cx="638048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3599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Story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illustrated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concepts.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Choose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style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most,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edit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colors,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pick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background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layers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bring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them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life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animator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panel!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boost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presentation.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Check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</a:rPr>
              <a:t>h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  <a:hlinkClick r:id="rId2"/>
              </a:rPr>
              <a:t>ow</a:t>
            </a:r>
            <a:r>
              <a:rPr dirty="0" sz="1100" spc="-25">
                <a:solidFill>
                  <a:srgbClr val="869FB2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  <a:hlinkClick r:id="rId2"/>
              </a:rPr>
              <a:t>it</a:t>
            </a:r>
            <a:r>
              <a:rPr dirty="0" sz="1100" spc="-30">
                <a:solidFill>
                  <a:srgbClr val="869FB2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1100" spc="-10">
                <a:solidFill>
                  <a:srgbClr val="869FB2"/>
                </a:solidFill>
                <a:latin typeface="Arial MT"/>
                <a:cs typeface="Arial MT"/>
                <a:hlinkClick r:id="rId2"/>
              </a:rPr>
              <a:t>works.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820" y="2688638"/>
            <a:ext cx="1606719" cy="10750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55077" y="2410849"/>
            <a:ext cx="1340594" cy="134060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74275" y="2532512"/>
            <a:ext cx="1448303" cy="126358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347336" y="2523902"/>
            <a:ext cx="3286125" cy="1263650"/>
            <a:chOff x="5347336" y="2523902"/>
            <a:chExt cx="3286125" cy="1263650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47336" y="2581527"/>
              <a:ext cx="1448283" cy="1180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36257" y="2523902"/>
              <a:ext cx="1796922" cy="1263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93985" y="3991888"/>
            <a:ext cx="4406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869FB2"/>
                </a:solidFill>
                <a:latin typeface="Arial MT"/>
                <a:cs typeface="Arial MT"/>
                <a:hlinkClick r:id="rId4"/>
              </a:rPr>
              <a:t>Pana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5814" y="3991888"/>
            <a:ext cx="519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869FB2"/>
                </a:solidFill>
                <a:latin typeface="Arial MT"/>
                <a:cs typeface="Arial MT"/>
                <a:hlinkClick r:id="rId5"/>
              </a:rPr>
              <a:t>Amico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5588" y="3991888"/>
            <a:ext cx="302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869FB2"/>
                </a:solidFill>
                <a:latin typeface="Arial MT"/>
                <a:cs typeface="Arial MT"/>
                <a:hlinkClick r:id="rId6"/>
              </a:rPr>
              <a:t>Bro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2844" y="3991888"/>
            <a:ext cx="4699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869FB2"/>
                </a:solidFill>
                <a:latin typeface="Arial MT"/>
                <a:cs typeface="Arial MT"/>
                <a:hlinkClick r:id="rId7"/>
              </a:rPr>
              <a:t>Rafiki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9095" y="3991888"/>
            <a:ext cx="4997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869FB2"/>
                </a:solidFill>
                <a:latin typeface="Arial MT"/>
                <a:cs typeface="Arial MT"/>
                <a:hlinkClick r:id="rId12"/>
              </a:rPr>
              <a:t>Cuate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2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$PPTXTitle"/>
          <p:cNvSpPr txBox="1"/>
          <p:nvPr/>
        </p:nvSpPr>
        <p:spPr>
          <a:xfrm>
            <a:off x="2068810" y="384683"/>
            <a:ext cx="5001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2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editable</a:t>
            </a:r>
            <a:r>
              <a:rPr dirty="0" sz="2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graphic</a:t>
            </a:r>
            <a:r>
              <a:rPr dirty="0"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resources...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274520" y="1136176"/>
            <a:ext cx="663448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easily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</a:rPr>
              <a:t>resize</a:t>
            </a:r>
            <a:r>
              <a:rPr dirty="0" sz="1100" spc="-35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losing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quality.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</a:rPr>
              <a:t>change</a:t>
            </a:r>
            <a:r>
              <a:rPr dirty="0" sz="1100" spc="-30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</a:rPr>
              <a:t>the</a:t>
            </a:r>
            <a:r>
              <a:rPr dirty="0" sz="1100" spc="-35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</a:rPr>
              <a:t>color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just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ungroup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resource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click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change.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Then,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click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paint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bucket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color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want.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resource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again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you’re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done.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You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look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869FB2"/>
                </a:solidFill>
                <a:latin typeface="Arial MT"/>
                <a:cs typeface="Arial MT"/>
                <a:hlinkClick r:id="rId54"/>
              </a:rPr>
              <a:t>infographics</a:t>
            </a:r>
            <a:r>
              <a:rPr dirty="0" sz="1100" spc="-35">
                <a:solidFill>
                  <a:srgbClr val="869F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Slidesgo.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88961" y="2333180"/>
            <a:ext cx="1970405" cy="208915"/>
          </a:xfrm>
          <a:custGeom>
            <a:avLst/>
            <a:gdLst/>
            <a:ahLst/>
            <a:cxnLst/>
            <a:rect l="l" t="t" r="r" b="b"/>
            <a:pathLst>
              <a:path w="1970405" h="208914">
                <a:moveTo>
                  <a:pt x="1444459" y="104394"/>
                </a:moveTo>
                <a:lnTo>
                  <a:pt x="1340078" y="0"/>
                </a:lnTo>
                <a:lnTo>
                  <a:pt x="0" y="0"/>
                </a:lnTo>
                <a:lnTo>
                  <a:pt x="0" y="208788"/>
                </a:lnTo>
                <a:lnTo>
                  <a:pt x="1340078" y="208788"/>
                </a:lnTo>
                <a:lnTo>
                  <a:pt x="1444459" y="104394"/>
                </a:lnTo>
                <a:close/>
              </a:path>
              <a:path w="1970405" h="208914">
                <a:moveTo>
                  <a:pt x="1619300" y="104394"/>
                </a:moveTo>
                <a:lnTo>
                  <a:pt x="1514906" y="0"/>
                </a:lnTo>
                <a:lnTo>
                  <a:pt x="1353248" y="0"/>
                </a:lnTo>
                <a:lnTo>
                  <a:pt x="1457642" y="104394"/>
                </a:lnTo>
                <a:lnTo>
                  <a:pt x="1353248" y="208775"/>
                </a:lnTo>
                <a:lnTo>
                  <a:pt x="1514906" y="208775"/>
                </a:lnTo>
                <a:lnTo>
                  <a:pt x="1619300" y="104394"/>
                </a:lnTo>
                <a:close/>
              </a:path>
              <a:path w="1970405" h="208914">
                <a:moveTo>
                  <a:pt x="1794814" y="104394"/>
                </a:moveTo>
                <a:lnTo>
                  <a:pt x="1690420" y="0"/>
                </a:lnTo>
                <a:lnTo>
                  <a:pt x="1528775" y="0"/>
                </a:lnTo>
                <a:lnTo>
                  <a:pt x="1633156" y="104394"/>
                </a:lnTo>
                <a:lnTo>
                  <a:pt x="1528775" y="208775"/>
                </a:lnTo>
                <a:lnTo>
                  <a:pt x="1690420" y="208775"/>
                </a:lnTo>
                <a:lnTo>
                  <a:pt x="1794814" y="104394"/>
                </a:lnTo>
                <a:close/>
              </a:path>
              <a:path w="1970405" h="208914">
                <a:moveTo>
                  <a:pt x="1970328" y="104394"/>
                </a:moveTo>
                <a:lnTo>
                  <a:pt x="1865947" y="0"/>
                </a:lnTo>
                <a:lnTo>
                  <a:pt x="1704289" y="0"/>
                </a:lnTo>
                <a:lnTo>
                  <a:pt x="1808683" y="104394"/>
                </a:lnTo>
                <a:lnTo>
                  <a:pt x="1704289" y="208775"/>
                </a:lnTo>
                <a:lnTo>
                  <a:pt x="1865947" y="208775"/>
                </a:lnTo>
                <a:lnTo>
                  <a:pt x="1970328" y="104394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3821992" y="2343345"/>
            <a:ext cx="507365" cy="508000"/>
            <a:chOff x="3821992" y="2343345"/>
            <a:chExt cx="507365" cy="508000"/>
          </a:xfrm>
        </p:grpSpPr>
        <p:sp>
          <p:nvSpPr>
            <p:cNvPr id="39" name="object 39"/>
            <p:cNvSpPr/>
            <p:nvPr/>
          </p:nvSpPr>
          <p:spPr>
            <a:xfrm>
              <a:off x="3821992" y="2343345"/>
              <a:ext cx="291465" cy="366395"/>
            </a:xfrm>
            <a:custGeom>
              <a:avLst/>
              <a:gdLst/>
              <a:ahLst/>
              <a:cxnLst/>
              <a:rect l="l" t="t" r="r" b="b"/>
              <a:pathLst>
                <a:path w="291464" h="366394">
                  <a:moveTo>
                    <a:pt x="25799" y="365997"/>
                  </a:moveTo>
                  <a:lnTo>
                    <a:pt x="9344" y="323505"/>
                  </a:lnTo>
                  <a:lnTo>
                    <a:pt x="904" y="280603"/>
                  </a:lnTo>
                  <a:lnTo>
                    <a:pt x="0" y="238067"/>
                  </a:lnTo>
                  <a:lnTo>
                    <a:pt x="6152" y="196674"/>
                  </a:lnTo>
                  <a:lnTo>
                    <a:pt x="18881" y="157203"/>
                  </a:lnTo>
                  <a:lnTo>
                    <a:pt x="37709" y="120430"/>
                  </a:lnTo>
                  <a:lnTo>
                    <a:pt x="62155" y="87133"/>
                  </a:lnTo>
                  <a:lnTo>
                    <a:pt x="91741" y="58089"/>
                  </a:lnTo>
                  <a:lnTo>
                    <a:pt x="125988" y="34077"/>
                  </a:lnTo>
                  <a:lnTo>
                    <a:pt x="164416" y="15873"/>
                  </a:lnTo>
                  <a:lnTo>
                    <a:pt x="206546" y="4255"/>
                  </a:lnTo>
                  <a:lnTo>
                    <a:pt x="251899" y="0"/>
                  </a:lnTo>
                  <a:lnTo>
                    <a:pt x="291108" y="71210"/>
                  </a:lnTo>
                  <a:lnTo>
                    <a:pt x="251899" y="143021"/>
                  </a:lnTo>
                  <a:lnTo>
                    <a:pt x="208611" y="152611"/>
                  </a:lnTo>
                  <a:lnTo>
                    <a:pt x="174221" y="176791"/>
                  </a:lnTo>
                  <a:lnTo>
                    <a:pt x="151375" y="211482"/>
                  </a:lnTo>
                  <a:lnTo>
                    <a:pt x="142723" y="252602"/>
                  </a:lnTo>
                  <a:lnTo>
                    <a:pt x="150912" y="296071"/>
                  </a:lnTo>
                  <a:lnTo>
                    <a:pt x="66866" y="298257"/>
                  </a:lnTo>
                  <a:lnTo>
                    <a:pt x="25799" y="365997"/>
                  </a:lnTo>
                  <a:close/>
                </a:path>
              </a:pathLst>
            </a:custGeom>
            <a:solidFill>
              <a:srgbClr val="3749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089582" y="2343673"/>
              <a:ext cx="239395" cy="380365"/>
            </a:xfrm>
            <a:custGeom>
              <a:avLst/>
              <a:gdLst/>
              <a:ahLst/>
              <a:cxnLst/>
              <a:rect l="l" t="t" r="r" b="b"/>
              <a:pathLst>
                <a:path w="239395" h="380364">
                  <a:moveTo>
                    <a:pt x="206645" y="380097"/>
                  </a:moveTo>
                  <a:lnTo>
                    <a:pt x="124484" y="378539"/>
                  </a:lnTo>
                  <a:lnTo>
                    <a:pt x="82161" y="309542"/>
                  </a:lnTo>
                  <a:lnTo>
                    <a:pt x="96730" y="266810"/>
                  </a:lnTo>
                  <a:lnTo>
                    <a:pt x="93467" y="224157"/>
                  </a:lnTo>
                  <a:lnTo>
                    <a:pt x="74703" y="186249"/>
                  </a:lnTo>
                  <a:lnTo>
                    <a:pt x="42770" y="157749"/>
                  </a:lnTo>
                  <a:lnTo>
                    <a:pt x="0" y="143322"/>
                  </a:lnTo>
                  <a:lnTo>
                    <a:pt x="39509" y="70554"/>
                  </a:lnTo>
                  <a:lnTo>
                    <a:pt x="628" y="0"/>
                  </a:lnTo>
                  <a:lnTo>
                    <a:pt x="52058" y="8280"/>
                  </a:lnTo>
                  <a:lnTo>
                    <a:pt x="100075" y="26547"/>
                  </a:lnTo>
                  <a:lnTo>
                    <a:pt x="143293" y="53941"/>
                  </a:lnTo>
                  <a:lnTo>
                    <a:pt x="180326" y="89600"/>
                  </a:lnTo>
                  <a:lnTo>
                    <a:pt x="209788" y="132664"/>
                  </a:lnTo>
                  <a:lnTo>
                    <a:pt x="229698" y="180829"/>
                  </a:lnTo>
                  <a:lnTo>
                    <a:pt x="239351" y="231278"/>
                  </a:lnTo>
                  <a:lnTo>
                    <a:pt x="238736" y="282388"/>
                  </a:lnTo>
                  <a:lnTo>
                    <a:pt x="227838" y="332536"/>
                  </a:lnTo>
                  <a:lnTo>
                    <a:pt x="206645" y="380097"/>
                  </a:lnTo>
                  <a:close/>
                </a:path>
              </a:pathLst>
            </a:custGeom>
            <a:solidFill>
              <a:srgbClr val="F7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855307" y="2653222"/>
              <a:ext cx="432434" cy="198120"/>
            </a:xfrm>
            <a:custGeom>
              <a:avLst/>
              <a:gdLst/>
              <a:ahLst/>
              <a:cxnLst/>
              <a:rect l="l" t="t" r="r" b="b"/>
              <a:pathLst>
                <a:path w="432435" h="198119">
                  <a:moveTo>
                    <a:pt x="220498" y="198027"/>
                  </a:moveTo>
                  <a:lnTo>
                    <a:pt x="217766" y="198027"/>
                  </a:lnTo>
                  <a:lnTo>
                    <a:pt x="215034" y="197972"/>
                  </a:lnTo>
                  <a:lnTo>
                    <a:pt x="160600" y="190883"/>
                  </a:lnTo>
                  <a:lnTo>
                    <a:pt x="112150" y="173801"/>
                  </a:lnTo>
                  <a:lnTo>
                    <a:pt x="68321" y="147489"/>
                  </a:lnTo>
                  <a:lnTo>
                    <a:pt x="30481" y="112792"/>
                  </a:lnTo>
                  <a:lnTo>
                    <a:pt x="0" y="70554"/>
                  </a:lnTo>
                  <a:lnTo>
                    <a:pt x="41394" y="2186"/>
                  </a:lnTo>
                  <a:lnTo>
                    <a:pt x="124512" y="0"/>
                  </a:lnTo>
                  <a:lnTo>
                    <a:pt x="143199" y="23879"/>
                  </a:lnTo>
                  <a:lnTo>
                    <a:pt x="166426" y="41059"/>
                  </a:lnTo>
                  <a:lnTo>
                    <a:pt x="192706" y="51441"/>
                  </a:lnTo>
                  <a:lnTo>
                    <a:pt x="220553" y="54924"/>
                  </a:lnTo>
                  <a:lnTo>
                    <a:pt x="244603" y="52326"/>
                  </a:lnTo>
                  <a:lnTo>
                    <a:pt x="267764" y="44489"/>
                  </a:lnTo>
                  <a:lnTo>
                    <a:pt x="289096" y="31349"/>
                  </a:lnTo>
                  <a:lnTo>
                    <a:pt x="307660" y="12842"/>
                  </a:lnTo>
                  <a:lnTo>
                    <a:pt x="350612" y="82468"/>
                  </a:lnTo>
                  <a:lnTo>
                    <a:pt x="432144" y="84353"/>
                  </a:lnTo>
                  <a:lnTo>
                    <a:pt x="400210" y="123489"/>
                  </a:lnTo>
                  <a:lnTo>
                    <a:pt x="361792" y="155094"/>
                  </a:lnTo>
                  <a:lnTo>
                    <a:pt x="318176" y="178499"/>
                  </a:lnTo>
                  <a:lnTo>
                    <a:pt x="270650" y="193033"/>
                  </a:lnTo>
                  <a:lnTo>
                    <a:pt x="220498" y="198027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4477263" y="2343249"/>
            <a:ext cx="508634" cy="508634"/>
            <a:chOff x="4477263" y="2343249"/>
            <a:chExt cx="508634" cy="508634"/>
          </a:xfrm>
        </p:grpSpPr>
        <p:sp>
          <p:nvSpPr>
            <p:cNvPr id="34" name="object 34"/>
            <p:cNvSpPr/>
            <p:nvPr/>
          </p:nvSpPr>
          <p:spPr>
            <a:xfrm>
              <a:off x="4745391" y="2343577"/>
              <a:ext cx="240029" cy="291465"/>
            </a:xfrm>
            <a:custGeom>
              <a:avLst/>
              <a:gdLst/>
              <a:ahLst/>
              <a:cxnLst/>
              <a:rect l="l" t="t" r="r" b="b"/>
              <a:pathLst>
                <a:path w="240029" h="291464">
                  <a:moveTo>
                    <a:pt x="169049" y="291043"/>
                  </a:moveTo>
                  <a:lnTo>
                    <a:pt x="96915" y="251831"/>
                  </a:lnTo>
                  <a:lnTo>
                    <a:pt x="89042" y="212431"/>
                  </a:lnTo>
                  <a:lnTo>
                    <a:pt x="68560" y="179347"/>
                  </a:lnTo>
                  <a:lnTo>
                    <a:pt x="38028" y="155377"/>
                  </a:lnTo>
                  <a:lnTo>
                    <a:pt x="0" y="143321"/>
                  </a:lnTo>
                  <a:lnTo>
                    <a:pt x="39208" y="70554"/>
                  </a:lnTo>
                  <a:lnTo>
                    <a:pt x="628" y="0"/>
                  </a:lnTo>
                  <a:lnTo>
                    <a:pt x="49232" y="7473"/>
                  </a:lnTo>
                  <a:lnTo>
                    <a:pt x="94250" y="23643"/>
                  </a:lnTo>
                  <a:lnTo>
                    <a:pt x="134805" y="47592"/>
                  </a:lnTo>
                  <a:lnTo>
                    <a:pt x="170018" y="78400"/>
                  </a:lnTo>
                  <a:lnTo>
                    <a:pt x="199012" y="115147"/>
                  </a:lnTo>
                  <a:lnTo>
                    <a:pt x="220909" y="156914"/>
                  </a:lnTo>
                  <a:lnTo>
                    <a:pt x="234830" y="202782"/>
                  </a:lnTo>
                  <a:lnTo>
                    <a:pt x="239898" y="251831"/>
                  </a:lnTo>
                  <a:lnTo>
                    <a:pt x="169049" y="291043"/>
                  </a:lnTo>
                  <a:close/>
                </a:path>
              </a:pathLst>
            </a:custGeom>
            <a:solidFill>
              <a:srgbClr val="F7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77891" y="2343249"/>
              <a:ext cx="291465" cy="240665"/>
            </a:xfrm>
            <a:custGeom>
              <a:avLst/>
              <a:gdLst/>
              <a:ahLst/>
              <a:cxnLst/>
              <a:rect l="l" t="t" r="r" b="b"/>
              <a:pathLst>
                <a:path w="291464" h="240664">
                  <a:moveTo>
                    <a:pt x="143310" y="240245"/>
                  </a:moveTo>
                  <a:lnTo>
                    <a:pt x="70575" y="200732"/>
                  </a:lnTo>
                  <a:lnTo>
                    <a:pt x="0" y="239616"/>
                  </a:lnTo>
                  <a:lnTo>
                    <a:pt x="7480" y="190909"/>
                  </a:lnTo>
                  <a:lnTo>
                    <a:pt x="23653" y="145812"/>
                  </a:lnTo>
                  <a:lnTo>
                    <a:pt x="47600" y="105200"/>
                  </a:lnTo>
                  <a:lnTo>
                    <a:pt x="78404" y="69946"/>
                  </a:lnTo>
                  <a:lnTo>
                    <a:pt x="115145" y="40925"/>
                  </a:lnTo>
                  <a:lnTo>
                    <a:pt x="156905" y="19010"/>
                  </a:lnTo>
                  <a:lnTo>
                    <a:pt x="202767" y="5077"/>
                  </a:lnTo>
                  <a:lnTo>
                    <a:pt x="251811" y="0"/>
                  </a:lnTo>
                  <a:lnTo>
                    <a:pt x="291020" y="70882"/>
                  </a:lnTo>
                  <a:lnTo>
                    <a:pt x="251811" y="143021"/>
                  </a:lnTo>
                  <a:lnTo>
                    <a:pt x="212418" y="150884"/>
                  </a:lnTo>
                  <a:lnTo>
                    <a:pt x="179343" y="171395"/>
                  </a:lnTo>
                  <a:lnTo>
                    <a:pt x="155376" y="202025"/>
                  </a:lnTo>
                  <a:lnTo>
                    <a:pt x="143310" y="240245"/>
                  </a:lnTo>
                  <a:close/>
                </a:path>
              </a:pathLst>
            </a:custGeom>
            <a:solidFill>
              <a:srgbClr val="3749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94268" y="2611099"/>
              <a:ext cx="290830" cy="240665"/>
            </a:xfrm>
            <a:custGeom>
              <a:avLst/>
              <a:gdLst/>
              <a:ahLst/>
              <a:cxnLst/>
              <a:rect l="l" t="t" r="r" b="b"/>
              <a:pathLst>
                <a:path w="290829" h="240664">
                  <a:moveTo>
                    <a:pt x="38908" y="240217"/>
                  </a:moveTo>
                  <a:lnTo>
                    <a:pt x="0" y="169035"/>
                  </a:lnTo>
                  <a:lnTo>
                    <a:pt x="39208" y="97223"/>
                  </a:lnTo>
                  <a:lnTo>
                    <a:pt x="78427" y="89176"/>
                  </a:lnTo>
                  <a:lnTo>
                    <a:pt x="111414" y="68603"/>
                  </a:lnTo>
                  <a:lnTo>
                    <a:pt x="135348" y="38035"/>
                  </a:lnTo>
                  <a:lnTo>
                    <a:pt x="147409" y="0"/>
                  </a:lnTo>
                  <a:lnTo>
                    <a:pt x="220171" y="39211"/>
                  </a:lnTo>
                  <a:lnTo>
                    <a:pt x="284772" y="39211"/>
                  </a:lnTo>
                  <a:lnTo>
                    <a:pt x="283226" y="49241"/>
                  </a:lnTo>
                  <a:lnTo>
                    <a:pt x="267020" y="94293"/>
                  </a:lnTo>
                  <a:lnTo>
                    <a:pt x="243032" y="134899"/>
                  </a:lnTo>
                  <a:lnTo>
                    <a:pt x="212192" y="170172"/>
                  </a:lnTo>
                  <a:lnTo>
                    <a:pt x="175430" y="199227"/>
                  </a:lnTo>
                  <a:lnTo>
                    <a:pt x="133675" y="221176"/>
                  </a:lnTo>
                  <a:lnTo>
                    <a:pt x="87858" y="235135"/>
                  </a:lnTo>
                  <a:lnTo>
                    <a:pt x="38908" y="240217"/>
                  </a:lnTo>
                  <a:close/>
                </a:path>
                <a:path w="290829" h="240664">
                  <a:moveTo>
                    <a:pt x="284772" y="39211"/>
                  </a:moveTo>
                  <a:lnTo>
                    <a:pt x="220171" y="39211"/>
                  </a:lnTo>
                  <a:lnTo>
                    <a:pt x="290719" y="628"/>
                  </a:lnTo>
                  <a:lnTo>
                    <a:pt x="284772" y="39211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477263" y="2559972"/>
              <a:ext cx="240665" cy="290830"/>
            </a:xfrm>
            <a:custGeom>
              <a:avLst/>
              <a:gdLst/>
              <a:ahLst/>
              <a:cxnLst/>
              <a:rect l="l" t="t" r="r" b="b"/>
              <a:pathLst>
                <a:path w="240664" h="290830">
                  <a:moveTo>
                    <a:pt x="239597" y="290715"/>
                  </a:moveTo>
                  <a:lnTo>
                    <a:pt x="191001" y="283242"/>
                  </a:lnTo>
                  <a:lnTo>
                    <a:pt x="145982" y="267076"/>
                  </a:lnTo>
                  <a:lnTo>
                    <a:pt x="105415" y="243140"/>
                  </a:lnTo>
                  <a:lnTo>
                    <a:pt x="70176" y="212356"/>
                  </a:lnTo>
                  <a:lnTo>
                    <a:pt x="41140" y="175648"/>
                  </a:lnTo>
                  <a:lnTo>
                    <a:pt x="19182" y="133939"/>
                  </a:lnTo>
                  <a:lnTo>
                    <a:pt x="5177" y="88153"/>
                  </a:lnTo>
                  <a:lnTo>
                    <a:pt x="0" y="39211"/>
                  </a:lnTo>
                  <a:lnTo>
                    <a:pt x="71204" y="0"/>
                  </a:lnTo>
                  <a:lnTo>
                    <a:pt x="143310" y="39211"/>
                  </a:lnTo>
                  <a:lnTo>
                    <a:pt x="151188" y="78433"/>
                  </a:lnTo>
                  <a:lnTo>
                    <a:pt x="171702" y="111419"/>
                  </a:lnTo>
                  <a:lnTo>
                    <a:pt x="202325" y="135347"/>
                  </a:lnTo>
                  <a:lnTo>
                    <a:pt x="240526" y="147393"/>
                  </a:lnTo>
                  <a:lnTo>
                    <a:pt x="201017" y="220160"/>
                  </a:lnTo>
                  <a:lnTo>
                    <a:pt x="239597" y="290715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202" y="2343272"/>
            <a:ext cx="500552" cy="50072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486821" y="2355061"/>
            <a:ext cx="462280" cy="493395"/>
            <a:chOff x="6486821" y="2355061"/>
            <a:chExt cx="462280" cy="493395"/>
          </a:xfrm>
        </p:grpSpPr>
        <p:sp>
          <p:nvSpPr>
            <p:cNvPr id="8" name="object 8"/>
            <p:cNvSpPr/>
            <p:nvPr/>
          </p:nvSpPr>
          <p:spPr>
            <a:xfrm>
              <a:off x="6486821" y="2355061"/>
              <a:ext cx="462280" cy="493395"/>
            </a:xfrm>
            <a:custGeom>
              <a:avLst/>
              <a:gdLst/>
              <a:ahLst/>
              <a:cxnLst/>
              <a:rect l="l" t="t" r="r" b="b"/>
              <a:pathLst>
                <a:path w="462279" h="493394">
                  <a:moveTo>
                    <a:pt x="229921" y="492936"/>
                  </a:moveTo>
                  <a:lnTo>
                    <a:pt x="187628" y="488985"/>
                  </a:lnTo>
                  <a:lnTo>
                    <a:pt x="145969" y="476823"/>
                  </a:lnTo>
                  <a:lnTo>
                    <a:pt x="106058" y="455988"/>
                  </a:lnTo>
                  <a:lnTo>
                    <a:pt x="69010" y="426017"/>
                  </a:lnTo>
                  <a:lnTo>
                    <a:pt x="39755" y="391434"/>
                  </a:lnTo>
                  <a:lnTo>
                    <a:pt x="18749" y="354060"/>
                  </a:lnTo>
                  <a:lnTo>
                    <a:pt x="5621" y="314849"/>
                  </a:lnTo>
                  <a:lnTo>
                    <a:pt x="0" y="274755"/>
                  </a:lnTo>
                  <a:lnTo>
                    <a:pt x="1513" y="234732"/>
                  </a:lnTo>
                  <a:lnTo>
                    <a:pt x="9790" y="195736"/>
                  </a:lnTo>
                  <a:lnTo>
                    <a:pt x="24459" y="158719"/>
                  </a:lnTo>
                  <a:lnTo>
                    <a:pt x="45149" y="124636"/>
                  </a:lnTo>
                  <a:lnTo>
                    <a:pt x="71487" y="94441"/>
                  </a:lnTo>
                  <a:lnTo>
                    <a:pt x="103102" y="69089"/>
                  </a:lnTo>
                  <a:lnTo>
                    <a:pt x="139624" y="49534"/>
                  </a:lnTo>
                  <a:lnTo>
                    <a:pt x="180679" y="36730"/>
                  </a:lnTo>
                  <a:lnTo>
                    <a:pt x="225898" y="31631"/>
                  </a:lnTo>
                  <a:lnTo>
                    <a:pt x="225898" y="0"/>
                  </a:lnTo>
                  <a:lnTo>
                    <a:pt x="293188" y="71307"/>
                  </a:lnTo>
                  <a:lnTo>
                    <a:pt x="225898" y="139872"/>
                  </a:lnTo>
                  <a:lnTo>
                    <a:pt x="225898" y="112080"/>
                  </a:lnTo>
                  <a:lnTo>
                    <a:pt x="184181" y="118587"/>
                  </a:lnTo>
                  <a:lnTo>
                    <a:pt x="148390" y="135027"/>
                  </a:lnTo>
                  <a:lnTo>
                    <a:pt x="97532" y="190201"/>
                  </a:lnTo>
                  <a:lnTo>
                    <a:pt x="79223" y="262591"/>
                  </a:lnTo>
                  <a:lnTo>
                    <a:pt x="84118" y="300551"/>
                  </a:lnTo>
                  <a:lnTo>
                    <a:pt x="99363" y="337185"/>
                  </a:lnTo>
                  <a:lnTo>
                    <a:pt x="125695" y="370616"/>
                  </a:lnTo>
                  <a:lnTo>
                    <a:pt x="174996" y="402796"/>
                  </a:lnTo>
                  <a:lnTo>
                    <a:pt x="228824" y="413035"/>
                  </a:lnTo>
                  <a:lnTo>
                    <a:pt x="274544" y="406020"/>
                  </a:lnTo>
                  <a:lnTo>
                    <a:pt x="316139" y="385963"/>
                  </a:lnTo>
                  <a:lnTo>
                    <a:pt x="350142" y="354348"/>
                  </a:lnTo>
                  <a:lnTo>
                    <a:pt x="373087" y="312657"/>
                  </a:lnTo>
                  <a:lnTo>
                    <a:pt x="381505" y="262375"/>
                  </a:lnTo>
                  <a:lnTo>
                    <a:pt x="461960" y="262375"/>
                  </a:lnTo>
                  <a:lnTo>
                    <a:pt x="456857" y="312126"/>
                  </a:lnTo>
                  <a:lnTo>
                    <a:pt x="442392" y="356946"/>
                  </a:lnTo>
                  <a:lnTo>
                    <a:pt x="419832" y="396311"/>
                  </a:lnTo>
                  <a:lnTo>
                    <a:pt x="390442" y="429696"/>
                  </a:lnTo>
                  <a:lnTo>
                    <a:pt x="355490" y="456576"/>
                  </a:lnTo>
                  <a:lnTo>
                    <a:pt x="316241" y="476426"/>
                  </a:lnTo>
                  <a:lnTo>
                    <a:pt x="273963" y="488721"/>
                  </a:lnTo>
                  <a:lnTo>
                    <a:pt x="229921" y="492936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494" y="2513401"/>
              <a:ext cx="217593" cy="237325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39254" y="2333136"/>
            <a:ext cx="171709" cy="12907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39738" y="2350671"/>
            <a:ext cx="185349" cy="9400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61543" y="2339529"/>
            <a:ext cx="167751" cy="11677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56186" y="2333136"/>
            <a:ext cx="163854" cy="129076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988919" y="2578695"/>
            <a:ext cx="810895" cy="319405"/>
            <a:chOff x="988919" y="2578695"/>
            <a:chExt cx="810895" cy="319405"/>
          </a:xfrm>
        </p:grpSpPr>
        <p:sp>
          <p:nvSpPr>
            <p:cNvPr id="89" name="object 89"/>
            <p:cNvSpPr/>
            <p:nvPr/>
          </p:nvSpPr>
          <p:spPr>
            <a:xfrm>
              <a:off x="988919" y="2673948"/>
              <a:ext cx="810895" cy="224154"/>
            </a:xfrm>
            <a:custGeom>
              <a:avLst/>
              <a:gdLst/>
              <a:ahLst/>
              <a:cxnLst/>
              <a:rect l="l" t="t" r="r" b="b"/>
              <a:pathLst>
                <a:path w="810894" h="224155">
                  <a:moveTo>
                    <a:pt x="803112" y="223803"/>
                  </a:moveTo>
                  <a:lnTo>
                    <a:pt x="0" y="223803"/>
                  </a:lnTo>
                  <a:lnTo>
                    <a:pt x="0" y="7337"/>
                  </a:lnTo>
                  <a:lnTo>
                    <a:pt x="7246" y="0"/>
                  </a:lnTo>
                  <a:lnTo>
                    <a:pt x="16282" y="0"/>
                  </a:lnTo>
                  <a:lnTo>
                    <a:pt x="810404" y="0"/>
                  </a:lnTo>
                  <a:lnTo>
                    <a:pt x="810404" y="216557"/>
                  </a:lnTo>
                  <a:lnTo>
                    <a:pt x="803112" y="223803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988919" y="2836525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4" h="61594">
                  <a:moveTo>
                    <a:pt x="61322" y="61224"/>
                  </a:moveTo>
                  <a:lnTo>
                    <a:pt x="0" y="61224"/>
                  </a:lnTo>
                  <a:lnTo>
                    <a:pt x="0" y="0"/>
                  </a:lnTo>
                  <a:lnTo>
                    <a:pt x="61322" y="61224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88919" y="2578695"/>
              <a:ext cx="232310" cy="232288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41841" y="2550622"/>
            <a:ext cx="166473" cy="14137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51186" y="2576285"/>
            <a:ext cx="162515" cy="90048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8318" y="2576285"/>
            <a:ext cx="139559" cy="90048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67390" y="2558537"/>
            <a:ext cx="141446" cy="125544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1990184" y="2673932"/>
            <a:ext cx="965200" cy="216535"/>
            <a:chOff x="1990184" y="2673932"/>
            <a:chExt cx="965200" cy="216535"/>
          </a:xfrm>
        </p:grpSpPr>
        <p:sp>
          <p:nvSpPr>
            <p:cNvPr id="86" name="object 86"/>
            <p:cNvSpPr/>
            <p:nvPr/>
          </p:nvSpPr>
          <p:spPr>
            <a:xfrm>
              <a:off x="1990184" y="2673932"/>
              <a:ext cx="279400" cy="216535"/>
            </a:xfrm>
            <a:custGeom>
              <a:avLst/>
              <a:gdLst/>
              <a:ahLst/>
              <a:cxnLst/>
              <a:rect l="l" t="t" r="r" b="b"/>
              <a:pathLst>
                <a:path w="279400" h="216535">
                  <a:moveTo>
                    <a:pt x="197102" y="216171"/>
                  </a:moveTo>
                  <a:lnTo>
                    <a:pt x="0" y="216171"/>
                  </a:lnTo>
                  <a:lnTo>
                    <a:pt x="0" y="0"/>
                  </a:lnTo>
                  <a:lnTo>
                    <a:pt x="197102" y="0"/>
                  </a:lnTo>
                  <a:lnTo>
                    <a:pt x="279209" y="108056"/>
                  </a:lnTo>
                  <a:lnTo>
                    <a:pt x="197102" y="216171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187285" y="2673932"/>
              <a:ext cx="768350" cy="216535"/>
            </a:xfrm>
            <a:custGeom>
              <a:avLst/>
              <a:gdLst/>
              <a:ahLst/>
              <a:cxnLst/>
              <a:rect l="l" t="t" r="r" b="b"/>
              <a:pathLst>
                <a:path w="768350" h="216535">
                  <a:moveTo>
                    <a:pt x="767942" y="216171"/>
                  </a:moveTo>
                  <a:lnTo>
                    <a:pt x="0" y="216171"/>
                  </a:lnTo>
                  <a:lnTo>
                    <a:pt x="82106" y="108056"/>
                  </a:lnTo>
                  <a:lnTo>
                    <a:pt x="0" y="0"/>
                  </a:lnTo>
                  <a:lnTo>
                    <a:pt x="767942" y="0"/>
                  </a:lnTo>
                  <a:lnTo>
                    <a:pt x="767942" y="216171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/>
          <p:cNvGrpSpPr/>
          <p:nvPr/>
        </p:nvGrpSpPr>
        <p:grpSpPr>
          <a:xfrm>
            <a:off x="3100467" y="2338244"/>
            <a:ext cx="511809" cy="511809"/>
            <a:chOff x="3100467" y="2338244"/>
            <a:chExt cx="511809" cy="511809"/>
          </a:xfrm>
        </p:grpSpPr>
        <p:sp>
          <p:nvSpPr>
            <p:cNvPr id="108" name="object 108"/>
            <p:cNvSpPr/>
            <p:nvPr/>
          </p:nvSpPr>
          <p:spPr>
            <a:xfrm>
              <a:off x="3100467" y="2338244"/>
              <a:ext cx="511809" cy="511809"/>
            </a:xfrm>
            <a:custGeom>
              <a:avLst/>
              <a:gdLst/>
              <a:ahLst/>
              <a:cxnLst/>
              <a:rect l="l" t="t" r="r" b="b"/>
              <a:pathLst>
                <a:path w="511810" h="511810">
                  <a:moveTo>
                    <a:pt x="255801" y="511602"/>
                  </a:moveTo>
                  <a:lnTo>
                    <a:pt x="209820" y="507481"/>
                  </a:lnTo>
                  <a:lnTo>
                    <a:pt x="166543" y="495598"/>
                  </a:lnTo>
                  <a:lnTo>
                    <a:pt x="126693" y="476677"/>
                  </a:lnTo>
                  <a:lnTo>
                    <a:pt x="90991" y="451441"/>
                  </a:lnTo>
                  <a:lnTo>
                    <a:pt x="60161" y="420610"/>
                  </a:lnTo>
                  <a:lnTo>
                    <a:pt x="34924" y="384908"/>
                  </a:lnTo>
                  <a:lnTo>
                    <a:pt x="16003" y="345058"/>
                  </a:lnTo>
                  <a:lnTo>
                    <a:pt x="4121" y="301781"/>
                  </a:lnTo>
                  <a:lnTo>
                    <a:pt x="0" y="255801"/>
                  </a:lnTo>
                  <a:lnTo>
                    <a:pt x="4121" y="209820"/>
                  </a:lnTo>
                  <a:lnTo>
                    <a:pt x="16003" y="166543"/>
                  </a:lnTo>
                  <a:lnTo>
                    <a:pt x="34924" y="126693"/>
                  </a:lnTo>
                  <a:lnTo>
                    <a:pt x="60161" y="90991"/>
                  </a:lnTo>
                  <a:lnTo>
                    <a:pt x="90991" y="60161"/>
                  </a:lnTo>
                  <a:lnTo>
                    <a:pt x="126693" y="34924"/>
                  </a:lnTo>
                  <a:lnTo>
                    <a:pt x="166543" y="16003"/>
                  </a:lnTo>
                  <a:lnTo>
                    <a:pt x="209820" y="4121"/>
                  </a:lnTo>
                  <a:lnTo>
                    <a:pt x="255801" y="0"/>
                  </a:lnTo>
                  <a:lnTo>
                    <a:pt x="305938" y="4960"/>
                  </a:lnTo>
                  <a:lnTo>
                    <a:pt x="353692" y="19471"/>
                  </a:lnTo>
                  <a:lnTo>
                    <a:pt x="397719" y="42977"/>
                  </a:lnTo>
                  <a:lnTo>
                    <a:pt x="436679" y="74922"/>
                  </a:lnTo>
                  <a:lnTo>
                    <a:pt x="468624" y="113882"/>
                  </a:lnTo>
                  <a:lnTo>
                    <a:pt x="492130" y="157910"/>
                  </a:lnTo>
                  <a:lnTo>
                    <a:pt x="506642" y="205663"/>
                  </a:lnTo>
                  <a:lnTo>
                    <a:pt x="511602" y="255801"/>
                  </a:lnTo>
                  <a:lnTo>
                    <a:pt x="507481" y="301781"/>
                  </a:lnTo>
                  <a:lnTo>
                    <a:pt x="495599" y="345058"/>
                  </a:lnTo>
                  <a:lnTo>
                    <a:pt x="476678" y="384908"/>
                  </a:lnTo>
                  <a:lnTo>
                    <a:pt x="451441" y="420610"/>
                  </a:lnTo>
                  <a:lnTo>
                    <a:pt x="420610" y="451441"/>
                  </a:lnTo>
                  <a:lnTo>
                    <a:pt x="384909" y="476677"/>
                  </a:lnTo>
                  <a:lnTo>
                    <a:pt x="345058" y="495598"/>
                  </a:lnTo>
                  <a:lnTo>
                    <a:pt x="301781" y="507481"/>
                  </a:lnTo>
                  <a:lnTo>
                    <a:pt x="255801" y="511602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100467" y="2338244"/>
              <a:ext cx="511809" cy="511809"/>
            </a:xfrm>
            <a:custGeom>
              <a:avLst/>
              <a:gdLst/>
              <a:ahLst/>
              <a:cxnLst/>
              <a:rect l="l" t="t" r="r" b="b"/>
              <a:pathLst>
                <a:path w="511810" h="511810">
                  <a:moveTo>
                    <a:pt x="255801" y="511602"/>
                  </a:moveTo>
                  <a:lnTo>
                    <a:pt x="209820" y="507481"/>
                  </a:lnTo>
                  <a:lnTo>
                    <a:pt x="166543" y="495598"/>
                  </a:lnTo>
                  <a:lnTo>
                    <a:pt x="126693" y="476677"/>
                  </a:lnTo>
                  <a:lnTo>
                    <a:pt x="90991" y="451441"/>
                  </a:lnTo>
                  <a:lnTo>
                    <a:pt x="60161" y="420610"/>
                  </a:lnTo>
                  <a:lnTo>
                    <a:pt x="34924" y="384908"/>
                  </a:lnTo>
                  <a:lnTo>
                    <a:pt x="16003" y="345058"/>
                  </a:lnTo>
                  <a:lnTo>
                    <a:pt x="4121" y="301781"/>
                  </a:lnTo>
                  <a:lnTo>
                    <a:pt x="0" y="255801"/>
                  </a:lnTo>
                  <a:lnTo>
                    <a:pt x="4121" y="209820"/>
                  </a:lnTo>
                  <a:lnTo>
                    <a:pt x="16003" y="166543"/>
                  </a:lnTo>
                  <a:lnTo>
                    <a:pt x="34924" y="126693"/>
                  </a:lnTo>
                  <a:lnTo>
                    <a:pt x="60161" y="90991"/>
                  </a:lnTo>
                  <a:lnTo>
                    <a:pt x="90991" y="60161"/>
                  </a:lnTo>
                  <a:lnTo>
                    <a:pt x="126693" y="34924"/>
                  </a:lnTo>
                  <a:lnTo>
                    <a:pt x="166543" y="16003"/>
                  </a:lnTo>
                  <a:lnTo>
                    <a:pt x="209820" y="4121"/>
                  </a:lnTo>
                  <a:lnTo>
                    <a:pt x="255801" y="0"/>
                  </a:lnTo>
                  <a:lnTo>
                    <a:pt x="255801" y="255801"/>
                  </a:lnTo>
                  <a:lnTo>
                    <a:pt x="511602" y="255801"/>
                  </a:lnTo>
                  <a:lnTo>
                    <a:pt x="507481" y="301781"/>
                  </a:lnTo>
                  <a:lnTo>
                    <a:pt x="495599" y="345058"/>
                  </a:lnTo>
                  <a:lnTo>
                    <a:pt x="476678" y="384908"/>
                  </a:lnTo>
                  <a:lnTo>
                    <a:pt x="451441" y="420610"/>
                  </a:lnTo>
                  <a:lnTo>
                    <a:pt x="420610" y="451441"/>
                  </a:lnTo>
                  <a:lnTo>
                    <a:pt x="384909" y="476677"/>
                  </a:lnTo>
                  <a:lnTo>
                    <a:pt x="345058" y="495598"/>
                  </a:lnTo>
                  <a:lnTo>
                    <a:pt x="301781" y="507481"/>
                  </a:lnTo>
                  <a:lnTo>
                    <a:pt x="255801" y="511602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" name="object 135"/>
          <p:cNvGrpSpPr/>
          <p:nvPr/>
        </p:nvGrpSpPr>
        <p:grpSpPr>
          <a:xfrm>
            <a:off x="5130019" y="2346915"/>
            <a:ext cx="483870" cy="505459"/>
            <a:chOff x="5130019" y="2346915"/>
            <a:chExt cx="483870" cy="505459"/>
          </a:xfrm>
        </p:grpSpPr>
        <p:sp>
          <p:nvSpPr>
            <p:cNvPr id="136" name="object 136"/>
            <p:cNvSpPr/>
            <p:nvPr/>
          </p:nvSpPr>
          <p:spPr>
            <a:xfrm>
              <a:off x="5192417" y="2454055"/>
              <a:ext cx="315595" cy="316230"/>
            </a:xfrm>
            <a:custGeom>
              <a:avLst/>
              <a:gdLst/>
              <a:ahLst/>
              <a:cxnLst/>
              <a:rect l="l" t="t" r="r" b="b"/>
              <a:pathLst>
                <a:path w="315595" h="316230">
                  <a:moveTo>
                    <a:pt x="157506" y="316089"/>
                  </a:moveTo>
                  <a:lnTo>
                    <a:pt x="156996" y="316089"/>
                  </a:lnTo>
                  <a:lnTo>
                    <a:pt x="126110" y="312906"/>
                  </a:lnTo>
                  <a:lnTo>
                    <a:pt x="69658" y="289222"/>
                  </a:lnTo>
                  <a:lnTo>
                    <a:pt x="26139" y="245248"/>
                  </a:lnTo>
                  <a:lnTo>
                    <a:pt x="2930" y="188446"/>
                  </a:lnTo>
                  <a:lnTo>
                    <a:pt x="0" y="157457"/>
                  </a:lnTo>
                  <a:lnTo>
                    <a:pt x="8171" y="107647"/>
                  </a:lnTo>
                  <a:lnTo>
                    <a:pt x="30601" y="64419"/>
                  </a:lnTo>
                  <a:lnTo>
                    <a:pt x="64701" y="30349"/>
                  </a:lnTo>
                  <a:lnTo>
                    <a:pt x="107880" y="8017"/>
                  </a:lnTo>
                  <a:lnTo>
                    <a:pt x="157549" y="0"/>
                  </a:lnTo>
                  <a:lnTo>
                    <a:pt x="158123" y="0"/>
                  </a:lnTo>
                  <a:lnTo>
                    <a:pt x="218398" y="12259"/>
                  </a:lnTo>
                  <a:lnTo>
                    <a:pt x="269374" y="46691"/>
                  </a:lnTo>
                  <a:lnTo>
                    <a:pt x="303364" y="98102"/>
                  </a:lnTo>
                  <a:lnTo>
                    <a:pt x="315120" y="158631"/>
                  </a:lnTo>
                  <a:lnTo>
                    <a:pt x="311964" y="189593"/>
                  </a:lnTo>
                  <a:lnTo>
                    <a:pt x="288338" y="246205"/>
                  </a:lnTo>
                  <a:lnTo>
                    <a:pt x="244600" y="289777"/>
                  </a:lnTo>
                  <a:lnTo>
                    <a:pt x="188255" y="313053"/>
                  </a:lnTo>
                  <a:lnTo>
                    <a:pt x="157506" y="316089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130019" y="2346915"/>
              <a:ext cx="483303" cy="504859"/>
            </a:xfrm>
            <a:prstGeom prst="rect">
              <a:avLst/>
            </a:prstGeom>
          </p:spPr>
        </p:pic>
      </p:grpSp>
      <p:pic>
        <p:nvPicPr>
          <p:cNvPr id="140" name="object 140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165978" y="2775822"/>
            <a:ext cx="118199" cy="117027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473343" y="2775822"/>
            <a:ext cx="118199" cy="11702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54080" y="2793824"/>
            <a:ext cx="164144" cy="8219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54482" y="2790323"/>
            <a:ext cx="167324" cy="89135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989855" y="2987237"/>
            <a:ext cx="814705" cy="196215"/>
          </a:xfrm>
          <a:custGeom>
            <a:avLst/>
            <a:gdLst/>
            <a:ahLst/>
            <a:cxnLst/>
            <a:rect l="l" t="t" r="r" b="b"/>
            <a:pathLst>
              <a:path w="814705" h="196214">
                <a:moveTo>
                  <a:pt x="97482" y="195786"/>
                </a:moveTo>
                <a:lnTo>
                  <a:pt x="43075" y="179287"/>
                </a:lnTo>
                <a:lnTo>
                  <a:pt x="7000" y="135340"/>
                </a:lnTo>
                <a:lnTo>
                  <a:pt x="0" y="107192"/>
                </a:lnTo>
                <a:lnTo>
                  <a:pt x="1410" y="79620"/>
                </a:lnTo>
                <a:lnTo>
                  <a:pt x="1451" y="78808"/>
                </a:lnTo>
                <a:lnTo>
                  <a:pt x="28233" y="28709"/>
                </a:lnTo>
                <a:lnTo>
                  <a:pt x="60335" y="7337"/>
                </a:lnTo>
                <a:lnTo>
                  <a:pt x="97528" y="0"/>
                </a:lnTo>
                <a:lnTo>
                  <a:pt x="106966" y="457"/>
                </a:lnTo>
                <a:lnTo>
                  <a:pt x="159723" y="22373"/>
                </a:lnTo>
                <a:lnTo>
                  <a:pt x="182338" y="50907"/>
                </a:lnTo>
                <a:lnTo>
                  <a:pt x="97482" y="50907"/>
                </a:lnTo>
                <a:lnTo>
                  <a:pt x="78703" y="54602"/>
                </a:lnTo>
                <a:lnTo>
                  <a:pt x="63368" y="64677"/>
                </a:lnTo>
                <a:lnTo>
                  <a:pt x="53029" y="79620"/>
                </a:lnTo>
                <a:lnTo>
                  <a:pt x="49317" y="97532"/>
                </a:lnTo>
                <a:lnTo>
                  <a:pt x="49280" y="98126"/>
                </a:lnTo>
                <a:lnTo>
                  <a:pt x="53029" y="116696"/>
                </a:lnTo>
                <a:lnTo>
                  <a:pt x="63368" y="132032"/>
                </a:lnTo>
                <a:lnTo>
                  <a:pt x="78703" y="142372"/>
                </a:lnTo>
                <a:lnTo>
                  <a:pt x="97482" y="146163"/>
                </a:lnTo>
                <a:lnTo>
                  <a:pt x="180766" y="146163"/>
                </a:lnTo>
                <a:lnTo>
                  <a:pt x="166650" y="167111"/>
                </a:lnTo>
                <a:lnTo>
                  <a:pt x="135557" y="188092"/>
                </a:lnTo>
                <a:lnTo>
                  <a:pt x="97482" y="195786"/>
                </a:lnTo>
                <a:close/>
              </a:path>
              <a:path w="814705" h="196214">
                <a:moveTo>
                  <a:pt x="807487" y="195786"/>
                </a:moveTo>
                <a:lnTo>
                  <a:pt x="241849" y="195786"/>
                </a:lnTo>
                <a:lnTo>
                  <a:pt x="223742" y="192125"/>
                </a:lnTo>
                <a:lnTo>
                  <a:pt x="208945" y="182142"/>
                </a:lnTo>
                <a:lnTo>
                  <a:pt x="198963" y="167345"/>
                </a:lnTo>
                <a:lnTo>
                  <a:pt x="195301" y="149236"/>
                </a:lnTo>
                <a:lnTo>
                  <a:pt x="195347" y="46504"/>
                </a:lnTo>
                <a:lnTo>
                  <a:pt x="198936" y="28709"/>
                </a:lnTo>
                <a:lnTo>
                  <a:pt x="199002" y="28383"/>
                </a:lnTo>
                <a:lnTo>
                  <a:pt x="208968" y="13603"/>
                </a:lnTo>
                <a:lnTo>
                  <a:pt x="223749" y="3648"/>
                </a:lnTo>
                <a:lnTo>
                  <a:pt x="241849" y="0"/>
                </a:lnTo>
                <a:lnTo>
                  <a:pt x="807487" y="0"/>
                </a:lnTo>
                <a:lnTo>
                  <a:pt x="814320" y="6833"/>
                </a:lnTo>
                <a:lnTo>
                  <a:pt x="814366" y="188907"/>
                </a:lnTo>
                <a:lnTo>
                  <a:pt x="807487" y="195786"/>
                </a:lnTo>
                <a:close/>
              </a:path>
              <a:path w="814705" h="196214">
                <a:moveTo>
                  <a:pt x="180766" y="146163"/>
                </a:moveTo>
                <a:lnTo>
                  <a:pt x="97482" y="146163"/>
                </a:lnTo>
                <a:lnTo>
                  <a:pt x="116229" y="142372"/>
                </a:lnTo>
                <a:lnTo>
                  <a:pt x="131545" y="132032"/>
                </a:lnTo>
                <a:lnTo>
                  <a:pt x="141890" y="116696"/>
                </a:lnTo>
                <a:lnTo>
                  <a:pt x="145684" y="98126"/>
                </a:lnTo>
                <a:lnTo>
                  <a:pt x="145647" y="97532"/>
                </a:lnTo>
                <a:lnTo>
                  <a:pt x="141929" y="79620"/>
                </a:lnTo>
                <a:lnTo>
                  <a:pt x="131579" y="64677"/>
                </a:lnTo>
                <a:lnTo>
                  <a:pt x="116242" y="54602"/>
                </a:lnTo>
                <a:lnTo>
                  <a:pt x="97482" y="50907"/>
                </a:lnTo>
                <a:lnTo>
                  <a:pt x="182338" y="50907"/>
                </a:lnTo>
                <a:lnTo>
                  <a:pt x="191016" y="69131"/>
                </a:lnTo>
                <a:lnTo>
                  <a:pt x="195278" y="97532"/>
                </a:lnTo>
                <a:lnTo>
                  <a:pt x="195347" y="98126"/>
                </a:lnTo>
                <a:lnTo>
                  <a:pt x="193429" y="107192"/>
                </a:lnTo>
                <a:lnTo>
                  <a:pt x="187614" y="136000"/>
                </a:lnTo>
                <a:lnTo>
                  <a:pt x="180766" y="146163"/>
                </a:lnTo>
                <a:close/>
              </a:path>
            </a:pathLst>
          </a:custGeom>
          <a:solidFill>
            <a:srgbClr val="445D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/>
          <p:cNvGrpSpPr/>
          <p:nvPr/>
        </p:nvGrpSpPr>
        <p:grpSpPr>
          <a:xfrm>
            <a:off x="1990193" y="3012077"/>
            <a:ext cx="960119" cy="289560"/>
            <a:chOff x="1990193" y="3012077"/>
            <a:chExt cx="960119" cy="289560"/>
          </a:xfrm>
        </p:grpSpPr>
        <p:sp>
          <p:nvSpPr>
            <p:cNvPr id="80" name="object 80"/>
            <p:cNvSpPr/>
            <p:nvPr/>
          </p:nvSpPr>
          <p:spPr>
            <a:xfrm>
              <a:off x="1990191" y="3012084"/>
              <a:ext cx="175260" cy="289560"/>
            </a:xfrm>
            <a:custGeom>
              <a:avLst/>
              <a:gdLst/>
              <a:ahLst/>
              <a:cxnLst/>
              <a:rect l="l" t="t" r="r" b="b"/>
              <a:pathLst>
                <a:path w="175260" h="289560">
                  <a:moveTo>
                    <a:pt x="71970" y="144614"/>
                  </a:moveTo>
                  <a:lnTo>
                    <a:pt x="69786" y="133388"/>
                  </a:lnTo>
                  <a:lnTo>
                    <a:pt x="63233" y="123520"/>
                  </a:lnTo>
                  <a:lnTo>
                    <a:pt x="38620" y="98907"/>
                  </a:lnTo>
                  <a:lnTo>
                    <a:pt x="35661" y="97828"/>
                  </a:lnTo>
                  <a:lnTo>
                    <a:pt x="32829" y="97828"/>
                  </a:lnTo>
                  <a:lnTo>
                    <a:pt x="26822" y="97828"/>
                  </a:lnTo>
                  <a:lnTo>
                    <a:pt x="21031" y="102476"/>
                  </a:lnTo>
                  <a:lnTo>
                    <a:pt x="21031" y="186690"/>
                  </a:lnTo>
                  <a:lnTo>
                    <a:pt x="26822" y="191274"/>
                  </a:lnTo>
                  <a:lnTo>
                    <a:pt x="35661" y="191274"/>
                  </a:lnTo>
                  <a:lnTo>
                    <a:pt x="38620" y="190258"/>
                  </a:lnTo>
                  <a:lnTo>
                    <a:pt x="40982" y="187833"/>
                  </a:lnTo>
                  <a:lnTo>
                    <a:pt x="63233" y="165658"/>
                  </a:lnTo>
                  <a:lnTo>
                    <a:pt x="69786" y="155816"/>
                  </a:lnTo>
                  <a:lnTo>
                    <a:pt x="71970" y="144614"/>
                  </a:lnTo>
                  <a:close/>
                </a:path>
                <a:path w="175260" h="289560">
                  <a:moveTo>
                    <a:pt x="174828" y="144589"/>
                  </a:moveTo>
                  <a:lnTo>
                    <a:pt x="47586" y="7150"/>
                  </a:lnTo>
                  <a:lnTo>
                    <a:pt x="36537" y="0"/>
                  </a:lnTo>
                  <a:lnTo>
                    <a:pt x="30264" y="0"/>
                  </a:lnTo>
                  <a:lnTo>
                    <a:pt x="23990" y="0"/>
                  </a:lnTo>
                  <a:lnTo>
                    <a:pt x="17729" y="2362"/>
                  </a:lnTo>
                  <a:lnTo>
                    <a:pt x="0" y="20091"/>
                  </a:lnTo>
                  <a:lnTo>
                    <a:pt x="107188" y="127152"/>
                  </a:lnTo>
                  <a:lnTo>
                    <a:pt x="112534" y="135293"/>
                  </a:lnTo>
                  <a:lnTo>
                    <a:pt x="114312" y="144513"/>
                  </a:lnTo>
                  <a:lnTo>
                    <a:pt x="112534" y="153746"/>
                  </a:lnTo>
                  <a:lnTo>
                    <a:pt x="107188" y="161874"/>
                  </a:lnTo>
                  <a:lnTo>
                    <a:pt x="0" y="269074"/>
                  </a:lnTo>
                  <a:lnTo>
                    <a:pt x="12941" y="282028"/>
                  </a:lnTo>
                  <a:lnTo>
                    <a:pt x="17729" y="286740"/>
                  </a:lnTo>
                  <a:lnTo>
                    <a:pt x="23990" y="289102"/>
                  </a:lnTo>
                  <a:lnTo>
                    <a:pt x="36537" y="289102"/>
                  </a:lnTo>
                  <a:lnTo>
                    <a:pt x="42799" y="286740"/>
                  </a:lnTo>
                  <a:lnTo>
                    <a:pt x="47586" y="282028"/>
                  </a:lnTo>
                  <a:lnTo>
                    <a:pt x="167652" y="161874"/>
                  </a:lnTo>
                  <a:lnTo>
                    <a:pt x="173037" y="153797"/>
                  </a:lnTo>
                  <a:lnTo>
                    <a:pt x="174828" y="144589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057133" y="3038641"/>
              <a:ext cx="893444" cy="236220"/>
            </a:xfrm>
            <a:custGeom>
              <a:avLst/>
              <a:gdLst/>
              <a:ahLst/>
              <a:cxnLst/>
              <a:rect l="l" t="t" r="r" b="b"/>
              <a:pathLst>
                <a:path w="893444" h="236220">
                  <a:moveTo>
                    <a:pt x="776998" y="235908"/>
                  </a:moveTo>
                  <a:lnTo>
                    <a:pt x="67" y="235908"/>
                  </a:lnTo>
                  <a:lnTo>
                    <a:pt x="100714" y="135315"/>
                  </a:lnTo>
                  <a:lnTo>
                    <a:pt x="106023" y="127237"/>
                  </a:lnTo>
                  <a:lnTo>
                    <a:pt x="107792" y="118021"/>
                  </a:lnTo>
                  <a:lnTo>
                    <a:pt x="106023" y="108805"/>
                  </a:lnTo>
                  <a:lnTo>
                    <a:pt x="100714" y="100727"/>
                  </a:lnTo>
                  <a:lnTo>
                    <a:pt x="0" y="0"/>
                  </a:lnTo>
                  <a:lnTo>
                    <a:pt x="776998" y="0"/>
                  </a:lnTo>
                  <a:lnTo>
                    <a:pt x="893150" y="117987"/>
                  </a:lnTo>
                  <a:lnTo>
                    <a:pt x="776998" y="235908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134625" y="2999759"/>
            <a:ext cx="180904" cy="6983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81905" y="2980885"/>
            <a:ext cx="101015" cy="10758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4402" y="2981098"/>
            <a:ext cx="120745" cy="107157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103010" y="2984172"/>
            <a:ext cx="70145" cy="10106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04356" y="3103744"/>
            <a:ext cx="497564" cy="49851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9850" y="3103703"/>
            <a:ext cx="498530" cy="49859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82892" y="3095969"/>
            <a:ext cx="442595" cy="514350"/>
            <a:chOff x="5082892" y="3095969"/>
            <a:chExt cx="442595" cy="514350"/>
          </a:xfrm>
        </p:grpSpPr>
        <p:sp>
          <p:nvSpPr>
            <p:cNvPr id="4" name="object 4"/>
            <p:cNvSpPr/>
            <p:nvPr/>
          </p:nvSpPr>
          <p:spPr>
            <a:xfrm>
              <a:off x="5082892" y="3095969"/>
              <a:ext cx="269875" cy="245110"/>
            </a:xfrm>
            <a:custGeom>
              <a:avLst/>
              <a:gdLst/>
              <a:ahLst/>
              <a:cxnLst/>
              <a:rect l="l" t="t" r="r" b="b"/>
              <a:pathLst>
                <a:path w="269875" h="245110">
                  <a:moveTo>
                    <a:pt x="87976" y="245040"/>
                  </a:moveTo>
                  <a:lnTo>
                    <a:pt x="0" y="245040"/>
                  </a:lnTo>
                  <a:lnTo>
                    <a:pt x="10303" y="194195"/>
                  </a:lnTo>
                  <a:lnTo>
                    <a:pt x="31105" y="147828"/>
                  </a:lnTo>
                  <a:lnTo>
                    <a:pt x="61107" y="107309"/>
                  </a:lnTo>
                  <a:lnTo>
                    <a:pt x="99011" y="74006"/>
                  </a:lnTo>
                  <a:lnTo>
                    <a:pt x="143517" y="49290"/>
                  </a:lnTo>
                  <a:lnTo>
                    <a:pt x="193326" y="34530"/>
                  </a:lnTo>
                  <a:lnTo>
                    <a:pt x="193326" y="0"/>
                  </a:lnTo>
                  <a:lnTo>
                    <a:pt x="269289" y="79772"/>
                  </a:lnTo>
                  <a:lnTo>
                    <a:pt x="193326" y="155850"/>
                  </a:lnTo>
                  <a:lnTo>
                    <a:pt x="193326" y="125197"/>
                  </a:lnTo>
                  <a:lnTo>
                    <a:pt x="155085" y="142572"/>
                  </a:lnTo>
                  <a:lnTo>
                    <a:pt x="123601" y="169607"/>
                  </a:lnTo>
                  <a:lnTo>
                    <a:pt x="100642" y="204398"/>
                  </a:lnTo>
                  <a:lnTo>
                    <a:pt x="87976" y="245040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56073" y="3363538"/>
              <a:ext cx="269875" cy="247015"/>
            </a:xfrm>
            <a:custGeom>
              <a:avLst/>
              <a:gdLst/>
              <a:ahLst/>
              <a:cxnLst/>
              <a:rect l="l" t="t" r="r" b="b"/>
              <a:pathLst>
                <a:path w="269875" h="247014">
                  <a:moveTo>
                    <a:pt x="74669" y="246517"/>
                  </a:moveTo>
                  <a:lnTo>
                    <a:pt x="0" y="166560"/>
                  </a:lnTo>
                  <a:lnTo>
                    <a:pt x="74669" y="90666"/>
                  </a:lnTo>
                  <a:lnTo>
                    <a:pt x="74669" y="121319"/>
                  </a:lnTo>
                  <a:lnTo>
                    <a:pt x="113638" y="103661"/>
                  </a:lnTo>
                  <a:lnTo>
                    <a:pt x="145364" y="76171"/>
                  </a:lnTo>
                  <a:lnTo>
                    <a:pt x="168081" y="40924"/>
                  </a:lnTo>
                  <a:lnTo>
                    <a:pt x="180019" y="0"/>
                  </a:lnTo>
                  <a:lnTo>
                    <a:pt x="269289" y="0"/>
                  </a:lnTo>
                  <a:lnTo>
                    <a:pt x="258441" y="51293"/>
                  </a:lnTo>
                  <a:lnTo>
                    <a:pt x="237274" y="97786"/>
                  </a:lnTo>
                  <a:lnTo>
                    <a:pt x="207050" y="138215"/>
                  </a:lnTo>
                  <a:lnTo>
                    <a:pt x="169032" y="171320"/>
                  </a:lnTo>
                  <a:lnTo>
                    <a:pt x="124484" y="195839"/>
                  </a:lnTo>
                  <a:lnTo>
                    <a:pt x="74669" y="210509"/>
                  </a:lnTo>
                  <a:lnTo>
                    <a:pt x="74669" y="246517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5716312" y="3097218"/>
            <a:ext cx="499109" cy="511809"/>
            <a:chOff x="5716312" y="3097218"/>
            <a:chExt cx="499109" cy="511809"/>
          </a:xfrm>
        </p:grpSpPr>
        <p:sp>
          <p:nvSpPr>
            <p:cNvPr id="11" name="object 11"/>
            <p:cNvSpPr/>
            <p:nvPr/>
          </p:nvSpPr>
          <p:spPr>
            <a:xfrm>
              <a:off x="5716312" y="3097218"/>
              <a:ext cx="273050" cy="374015"/>
            </a:xfrm>
            <a:custGeom>
              <a:avLst/>
              <a:gdLst/>
              <a:ahLst/>
              <a:cxnLst/>
              <a:rect l="l" t="t" r="r" b="b"/>
              <a:pathLst>
                <a:path w="273050" h="374014">
                  <a:moveTo>
                    <a:pt x="23510" y="373525"/>
                  </a:moveTo>
                  <a:lnTo>
                    <a:pt x="7333" y="330607"/>
                  </a:lnTo>
                  <a:lnTo>
                    <a:pt x="0" y="287033"/>
                  </a:lnTo>
                  <a:lnTo>
                    <a:pt x="1006" y="243782"/>
                  </a:lnTo>
                  <a:lnTo>
                    <a:pt x="9850" y="201832"/>
                  </a:lnTo>
                  <a:lnTo>
                    <a:pt x="26025" y="162162"/>
                  </a:lnTo>
                  <a:lnTo>
                    <a:pt x="49029" y="125751"/>
                  </a:lnTo>
                  <a:lnTo>
                    <a:pt x="78356" y="93576"/>
                  </a:lnTo>
                  <a:lnTo>
                    <a:pt x="113505" y="66617"/>
                  </a:lnTo>
                  <a:lnTo>
                    <a:pt x="153969" y="45853"/>
                  </a:lnTo>
                  <a:lnTo>
                    <a:pt x="199247" y="32262"/>
                  </a:lnTo>
                  <a:lnTo>
                    <a:pt x="199247" y="0"/>
                  </a:lnTo>
                  <a:lnTo>
                    <a:pt x="272532" y="76174"/>
                  </a:lnTo>
                  <a:lnTo>
                    <a:pt x="199247" y="147330"/>
                  </a:lnTo>
                  <a:lnTo>
                    <a:pt x="199247" y="117577"/>
                  </a:lnTo>
                  <a:lnTo>
                    <a:pt x="152887" y="140080"/>
                  </a:lnTo>
                  <a:lnTo>
                    <a:pt x="117032" y="174731"/>
                  </a:lnTo>
                  <a:lnTo>
                    <a:pt x="93671" y="218624"/>
                  </a:lnTo>
                  <a:lnTo>
                    <a:pt x="84796" y="268852"/>
                  </a:lnTo>
                  <a:lnTo>
                    <a:pt x="85555" y="283350"/>
                  </a:lnTo>
                  <a:lnTo>
                    <a:pt x="87819" y="297731"/>
                  </a:lnTo>
                  <a:lnTo>
                    <a:pt x="91572" y="311877"/>
                  </a:lnTo>
                  <a:lnTo>
                    <a:pt x="96795" y="325669"/>
                  </a:lnTo>
                  <a:lnTo>
                    <a:pt x="23510" y="373525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11366" y="3128226"/>
              <a:ext cx="203835" cy="367665"/>
            </a:xfrm>
            <a:custGeom>
              <a:avLst/>
              <a:gdLst/>
              <a:ahLst/>
              <a:cxnLst/>
              <a:rect l="l" t="t" r="r" b="b"/>
              <a:pathLst>
                <a:path w="203835" h="367664">
                  <a:moveTo>
                    <a:pt x="94698" y="367072"/>
                  </a:moveTo>
                  <a:lnTo>
                    <a:pt x="74577" y="267597"/>
                  </a:lnTo>
                  <a:lnTo>
                    <a:pt x="107989" y="290898"/>
                  </a:lnTo>
                  <a:lnTo>
                    <a:pt x="112235" y="278046"/>
                  </a:lnTo>
                  <a:lnTo>
                    <a:pt x="115096" y="264842"/>
                  </a:lnTo>
                  <a:lnTo>
                    <a:pt x="116711" y="251402"/>
                  </a:lnTo>
                  <a:lnTo>
                    <a:pt x="117218" y="237844"/>
                  </a:lnTo>
                  <a:lnTo>
                    <a:pt x="108638" y="187420"/>
                  </a:lnTo>
                  <a:lnTo>
                    <a:pt x="84568" y="143096"/>
                  </a:lnTo>
                  <a:lnTo>
                    <a:pt x="47519" y="108014"/>
                  </a:lnTo>
                  <a:lnTo>
                    <a:pt x="0" y="85315"/>
                  </a:lnTo>
                  <a:lnTo>
                    <a:pt x="0" y="0"/>
                  </a:lnTo>
                  <a:lnTo>
                    <a:pt x="48197" y="13955"/>
                  </a:lnTo>
                  <a:lnTo>
                    <a:pt x="91664" y="36367"/>
                  </a:lnTo>
                  <a:lnTo>
                    <a:pt x="129422" y="66165"/>
                  </a:lnTo>
                  <a:lnTo>
                    <a:pt x="160493" y="102282"/>
                  </a:lnTo>
                  <a:lnTo>
                    <a:pt x="183897" y="143646"/>
                  </a:lnTo>
                  <a:lnTo>
                    <a:pt x="198658" y="189190"/>
                  </a:lnTo>
                  <a:lnTo>
                    <a:pt x="203795" y="237844"/>
                  </a:lnTo>
                  <a:lnTo>
                    <a:pt x="202324" y="263772"/>
                  </a:lnTo>
                  <a:lnTo>
                    <a:pt x="197980" y="289061"/>
                  </a:lnTo>
                  <a:lnTo>
                    <a:pt x="190867" y="313610"/>
                  </a:lnTo>
                  <a:lnTo>
                    <a:pt x="181089" y="337320"/>
                  </a:lnTo>
                  <a:lnTo>
                    <a:pt x="201026" y="351658"/>
                  </a:lnTo>
                  <a:lnTo>
                    <a:pt x="94698" y="367072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73050" y="3463037"/>
              <a:ext cx="363855" cy="146050"/>
            </a:xfrm>
            <a:custGeom>
              <a:avLst/>
              <a:gdLst/>
              <a:ahLst/>
              <a:cxnLst/>
              <a:rect l="l" t="t" r="r" b="b"/>
              <a:pathLst>
                <a:path w="363854" h="146050">
                  <a:moveTo>
                    <a:pt x="192904" y="145897"/>
                  </a:moveTo>
                  <a:lnTo>
                    <a:pt x="148076" y="141959"/>
                  </a:lnTo>
                  <a:lnTo>
                    <a:pt x="104389" y="130124"/>
                  </a:lnTo>
                  <a:lnTo>
                    <a:pt x="63057" y="110358"/>
                  </a:lnTo>
                  <a:lnTo>
                    <a:pt x="25289" y="82627"/>
                  </a:lnTo>
                  <a:lnTo>
                    <a:pt x="0" y="99475"/>
                  </a:lnTo>
                  <a:lnTo>
                    <a:pt x="20120" y="0"/>
                  </a:lnTo>
                  <a:lnTo>
                    <a:pt x="125157" y="16847"/>
                  </a:lnTo>
                  <a:lnTo>
                    <a:pt x="98574" y="33516"/>
                  </a:lnTo>
                  <a:lnTo>
                    <a:pt x="120793" y="46351"/>
                  </a:lnTo>
                  <a:lnTo>
                    <a:pt x="144239" y="55540"/>
                  </a:lnTo>
                  <a:lnTo>
                    <a:pt x="168482" y="61065"/>
                  </a:lnTo>
                  <a:lnTo>
                    <a:pt x="193088" y="62911"/>
                  </a:lnTo>
                  <a:lnTo>
                    <a:pt x="218750" y="60900"/>
                  </a:lnTo>
                  <a:lnTo>
                    <a:pt x="243876" y="54890"/>
                  </a:lnTo>
                  <a:lnTo>
                    <a:pt x="267928" y="44915"/>
                  </a:lnTo>
                  <a:lnTo>
                    <a:pt x="290371" y="31007"/>
                  </a:lnTo>
                  <a:lnTo>
                    <a:pt x="363472" y="78863"/>
                  </a:lnTo>
                  <a:lnTo>
                    <a:pt x="363472" y="80117"/>
                  </a:lnTo>
                  <a:lnTo>
                    <a:pt x="325295" y="108846"/>
                  </a:lnTo>
                  <a:lnTo>
                    <a:pt x="283310" y="129407"/>
                  </a:lnTo>
                  <a:lnTo>
                    <a:pt x="238765" y="141769"/>
                  </a:lnTo>
                  <a:lnTo>
                    <a:pt x="192904" y="145897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453629" y="3096746"/>
            <a:ext cx="516890" cy="512445"/>
            <a:chOff x="6453629" y="3096746"/>
            <a:chExt cx="516890" cy="512445"/>
          </a:xfrm>
        </p:grpSpPr>
        <p:sp>
          <p:nvSpPr>
            <p:cNvPr id="15" name="object 15"/>
            <p:cNvSpPr/>
            <p:nvPr/>
          </p:nvSpPr>
          <p:spPr>
            <a:xfrm>
              <a:off x="6453629" y="3096746"/>
              <a:ext cx="516890" cy="512445"/>
            </a:xfrm>
            <a:custGeom>
              <a:avLst/>
              <a:gdLst/>
              <a:ahLst/>
              <a:cxnLst/>
              <a:rect l="l" t="t" r="r" b="b"/>
              <a:pathLst>
                <a:path w="516890" h="512445">
                  <a:moveTo>
                    <a:pt x="258145" y="512275"/>
                  </a:moveTo>
                  <a:lnTo>
                    <a:pt x="213866" y="508721"/>
                  </a:lnTo>
                  <a:lnTo>
                    <a:pt x="172916" y="498520"/>
                  </a:lnTo>
                  <a:lnTo>
                    <a:pt x="135584" y="482365"/>
                  </a:lnTo>
                  <a:lnTo>
                    <a:pt x="102162" y="460948"/>
                  </a:lnTo>
                  <a:lnTo>
                    <a:pt x="72940" y="434962"/>
                  </a:lnTo>
                  <a:lnTo>
                    <a:pt x="48208" y="405099"/>
                  </a:lnTo>
                  <a:lnTo>
                    <a:pt x="28257" y="372051"/>
                  </a:lnTo>
                  <a:lnTo>
                    <a:pt x="13379" y="336512"/>
                  </a:lnTo>
                  <a:lnTo>
                    <a:pt x="3863" y="299174"/>
                  </a:lnTo>
                  <a:lnTo>
                    <a:pt x="0" y="260728"/>
                  </a:lnTo>
                  <a:lnTo>
                    <a:pt x="2080" y="221869"/>
                  </a:lnTo>
                  <a:lnTo>
                    <a:pt x="10395" y="183287"/>
                  </a:lnTo>
                  <a:lnTo>
                    <a:pt x="25235" y="145677"/>
                  </a:lnTo>
                  <a:lnTo>
                    <a:pt x="46891" y="109730"/>
                  </a:lnTo>
                  <a:lnTo>
                    <a:pt x="75652" y="76138"/>
                  </a:lnTo>
                  <a:lnTo>
                    <a:pt x="117406" y="42121"/>
                  </a:lnTo>
                  <a:lnTo>
                    <a:pt x="162346" y="18406"/>
                  </a:lnTo>
                  <a:lnTo>
                    <a:pt x="209259" y="4523"/>
                  </a:lnTo>
                  <a:lnTo>
                    <a:pt x="256931" y="0"/>
                  </a:lnTo>
                  <a:lnTo>
                    <a:pt x="300781" y="3726"/>
                  </a:lnTo>
                  <a:lnTo>
                    <a:pt x="343190" y="14629"/>
                  </a:lnTo>
                  <a:lnTo>
                    <a:pt x="383163" y="32299"/>
                  </a:lnTo>
                  <a:lnTo>
                    <a:pt x="419710" y="56322"/>
                  </a:lnTo>
                  <a:lnTo>
                    <a:pt x="451838" y="86288"/>
                  </a:lnTo>
                  <a:lnTo>
                    <a:pt x="454026" y="89196"/>
                  </a:lnTo>
                  <a:lnTo>
                    <a:pt x="258145" y="89196"/>
                  </a:lnTo>
                  <a:lnTo>
                    <a:pt x="215389" y="94375"/>
                  </a:lnTo>
                  <a:lnTo>
                    <a:pt x="177748" y="108887"/>
                  </a:lnTo>
                  <a:lnTo>
                    <a:pt x="145868" y="131189"/>
                  </a:lnTo>
                  <a:lnTo>
                    <a:pt x="120396" y="159743"/>
                  </a:lnTo>
                  <a:lnTo>
                    <a:pt x="91265" y="229441"/>
                  </a:lnTo>
                  <a:lnTo>
                    <a:pt x="88900" y="267505"/>
                  </a:lnTo>
                  <a:lnTo>
                    <a:pt x="95531" y="305658"/>
                  </a:lnTo>
                  <a:lnTo>
                    <a:pt x="111806" y="342360"/>
                  </a:lnTo>
                  <a:lnTo>
                    <a:pt x="138371" y="376070"/>
                  </a:lnTo>
                  <a:lnTo>
                    <a:pt x="194793" y="413587"/>
                  </a:lnTo>
                  <a:lnTo>
                    <a:pt x="256526" y="425490"/>
                  </a:lnTo>
                  <a:lnTo>
                    <a:pt x="451580" y="425490"/>
                  </a:lnTo>
                  <a:lnTo>
                    <a:pt x="424581" y="452196"/>
                  </a:lnTo>
                  <a:lnTo>
                    <a:pt x="388559" y="477387"/>
                  </a:lnTo>
                  <a:lnTo>
                    <a:pt x="348330" y="496283"/>
                  </a:lnTo>
                  <a:lnTo>
                    <a:pt x="304618" y="508156"/>
                  </a:lnTo>
                  <a:lnTo>
                    <a:pt x="258145" y="512275"/>
                  </a:lnTo>
                  <a:close/>
                </a:path>
                <a:path w="516890" h="512445">
                  <a:moveTo>
                    <a:pt x="451580" y="425490"/>
                  </a:moveTo>
                  <a:lnTo>
                    <a:pt x="256526" y="425490"/>
                  </a:lnTo>
                  <a:lnTo>
                    <a:pt x="299453" y="420052"/>
                  </a:lnTo>
                  <a:lnTo>
                    <a:pt x="339552" y="404351"/>
                  </a:lnTo>
                  <a:lnTo>
                    <a:pt x="374606" y="379310"/>
                  </a:lnTo>
                  <a:lnTo>
                    <a:pt x="402392" y="345847"/>
                  </a:lnTo>
                  <a:lnTo>
                    <a:pt x="420692" y="304885"/>
                  </a:lnTo>
                  <a:lnTo>
                    <a:pt x="427285" y="257343"/>
                  </a:lnTo>
                  <a:lnTo>
                    <a:pt x="421233" y="212661"/>
                  </a:lnTo>
                  <a:lnTo>
                    <a:pt x="404160" y="172499"/>
                  </a:lnTo>
                  <a:lnTo>
                    <a:pt x="377691" y="138465"/>
                  </a:lnTo>
                  <a:lnTo>
                    <a:pt x="343449" y="112165"/>
                  </a:lnTo>
                  <a:lnTo>
                    <a:pt x="303059" y="95206"/>
                  </a:lnTo>
                  <a:lnTo>
                    <a:pt x="258145" y="89196"/>
                  </a:lnTo>
                  <a:lnTo>
                    <a:pt x="454026" y="89196"/>
                  </a:lnTo>
                  <a:lnTo>
                    <a:pt x="478553" y="121785"/>
                  </a:lnTo>
                  <a:lnTo>
                    <a:pt x="498865" y="162401"/>
                  </a:lnTo>
                  <a:lnTo>
                    <a:pt x="511779" y="207724"/>
                  </a:lnTo>
                  <a:lnTo>
                    <a:pt x="516305" y="257343"/>
                  </a:lnTo>
                  <a:lnTo>
                    <a:pt x="512154" y="303070"/>
                  </a:lnTo>
                  <a:lnTo>
                    <a:pt x="500267" y="345847"/>
                  </a:lnTo>
                  <a:lnTo>
                    <a:pt x="500184" y="346147"/>
                  </a:lnTo>
                  <a:lnTo>
                    <a:pt x="481116" y="385847"/>
                  </a:lnTo>
                  <a:lnTo>
                    <a:pt x="455674" y="421440"/>
                  </a:lnTo>
                  <a:lnTo>
                    <a:pt x="451580" y="425490"/>
                  </a:lnTo>
                  <a:close/>
                </a:path>
              </a:pathLst>
            </a:custGeom>
            <a:solidFill>
              <a:srgbClr val="3749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83442" y="3097549"/>
              <a:ext cx="483234" cy="511809"/>
            </a:xfrm>
            <a:custGeom>
              <a:avLst/>
              <a:gdLst/>
              <a:ahLst/>
              <a:cxnLst/>
              <a:rect l="l" t="t" r="r" b="b"/>
              <a:pathLst>
                <a:path w="483234" h="511810">
                  <a:moveTo>
                    <a:pt x="232061" y="511472"/>
                  </a:moveTo>
                  <a:lnTo>
                    <a:pt x="232061" y="423079"/>
                  </a:lnTo>
                  <a:lnTo>
                    <a:pt x="276814" y="417388"/>
                  </a:lnTo>
                  <a:lnTo>
                    <a:pt x="316308" y="401433"/>
                  </a:lnTo>
                  <a:lnTo>
                    <a:pt x="349515" y="376890"/>
                  </a:lnTo>
                  <a:lnTo>
                    <a:pt x="375405" y="345434"/>
                  </a:lnTo>
                  <a:lnTo>
                    <a:pt x="392949" y="308743"/>
                  </a:lnTo>
                  <a:lnTo>
                    <a:pt x="401118" y="268492"/>
                  </a:lnTo>
                  <a:lnTo>
                    <a:pt x="398884" y="226358"/>
                  </a:lnTo>
                  <a:lnTo>
                    <a:pt x="385217" y="184017"/>
                  </a:lnTo>
                  <a:lnTo>
                    <a:pt x="357192" y="142749"/>
                  </a:lnTo>
                  <a:lnTo>
                    <a:pt x="320500" y="112876"/>
                  </a:lnTo>
                  <a:lnTo>
                    <a:pt x="277927" y="94717"/>
                  </a:lnTo>
                  <a:lnTo>
                    <a:pt x="232263" y="88593"/>
                  </a:lnTo>
                  <a:lnTo>
                    <a:pt x="196149" y="92388"/>
                  </a:lnTo>
                  <a:lnTo>
                    <a:pt x="161249" y="103886"/>
                  </a:lnTo>
                  <a:lnTo>
                    <a:pt x="128928" y="123257"/>
                  </a:lnTo>
                  <a:lnTo>
                    <a:pt x="100552" y="150669"/>
                  </a:lnTo>
                  <a:lnTo>
                    <a:pt x="141421" y="182611"/>
                  </a:lnTo>
                  <a:lnTo>
                    <a:pt x="23266" y="194262"/>
                  </a:lnTo>
                  <a:lnTo>
                    <a:pt x="0" y="71116"/>
                  </a:lnTo>
                  <a:lnTo>
                    <a:pt x="31966" y="95624"/>
                  </a:lnTo>
                  <a:lnTo>
                    <a:pt x="63827" y="62305"/>
                  </a:lnTo>
                  <a:lnTo>
                    <a:pt x="100884" y="35668"/>
                  </a:lnTo>
                  <a:lnTo>
                    <a:pt x="142020" y="16129"/>
                  </a:lnTo>
                  <a:lnTo>
                    <a:pt x="186118" y="4101"/>
                  </a:lnTo>
                  <a:lnTo>
                    <a:pt x="232061" y="0"/>
                  </a:lnTo>
                  <a:lnTo>
                    <a:pt x="277538" y="5378"/>
                  </a:lnTo>
                  <a:lnTo>
                    <a:pt x="320185" y="18116"/>
                  </a:lnTo>
                  <a:lnTo>
                    <a:pt x="359328" y="37537"/>
                  </a:lnTo>
                  <a:lnTo>
                    <a:pt x="394294" y="62965"/>
                  </a:lnTo>
                  <a:lnTo>
                    <a:pt x="424412" y="93723"/>
                  </a:lnTo>
                  <a:lnTo>
                    <a:pt x="449008" y="129136"/>
                  </a:lnTo>
                  <a:lnTo>
                    <a:pt x="467409" y="168527"/>
                  </a:lnTo>
                  <a:lnTo>
                    <a:pt x="478943" y="211221"/>
                  </a:lnTo>
                  <a:lnTo>
                    <a:pt x="482937" y="256539"/>
                  </a:lnTo>
                  <a:lnTo>
                    <a:pt x="478943" y="301433"/>
                  </a:lnTo>
                  <a:lnTo>
                    <a:pt x="467409" y="343885"/>
                  </a:lnTo>
                  <a:lnTo>
                    <a:pt x="449008" y="383169"/>
                  </a:lnTo>
                  <a:lnTo>
                    <a:pt x="424412" y="418553"/>
                  </a:lnTo>
                  <a:lnTo>
                    <a:pt x="394294" y="449309"/>
                  </a:lnTo>
                  <a:lnTo>
                    <a:pt x="359328" y="474709"/>
                  </a:lnTo>
                  <a:lnTo>
                    <a:pt x="320185" y="494022"/>
                  </a:lnTo>
                  <a:lnTo>
                    <a:pt x="277538" y="506519"/>
                  </a:lnTo>
                  <a:lnTo>
                    <a:pt x="232061" y="511472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162482" y="3197742"/>
            <a:ext cx="125189" cy="12779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459740" y="3204714"/>
            <a:ext cx="145405" cy="11373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1756" y="3196220"/>
            <a:ext cx="84180" cy="130781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058165" y="3195337"/>
            <a:ext cx="159835" cy="132607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993066" y="3278234"/>
            <a:ext cx="832485" cy="259715"/>
            <a:chOff x="993066" y="3278234"/>
            <a:chExt cx="832485" cy="259715"/>
          </a:xfrm>
        </p:grpSpPr>
        <p:pic>
          <p:nvPicPr>
            <p:cNvPr id="83" name="object 8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3066" y="3278234"/>
              <a:ext cx="211297" cy="211042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122805" y="3324720"/>
              <a:ext cx="702945" cy="212725"/>
            </a:xfrm>
            <a:custGeom>
              <a:avLst/>
              <a:gdLst/>
              <a:ahLst/>
              <a:cxnLst/>
              <a:rect l="l" t="t" r="r" b="b"/>
              <a:pathLst>
                <a:path w="702944" h="212725">
                  <a:moveTo>
                    <a:pt x="0" y="212674"/>
                  </a:moveTo>
                  <a:lnTo>
                    <a:pt x="0" y="196583"/>
                  </a:lnTo>
                  <a:lnTo>
                    <a:pt x="38284" y="188864"/>
                  </a:lnTo>
                  <a:lnTo>
                    <a:pt x="69551" y="167807"/>
                  </a:lnTo>
                  <a:lnTo>
                    <a:pt x="90634" y="136565"/>
                  </a:lnTo>
                  <a:lnTo>
                    <a:pt x="98365" y="98291"/>
                  </a:lnTo>
                  <a:lnTo>
                    <a:pt x="106091" y="60036"/>
                  </a:lnTo>
                  <a:lnTo>
                    <a:pt x="127169" y="28792"/>
                  </a:lnTo>
                  <a:lnTo>
                    <a:pt x="158447" y="7725"/>
                  </a:lnTo>
                  <a:lnTo>
                    <a:pt x="196774" y="0"/>
                  </a:lnTo>
                  <a:lnTo>
                    <a:pt x="601781" y="0"/>
                  </a:lnTo>
                  <a:lnTo>
                    <a:pt x="640327" y="7531"/>
                  </a:lnTo>
                  <a:lnTo>
                    <a:pt x="672302" y="28164"/>
                  </a:lnTo>
                  <a:lnTo>
                    <a:pt x="694237" y="58958"/>
                  </a:lnTo>
                  <a:lnTo>
                    <a:pt x="702661" y="96972"/>
                  </a:lnTo>
                  <a:lnTo>
                    <a:pt x="695289" y="135667"/>
                  </a:lnTo>
                  <a:lnTo>
                    <a:pt x="674294" y="167338"/>
                  </a:lnTo>
                  <a:lnTo>
                    <a:pt x="642891" y="188729"/>
                  </a:lnTo>
                  <a:lnTo>
                    <a:pt x="604295" y="196583"/>
                  </a:lnTo>
                  <a:lnTo>
                    <a:pt x="58491" y="196583"/>
                  </a:lnTo>
                  <a:lnTo>
                    <a:pt x="44780" y="203551"/>
                  </a:lnTo>
                  <a:lnTo>
                    <a:pt x="30315" y="208588"/>
                  </a:lnTo>
                  <a:lnTo>
                    <a:pt x="15315" y="211645"/>
                  </a:lnTo>
                  <a:lnTo>
                    <a:pt x="0" y="212674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1990188" y="3423163"/>
            <a:ext cx="965835" cy="134620"/>
            <a:chOff x="1990188" y="3423163"/>
            <a:chExt cx="965835" cy="134620"/>
          </a:xfrm>
        </p:grpSpPr>
        <p:sp>
          <p:nvSpPr>
            <p:cNvPr id="77" name="object 77"/>
            <p:cNvSpPr/>
            <p:nvPr/>
          </p:nvSpPr>
          <p:spPr>
            <a:xfrm>
              <a:off x="2224984" y="3423163"/>
              <a:ext cx="730885" cy="134620"/>
            </a:xfrm>
            <a:custGeom>
              <a:avLst/>
              <a:gdLst/>
              <a:ahLst/>
              <a:cxnLst/>
              <a:rect l="l" t="t" r="r" b="b"/>
              <a:pathLst>
                <a:path w="730885" h="134620">
                  <a:moveTo>
                    <a:pt x="703904" y="134377"/>
                  </a:moveTo>
                  <a:lnTo>
                    <a:pt x="0" y="134377"/>
                  </a:lnTo>
                  <a:lnTo>
                    <a:pt x="71254" y="0"/>
                  </a:lnTo>
                  <a:lnTo>
                    <a:pt x="703904" y="0"/>
                  </a:lnTo>
                  <a:lnTo>
                    <a:pt x="730431" y="67246"/>
                  </a:lnTo>
                  <a:lnTo>
                    <a:pt x="703904" y="134377"/>
                  </a:lnTo>
                  <a:close/>
                </a:path>
              </a:pathLst>
            </a:custGeom>
            <a:solidFill>
              <a:srgbClr val="D7DE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90188" y="3423338"/>
              <a:ext cx="280819" cy="134435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3097661" y="3104827"/>
            <a:ext cx="513080" cy="513080"/>
            <a:chOff x="3097661" y="3104827"/>
            <a:chExt cx="513080" cy="513080"/>
          </a:xfrm>
        </p:grpSpPr>
        <p:sp>
          <p:nvSpPr>
            <p:cNvPr id="111" name="object 111"/>
            <p:cNvSpPr/>
            <p:nvPr/>
          </p:nvSpPr>
          <p:spPr>
            <a:xfrm>
              <a:off x="3097661" y="3104827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256510" y="512934"/>
                  </a:moveTo>
                  <a:lnTo>
                    <a:pt x="210402" y="508802"/>
                  </a:lnTo>
                  <a:lnTo>
                    <a:pt x="167005" y="496889"/>
                  </a:lnTo>
                  <a:lnTo>
                    <a:pt x="127044" y="477919"/>
                  </a:lnTo>
                  <a:lnTo>
                    <a:pt x="91243" y="452617"/>
                  </a:lnTo>
                  <a:lnTo>
                    <a:pt x="60327" y="421706"/>
                  </a:lnTo>
                  <a:lnTo>
                    <a:pt x="35021" y="385911"/>
                  </a:lnTo>
                  <a:lnTo>
                    <a:pt x="16047" y="345957"/>
                  </a:lnTo>
                  <a:lnTo>
                    <a:pt x="4132" y="302567"/>
                  </a:lnTo>
                  <a:lnTo>
                    <a:pt x="0" y="256467"/>
                  </a:lnTo>
                  <a:lnTo>
                    <a:pt x="4132" y="210367"/>
                  </a:lnTo>
                  <a:lnTo>
                    <a:pt x="16047" y="166977"/>
                  </a:lnTo>
                  <a:lnTo>
                    <a:pt x="35021" y="127023"/>
                  </a:lnTo>
                  <a:lnTo>
                    <a:pt x="60327" y="91228"/>
                  </a:lnTo>
                  <a:lnTo>
                    <a:pt x="91243" y="60317"/>
                  </a:lnTo>
                  <a:lnTo>
                    <a:pt x="127044" y="35015"/>
                  </a:lnTo>
                  <a:lnTo>
                    <a:pt x="167005" y="16045"/>
                  </a:lnTo>
                  <a:lnTo>
                    <a:pt x="210402" y="4132"/>
                  </a:lnTo>
                  <a:lnTo>
                    <a:pt x="256510" y="0"/>
                  </a:lnTo>
                  <a:lnTo>
                    <a:pt x="306786" y="4973"/>
                  </a:lnTo>
                  <a:lnTo>
                    <a:pt x="354672" y="19522"/>
                  </a:lnTo>
                  <a:lnTo>
                    <a:pt x="398822" y="43089"/>
                  </a:lnTo>
                  <a:lnTo>
                    <a:pt x="437890" y="75117"/>
                  </a:lnTo>
                  <a:lnTo>
                    <a:pt x="469924" y="114179"/>
                  </a:lnTo>
                  <a:lnTo>
                    <a:pt x="477428" y="128233"/>
                  </a:lnTo>
                  <a:lnTo>
                    <a:pt x="256510" y="128233"/>
                  </a:lnTo>
                  <a:lnTo>
                    <a:pt x="206579" y="138311"/>
                  </a:lnTo>
                  <a:lnTo>
                    <a:pt x="165805" y="165792"/>
                  </a:lnTo>
                  <a:lnTo>
                    <a:pt x="138314" y="206553"/>
                  </a:lnTo>
                  <a:lnTo>
                    <a:pt x="128233" y="256467"/>
                  </a:lnTo>
                  <a:lnTo>
                    <a:pt x="138314" y="306381"/>
                  </a:lnTo>
                  <a:lnTo>
                    <a:pt x="165805" y="347142"/>
                  </a:lnTo>
                  <a:lnTo>
                    <a:pt x="206579" y="374624"/>
                  </a:lnTo>
                  <a:lnTo>
                    <a:pt x="256510" y="384701"/>
                  </a:lnTo>
                  <a:lnTo>
                    <a:pt x="478574" y="384701"/>
                  </a:lnTo>
                  <a:lnTo>
                    <a:pt x="477999" y="385911"/>
                  </a:lnTo>
                  <a:lnTo>
                    <a:pt x="452692" y="421706"/>
                  </a:lnTo>
                  <a:lnTo>
                    <a:pt x="421776" y="452617"/>
                  </a:lnTo>
                  <a:lnTo>
                    <a:pt x="385976" y="477919"/>
                  </a:lnTo>
                  <a:lnTo>
                    <a:pt x="346015" y="496889"/>
                  </a:lnTo>
                  <a:lnTo>
                    <a:pt x="302618" y="508802"/>
                  </a:lnTo>
                  <a:lnTo>
                    <a:pt x="256510" y="512934"/>
                  </a:lnTo>
                  <a:close/>
                </a:path>
                <a:path w="513079" h="513079">
                  <a:moveTo>
                    <a:pt x="478574" y="384701"/>
                  </a:moveTo>
                  <a:lnTo>
                    <a:pt x="256510" y="384701"/>
                  </a:lnTo>
                  <a:lnTo>
                    <a:pt x="306441" y="374624"/>
                  </a:lnTo>
                  <a:lnTo>
                    <a:pt x="347215" y="347142"/>
                  </a:lnTo>
                  <a:lnTo>
                    <a:pt x="374706" y="306381"/>
                  </a:lnTo>
                  <a:lnTo>
                    <a:pt x="384786" y="256467"/>
                  </a:lnTo>
                  <a:lnTo>
                    <a:pt x="374706" y="206553"/>
                  </a:lnTo>
                  <a:lnTo>
                    <a:pt x="347215" y="165792"/>
                  </a:lnTo>
                  <a:lnTo>
                    <a:pt x="306441" y="138311"/>
                  </a:lnTo>
                  <a:lnTo>
                    <a:pt x="256510" y="128233"/>
                  </a:lnTo>
                  <a:lnTo>
                    <a:pt x="477428" y="128233"/>
                  </a:lnTo>
                  <a:lnTo>
                    <a:pt x="493495" y="158321"/>
                  </a:lnTo>
                  <a:lnTo>
                    <a:pt x="508046" y="206199"/>
                  </a:lnTo>
                  <a:lnTo>
                    <a:pt x="513020" y="256467"/>
                  </a:lnTo>
                  <a:lnTo>
                    <a:pt x="508888" y="302567"/>
                  </a:lnTo>
                  <a:lnTo>
                    <a:pt x="496973" y="345957"/>
                  </a:lnTo>
                  <a:lnTo>
                    <a:pt x="478574" y="384701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3098536" y="3105126"/>
              <a:ext cx="512445" cy="447675"/>
            </a:xfrm>
            <a:custGeom>
              <a:avLst/>
              <a:gdLst/>
              <a:ahLst/>
              <a:cxnLst/>
              <a:rect l="l" t="t" r="r" b="b"/>
              <a:pathLst>
                <a:path w="512445" h="447675">
                  <a:moveTo>
                    <a:pt x="84336" y="447066"/>
                  </a:moveTo>
                  <a:lnTo>
                    <a:pt x="50761" y="410528"/>
                  </a:lnTo>
                  <a:lnTo>
                    <a:pt x="25360" y="369207"/>
                  </a:lnTo>
                  <a:lnTo>
                    <a:pt x="8363" y="324392"/>
                  </a:lnTo>
                  <a:lnTo>
                    <a:pt x="0" y="277376"/>
                  </a:lnTo>
                  <a:lnTo>
                    <a:pt x="499" y="229450"/>
                  </a:lnTo>
                  <a:lnTo>
                    <a:pt x="10091" y="181905"/>
                  </a:lnTo>
                  <a:lnTo>
                    <a:pt x="29006" y="136033"/>
                  </a:lnTo>
                  <a:lnTo>
                    <a:pt x="56367" y="94638"/>
                  </a:lnTo>
                  <a:lnTo>
                    <a:pt x="90343" y="60019"/>
                  </a:lnTo>
                  <a:lnTo>
                    <a:pt x="129738" y="32711"/>
                  </a:lnTo>
                  <a:lnTo>
                    <a:pt x="173354" y="13249"/>
                  </a:lnTo>
                  <a:lnTo>
                    <a:pt x="219992" y="2167"/>
                  </a:lnTo>
                  <a:lnTo>
                    <a:pt x="268454" y="0"/>
                  </a:lnTo>
                  <a:lnTo>
                    <a:pt x="317542" y="7281"/>
                  </a:lnTo>
                  <a:lnTo>
                    <a:pt x="364324" y="23838"/>
                  </a:lnTo>
                  <a:lnTo>
                    <a:pt x="406125" y="48450"/>
                  </a:lnTo>
                  <a:lnTo>
                    <a:pt x="442138" y="80083"/>
                  </a:lnTo>
                  <a:lnTo>
                    <a:pt x="471554" y="117705"/>
                  </a:lnTo>
                  <a:lnTo>
                    <a:pt x="493566" y="160282"/>
                  </a:lnTo>
                  <a:lnTo>
                    <a:pt x="507366" y="206781"/>
                  </a:lnTo>
                  <a:lnTo>
                    <a:pt x="512145" y="256167"/>
                  </a:lnTo>
                  <a:lnTo>
                    <a:pt x="383911" y="256167"/>
                  </a:lnTo>
                  <a:lnTo>
                    <a:pt x="376746" y="213873"/>
                  </a:lnTo>
                  <a:lnTo>
                    <a:pt x="356694" y="177187"/>
                  </a:lnTo>
                  <a:lnTo>
                    <a:pt x="325920" y="148881"/>
                  </a:lnTo>
                  <a:lnTo>
                    <a:pt x="286590" y="131723"/>
                  </a:lnTo>
                  <a:lnTo>
                    <a:pt x="243803" y="128468"/>
                  </a:lnTo>
                  <a:lnTo>
                    <a:pt x="203351" y="139069"/>
                  </a:lnTo>
                  <a:lnTo>
                    <a:pt x="168445" y="162093"/>
                  </a:lnTo>
                  <a:lnTo>
                    <a:pt x="142298" y="196106"/>
                  </a:lnTo>
                  <a:lnTo>
                    <a:pt x="128813" y="236830"/>
                  </a:lnTo>
                  <a:lnTo>
                    <a:pt x="129342" y="278632"/>
                  </a:lnTo>
                  <a:lnTo>
                    <a:pt x="143269" y="318050"/>
                  </a:lnTo>
                  <a:lnTo>
                    <a:pt x="169979" y="351624"/>
                  </a:lnTo>
                  <a:lnTo>
                    <a:pt x="84336" y="447066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/>
          <p:nvPr/>
        </p:nvSpPr>
        <p:spPr>
          <a:xfrm>
            <a:off x="7165588" y="3431526"/>
            <a:ext cx="119380" cy="163830"/>
          </a:xfrm>
          <a:custGeom>
            <a:avLst/>
            <a:gdLst/>
            <a:ahLst/>
            <a:cxnLst/>
            <a:rect l="l" t="t" r="r" b="b"/>
            <a:pathLst>
              <a:path w="119379" h="163829">
                <a:moveTo>
                  <a:pt x="0" y="163354"/>
                </a:moveTo>
                <a:lnTo>
                  <a:pt x="47859" y="81707"/>
                </a:lnTo>
                <a:lnTo>
                  <a:pt x="0" y="0"/>
                </a:lnTo>
                <a:lnTo>
                  <a:pt x="118979" y="81707"/>
                </a:lnTo>
                <a:lnTo>
                  <a:pt x="0" y="163354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6" name="object 6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476119" y="3459868"/>
            <a:ext cx="112646" cy="106731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747606" y="3426066"/>
            <a:ext cx="174335" cy="174335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8063863" y="3454884"/>
            <a:ext cx="148499" cy="116699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990372" y="3614482"/>
            <a:ext cx="824230" cy="459105"/>
            <a:chOff x="990372" y="3614482"/>
            <a:chExt cx="824230" cy="459105"/>
          </a:xfrm>
        </p:grpSpPr>
        <p:sp>
          <p:nvSpPr>
            <p:cNvPr id="102" name="object 102"/>
            <p:cNvSpPr/>
            <p:nvPr/>
          </p:nvSpPr>
          <p:spPr>
            <a:xfrm>
              <a:off x="990372" y="3614482"/>
              <a:ext cx="824230" cy="459105"/>
            </a:xfrm>
            <a:custGeom>
              <a:avLst/>
              <a:gdLst/>
              <a:ahLst/>
              <a:cxnLst/>
              <a:rect l="l" t="t" r="r" b="b"/>
              <a:pathLst>
                <a:path w="824230" h="459104">
                  <a:moveTo>
                    <a:pt x="700533" y="458987"/>
                  </a:moveTo>
                  <a:lnTo>
                    <a:pt x="649793" y="371078"/>
                  </a:lnTo>
                  <a:lnTo>
                    <a:pt x="21572" y="371078"/>
                  </a:lnTo>
                  <a:lnTo>
                    <a:pt x="13173" y="369372"/>
                  </a:lnTo>
                  <a:lnTo>
                    <a:pt x="6304" y="364723"/>
                  </a:lnTo>
                  <a:lnTo>
                    <a:pt x="1675" y="357833"/>
                  </a:lnTo>
                  <a:lnTo>
                    <a:pt x="0" y="349405"/>
                  </a:lnTo>
                  <a:lnTo>
                    <a:pt x="0" y="21672"/>
                  </a:lnTo>
                  <a:lnTo>
                    <a:pt x="1697" y="13223"/>
                  </a:lnTo>
                  <a:lnTo>
                    <a:pt x="6323" y="6336"/>
                  </a:lnTo>
                  <a:lnTo>
                    <a:pt x="13181" y="1698"/>
                  </a:lnTo>
                  <a:lnTo>
                    <a:pt x="21572" y="0"/>
                  </a:lnTo>
                  <a:lnTo>
                    <a:pt x="801962" y="0"/>
                  </a:lnTo>
                  <a:lnTo>
                    <a:pt x="810413" y="1698"/>
                  </a:lnTo>
                  <a:lnTo>
                    <a:pt x="817312" y="6336"/>
                  </a:lnTo>
                  <a:lnTo>
                    <a:pt x="821979" y="13223"/>
                  </a:lnTo>
                  <a:lnTo>
                    <a:pt x="823736" y="21672"/>
                  </a:lnTo>
                  <a:lnTo>
                    <a:pt x="823736" y="349405"/>
                  </a:lnTo>
                  <a:lnTo>
                    <a:pt x="822022" y="357855"/>
                  </a:lnTo>
                  <a:lnTo>
                    <a:pt x="817350" y="364742"/>
                  </a:lnTo>
                  <a:lnTo>
                    <a:pt x="810427" y="369380"/>
                  </a:lnTo>
                  <a:lnTo>
                    <a:pt x="801962" y="371078"/>
                  </a:lnTo>
                  <a:lnTo>
                    <a:pt x="751323" y="371078"/>
                  </a:lnTo>
                  <a:lnTo>
                    <a:pt x="700533" y="458987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90372" y="3614482"/>
              <a:ext cx="206375" cy="371475"/>
            </a:xfrm>
            <a:custGeom>
              <a:avLst/>
              <a:gdLst/>
              <a:ahLst/>
              <a:cxnLst/>
              <a:rect l="l" t="t" r="r" b="b"/>
              <a:pathLst>
                <a:path w="206375" h="371475">
                  <a:moveTo>
                    <a:pt x="206301" y="371078"/>
                  </a:moveTo>
                  <a:lnTo>
                    <a:pt x="21572" y="371078"/>
                  </a:lnTo>
                  <a:lnTo>
                    <a:pt x="13173" y="369372"/>
                  </a:lnTo>
                  <a:lnTo>
                    <a:pt x="6304" y="364723"/>
                  </a:lnTo>
                  <a:lnTo>
                    <a:pt x="1675" y="357833"/>
                  </a:lnTo>
                  <a:lnTo>
                    <a:pt x="0" y="349405"/>
                  </a:lnTo>
                  <a:lnTo>
                    <a:pt x="0" y="21672"/>
                  </a:lnTo>
                  <a:lnTo>
                    <a:pt x="1697" y="13223"/>
                  </a:lnTo>
                  <a:lnTo>
                    <a:pt x="6323" y="6336"/>
                  </a:lnTo>
                  <a:lnTo>
                    <a:pt x="13181" y="1698"/>
                  </a:lnTo>
                  <a:lnTo>
                    <a:pt x="21572" y="0"/>
                  </a:lnTo>
                  <a:lnTo>
                    <a:pt x="206301" y="0"/>
                  </a:lnTo>
                  <a:lnTo>
                    <a:pt x="206301" y="371078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/>
          <p:cNvGrpSpPr/>
          <p:nvPr/>
        </p:nvGrpSpPr>
        <p:grpSpPr>
          <a:xfrm>
            <a:off x="1990187" y="3679741"/>
            <a:ext cx="962660" cy="139700"/>
            <a:chOff x="1990187" y="3679741"/>
            <a:chExt cx="962660" cy="139700"/>
          </a:xfrm>
        </p:grpSpPr>
        <p:sp>
          <p:nvSpPr>
            <p:cNvPr id="98" name="object 98"/>
            <p:cNvSpPr/>
            <p:nvPr/>
          </p:nvSpPr>
          <p:spPr>
            <a:xfrm>
              <a:off x="1990187" y="3679741"/>
              <a:ext cx="962660" cy="139700"/>
            </a:xfrm>
            <a:custGeom>
              <a:avLst/>
              <a:gdLst/>
              <a:ahLst/>
              <a:cxnLst/>
              <a:rect l="l" t="t" r="r" b="b"/>
              <a:pathLst>
                <a:path w="962660" h="139700">
                  <a:moveTo>
                    <a:pt x="956692" y="139072"/>
                  </a:moveTo>
                  <a:lnTo>
                    <a:pt x="5442" y="139072"/>
                  </a:lnTo>
                  <a:lnTo>
                    <a:pt x="0" y="134257"/>
                  </a:lnTo>
                  <a:lnTo>
                    <a:pt x="0" y="4762"/>
                  </a:lnTo>
                  <a:lnTo>
                    <a:pt x="5442" y="0"/>
                  </a:lnTo>
                  <a:lnTo>
                    <a:pt x="12229" y="0"/>
                  </a:lnTo>
                  <a:lnTo>
                    <a:pt x="956692" y="0"/>
                  </a:lnTo>
                  <a:lnTo>
                    <a:pt x="962134" y="4762"/>
                  </a:lnTo>
                  <a:lnTo>
                    <a:pt x="962134" y="134257"/>
                  </a:lnTo>
                  <a:lnTo>
                    <a:pt x="956692" y="139072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990187" y="3679741"/>
              <a:ext cx="227478" cy="139072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50883" y="3700841"/>
            <a:ext cx="148449" cy="11239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465128" y="3708223"/>
            <a:ext cx="172966" cy="97629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793534" y="3682758"/>
            <a:ext cx="91445" cy="14855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093102" y="3676639"/>
            <a:ext cx="94667" cy="160736"/>
          </a:xfrm>
          <a:prstGeom prst="rect">
            <a:avLst/>
          </a:prstGeom>
        </p:spPr>
      </p:pic>
      <p:grpSp>
        <p:nvGrpSpPr>
          <p:cNvPr id="94" name="object 94"/>
          <p:cNvGrpSpPr/>
          <p:nvPr/>
        </p:nvGrpSpPr>
        <p:grpSpPr>
          <a:xfrm>
            <a:off x="1990235" y="3940782"/>
            <a:ext cx="946785" cy="153670"/>
            <a:chOff x="1990235" y="3940782"/>
            <a:chExt cx="946785" cy="153670"/>
          </a:xfrm>
        </p:grpSpPr>
        <p:sp>
          <p:nvSpPr>
            <p:cNvPr id="95" name="object 95"/>
            <p:cNvSpPr/>
            <p:nvPr/>
          </p:nvSpPr>
          <p:spPr>
            <a:xfrm>
              <a:off x="1990235" y="3940782"/>
              <a:ext cx="946785" cy="153670"/>
            </a:xfrm>
            <a:custGeom>
              <a:avLst/>
              <a:gdLst/>
              <a:ahLst/>
              <a:cxnLst/>
              <a:rect l="l" t="t" r="r" b="b"/>
              <a:pathLst>
                <a:path w="946785" h="153670">
                  <a:moveTo>
                    <a:pt x="868271" y="153092"/>
                  </a:moveTo>
                  <a:lnTo>
                    <a:pt x="78114" y="153092"/>
                  </a:lnTo>
                  <a:lnTo>
                    <a:pt x="47672" y="147057"/>
                  </a:lnTo>
                  <a:lnTo>
                    <a:pt x="22833" y="130658"/>
                  </a:lnTo>
                  <a:lnTo>
                    <a:pt x="6106" y="106332"/>
                  </a:lnTo>
                  <a:lnTo>
                    <a:pt x="0" y="76519"/>
                  </a:lnTo>
                  <a:lnTo>
                    <a:pt x="6106" y="46729"/>
                  </a:lnTo>
                  <a:lnTo>
                    <a:pt x="22833" y="22407"/>
                  </a:lnTo>
                  <a:lnTo>
                    <a:pt x="47672" y="6011"/>
                  </a:lnTo>
                  <a:lnTo>
                    <a:pt x="78114" y="0"/>
                  </a:lnTo>
                  <a:lnTo>
                    <a:pt x="868271" y="0"/>
                  </a:lnTo>
                  <a:lnTo>
                    <a:pt x="898683" y="6011"/>
                  </a:lnTo>
                  <a:lnTo>
                    <a:pt x="923512" y="22407"/>
                  </a:lnTo>
                  <a:lnTo>
                    <a:pt x="940249" y="46729"/>
                  </a:lnTo>
                  <a:lnTo>
                    <a:pt x="946386" y="76519"/>
                  </a:lnTo>
                  <a:lnTo>
                    <a:pt x="940249" y="106332"/>
                  </a:lnTo>
                  <a:lnTo>
                    <a:pt x="923512" y="130658"/>
                  </a:lnTo>
                  <a:lnTo>
                    <a:pt x="898683" y="147057"/>
                  </a:lnTo>
                  <a:lnTo>
                    <a:pt x="868271" y="153092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009855" y="3948754"/>
              <a:ext cx="139638" cy="137093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121198" y="3857681"/>
            <a:ext cx="523240" cy="489584"/>
            <a:chOff x="5121198" y="3857681"/>
            <a:chExt cx="523240" cy="489584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1121" y="3857681"/>
              <a:ext cx="178272" cy="17581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21198" y="4014544"/>
              <a:ext cx="212725" cy="280670"/>
            </a:xfrm>
            <a:custGeom>
              <a:avLst/>
              <a:gdLst/>
              <a:ahLst/>
              <a:cxnLst/>
              <a:rect l="l" t="t" r="r" b="b"/>
              <a:pathLst>
                <a:path w="212725" h="280670">
                  <a:moveTo>
                    <a:pt x="194913" y="280442"/>
                  </a:moveTo>
                  <a:lnTo>
                    <a:pt x="152201" y="261835"/>
                  </a:lnTo>
                  <a:lnTo>
                    <a:pt x="114967" y="235332"/>
                  </a:lnTo>
                  <a:lnTo>
                    <a:pt x="84131" y="202155"/>
                  </a:lnTo>
                  <a:lnTo>
                    <a:pt x="60614" y="163527"/>
                  </a:lnTo>
                  <a:lnTo>
                    <a:pt x="45334" y="120670"/>
                  </a:lnTo>
                  <a:lnTo>
                    <a:pt x="39213" y="74806"/>
                  </a:lnTo>
                  <a:lnTo>
                    <a:pt x="0" y="74806"/>
                  </a:lnTo>
                  <a:lnTo>
                    <a:pt x="80898" y="0"/>
                  </a:lnTo>
                  <a:lnTo>
                    <a:pt x="155700" y="74806"/>
                  </a:lnTo>
                  <a:lnTo>
                    <a:pt x="116486" y="74806"/>
                  </a:lnTo>
                  <a:lnTo>
                    <a:pt x="124640" y="117673"/>
                  </a:lnTo>
                  <a:lnTo>
                    <a:pt x="144517" y="155504"/>
                  </a:lnTo>
                  <a:lnTo>
                    <a:pt x="174434" y="185981"/>
                  </a:lnTo>
                  <a:lnTo>
                    <a:pt x="212708" y="206789"/>
                  </a:lnTo>
                  <a:lnTo>
                    <a:pt x="168716" y="251937"/>
                  </a:lnTo>
                  <a:lnTo>
                    <a:pt x="194913" y="28044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13805" y="4135817"/>
              <a:ext cx="283210" cy="211454"/>
            </a:xfrm>
            <a:custGeom>
              <a:avLst/>
              <a:gdLst/>
              <a:ahLst/>
              <a:cxnLst/>
              <a:rect l="l" t="t" r="r" b="b"/>
              <a:pathLst>
                <a:path w="283210" h="211454">
                  <a:moveTo>
                    <a:pt x="238008" y="93731"/>
                  </a:moveTo>
                  <a:lnTo>
                    <a:pt x="73779" y="93731"/>
                  </a:lnTo>
                  <a:lnTo>
                    <a:pt x="116461" y="85802"/>
                  </a:lnTo>
                  <a:lnTo>
                    <a:pt x="154423" y="66465"/>
                  </a:lnTo>
                  <a:lnTo>
                    <a:pt x="185280" y="37334"/>
                  </a:lnTo>
                  <a:lnTo>
                    <a:pt x="206776" y="0"/>
                  </a:lnTo>
                  <a:lnTo>
                    <a:pt x="249450" y="42676"/>
                  </a:lnTo>
                  <a:lnTo>
                    <a:pt x="269907" y="42676"/>
                  </a:lnTo>
                  <a:lnTo>
                    <a:pt x="264510" y="55642"/>
                  </a:lnTo>
                  <a:lnTo>
                    <a:pt x="238008" y="93731"/>
                  </a:lnTo>
                  <a:close/>
                </a:path>
                <a:path w="283210" h="211454">
                  <a:moveTo>
                    <a:pt x="269907" y="42676"/>
                  </a:moveTo>
                  <a:lnTo>
                    <a:pt x="249450" y="42676"/>
                  </a:lnTo>
                  <a:lnTo>
                    <a:pt x="282732" y="11863"/>
                  </a:lnTo>
                  <a:lnTo>
                    <a:pt x="269907" y="42676"/>
                  </a:lnTo>
                  <a:close/>
                </a:path>
                <a:path w="283210" h="211454">
                  <a:moveTo>
                    <a:pt x="73648" y="211403"/>
                  </a:moveTo>
                  <a:lnTo>
                    <a:pt x="0" y="130664"/>
                  </a:lnTo>
                  <a:lnTo>
                    <a:pt x="73648" y="55857"/>
                  </a:lnTo>
                  <a:lnTo>
                    <a:pt x="73648" y="93731"/>
                  </a:lnTo>
                  <a:lnTo>
                    <a:pt x="238008" y="93731"/>
                  </a:lnTo>
                  <a:lnTo>
                    <a:pt x="204449" y="125165"/>
                  </a:lnTo>
                  <a:lnTo>
                    <a:pt x="165055" y="148978"/>
                  </a:lnTo>
                  <a:lnTo>
                    <a:pt x="121047" y="164205"/>
                  </a:lnTo>
                  <a:lnTo>
                    <a:pt x="73648" y="169880"/>
                  </a:lnTo>
                  <a:lnTo>
                    <a:pt x="73648" y="211403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383830" y="3861141"/>
              <a:ext cx="260350" cy="292735"/>
            </a:xfrm>
            <a:custGeom>
              <a:avLst/>
              <a:gdLst/>
              <a:ahLst/>
              <a:cxnLst/>
              <a:rect l="l" t="t" r="r" b="b"/>
              <a:pathLst>
                <a:path w="260350" h="292735">
                  <a:moveTo>
                    <a:pt x="179426" y="292471"/>
                  </a:moveTo>
                  <a:lnTo>
                    <a:pt x="104624" y="218817"/>
                  </a:lnTo>
                  <a:lnTo>
                    <a:pt x="144990" y="218817"/>
                  </a:lnTo>
                  <a:lnTo>
                    <a:pt x="136997" y="173353"/>
                  </a:lnTo>
                  <a:lnTo>
                    <a:pt x="116042" y="134138"/>
                  </a:lnTo>
                  <a:lnTo>
                    <a:pt x="84585" y="103384"/>
                  </a:lnTo>
                  <a:lnTo>
                    <a:pt x="45084" y="83309"/>
                  </a:lnTo>
                  <a:lnTo>
                    <a:pt x="0" y="76124"/>
                  </a:lnTo>
                  <a:lnTo>
                    <a:pt x="0" y="0"/>
                  </a:lnTo>
                  <a:lnTo>
                    <a:pt x="2141" y="0"/>
                  </a:lnTo>
                  <a:lnTo>
                    <a:pt x="52085" y="5731"/>
                  </a:lnTo>
                  <a:lnTo>
                    <a:pt x="97977" y="22080"/>
                  </a:lnTo>
                  <a:lnTo>
                    <a:pt x="138547" y="47783"/>
                  </a:lnTo>
                  <a:lnTo>
                    <a:pt x="172530" y="81573"/>
                  </a:lnTo>
                  <a:lnTo>
                    <a:pt x="198656" y="122186"/>
                  </a:lnTo>
                  <a:lnTo>
                    <a:pt x="215656" y="168356"/>
                  </a:lnTo>
                  <a:lnTo>
                    <a:pt x="222264" y="218817"/>
                  </a:lnTo>
                  <a:lnTo>
                    <a:pt x="260324" y="218817"/>
                  </a:lnTo>
                  <a:lnTo>
                    <a:pt x="179426" y="292471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812035" y="3836168"/>
            <a:ext cx="487045" cy="525780"/>
            <a:chOff x="5812035" y="3836168"/>
            <a:chExt cx="487045" cy="525780"/>
          </a:xfrm>
        </p:grpSpPr>
        <p:sp>
          <p:nvSpPr>
            <p:cNvPr id="18" name="object 18"/>
            <p:cNvSpPr/>
            <p:nvPr/>
          </p:nvSpPr>
          <p:spPr>
            <a:xfrm>
              <a:off x="5812035" y="3836168"/>
              <a:ext cx="304165" cy="413384"/>
            </a:xfrm>
            <a:custGeom>
              <a:avLst/>
              <a:gdLst/>
              <a:ahLst/>
              <a:cxnLst/>
              <a:rect l="l" t="t" r="r" b="b"/>
              <a:pathLst>
                <a:path w="304164" h="413385">
                  <a:moveTo>
                    <a:pt x="37632" y="412852"/>
                  </a:moveTo>
                  <a:lnTo>
                    <a:pt x="36366" y="410283"/>
                  </a:lnTo>
                  <a:lnTo>
                    <a:pt x="34918" y="408815"/>
                  </a:lnTo>
                  <a:lnTo>
                    <a:pt x="33652" y="406246"/>
                  </a:lnTo>
                  <a:lnTo>
                    <a:pt x="31119" y="403677"/>
                  </a:lnTo>
                  <a:lnTo>
                    <a:pt x="29853" y="400925"/>
                  </a:lnTo>
                  <a:lnTo>
                    <a:pt x="28406" y="398356"/>
                  </a:lnTo>
                  <a:lnTo>
                    <a:pt x="28406" y="395604"/>
                  </a:lnTo>
                  <a:lnTo>
                    <a:pt x="25873" y="393035"/>
                  </a:lnTo>
                  <a:lnTo>
                    <a:pt x="24607" y="390283"/>
                  </a:lnTo>
                  <a:lnTo>
                    <a:pt x="23341" y="387714"/>
                  </a:lnTo>
                  <a:lnTo>
                    <a:pt x="21893" y="385145"/>
                  </a:lnTo>
                  <a:lnTo>
                    <a:pt x="20627" y="383677"/>
                  </a:lnTo>
                  <a:lnTo>
                    <a:pt x="18094" y="377071"/>
                  </a:lnTo>
                  <a:lnTo>
                    <a:pt x="15381" y="369181"/>
                  </a:lnTo>
                  <a:lnTo>
                    <a:pt x="12848" y="362576"/>
                  </a:lnTo>
                  <a:lnTo>
                    <a:pt x="11582" y="358539"/>
                  </a:lnTo>
                  <a:lnTo>
                    <a:pt x="10135" y="357254"/>
                  </a:lnTo>
                  <a:lnTo>
                    <a:pt x="8868" y="354686"/>
                  </a:lnTo>
                  <a:lnTo>
                    <a:pt x="8868" y="350649"/>
                  </a:lnTo>
                  <a:lnTo>
                    <a:pt x="7602" y="349364"/>
                  </a:lnTo>
                  <a:lnTo>
                    <a:pt x="7602" y="345327"/>
                  </a:lnTo>
                  <a:lnTo>
                    <a:pt x="6336" y="344043"/>
                  </a:lnTo>
                  <a:lnTo>
                    <a:pt x="6336" y="342759"/>
                  </a:lnTo>
                  <a:lnTo>
                    <a:pt x="5069" y="336153"/>
                  </a:lnTo>
                  <a:lnTo>
                    <a:pt x="5069" y="333401"/>
                  </a:lnTo>
                  <a:lnTo>
                    <a:pt x="6336" y="333401"/>
                  </a:lnTo>
                  <a:lnTo>
                    <a:pt x="0" y="288058"/>
                  </a:lnTo>
                  <a:lnTo>
                    <a:pt x="1754" y="243842"/>
                  </a:lnTo>
                  <a:lnTo>
                    <a:pt x="10995" y="201572"/>
                  </a:lnTo>
                  <a:lnTo>
                    <a:pt x="27121" y="162068"/>
                  </a:lnTo>
                  <a:lnTo>
                    <a:pt x="49526" y="126149"/>
                  </a:lnTo>
                  <a:lnTo>
                    <a:pt x="77608" y="94633"/>
                  </a:lnTo>
                  <a:lnTo>
                    <a:pt x="110764" y="68341"/>
                  </a:lnTo>
                  <a:lnTo>
                    <a:pt x="148389" y="48090"/>
                  </a:lnTo>
                  <a:lnTo>
                    <a:pt x="189880" y="34700"/>
                  </a:lnTo>
                  <a:lnTo>
                    <a:pt x="234635" y="28991"/>
                  </a:lnTo>
                  <a:lnTo>
                    <a:pt x="234635" y="0"/>
                  </a:lnTo>
                  <a:lnTo>
                    <a:pt x="303739" y="76698"/>
                  </a:lnTo>
                  <a:lnTo>
                    <a:pt x="234635" y="148259"/>
                  </a:lnTo>
                  <a:lnTo>
                    <a:pt x="234635" y="115048"/>
                  </a:lnTo>
                  <a:lnTo>
                    <a:pt x="186308" y="125130"/>
                  </a:lnTo>
                  <a:lnTo>
                    <a:pt x="144684" y="148845"/>
                  </a:lnTo>
                  <a:lnTo>
                    <a:pt x="112083" y="183667"/>
                  </a:lnTo>
                  <a:lnTo>
                    <a:pt x="90822" y="227068"/>
                  </a:lnTo>
                  <a:lnTo>
                    <a:pt x="83219" y="276519"/>
                  </a:lnTo>
                  <a:lnTo>
                    <a:pt x="83219" y="295051"/>
                  </a:lnTo>
                  <a:lnTo>
                    <a:pt x="84667" y="300372"/>
                  </a:lnTo>
                  <a:lnTo>
                    <a:pt x="84667" y="305694"/>
                  </a:lnTo>
                  <a:lnTo>
                    <a:pt x="85933" y="312299"/>
                  </a:lnTo>
                  <a:lnTo>
                    <a:pt x="87199" y="317620"/>
                  </a:lnTo>
                  <a:lnTo>
                    <a:pt x="88466" y="325511"/>
                  </a:lnTo>
                  <a:lnTo>
                    <a:pt x="89732" y="326795"/>
                  </a:lnTo>
                  <a:lnTo>
                    <a:pt x="91179" y="329547"/>
                  </a:lnTo>
                  <a:lnTo>
                    <a:pt x="91179" y="332116"/>
                  </a:lnTo>
                  <a:lnTo>
                    <a:pt x="92445" y="333401"/>
                  </a:lnTo>
                  <a:lnTo>
                    <a:pt x="92445" y="334685"/>
                  </a:lnTo>
                  <a:lnTo>
                    <a:pt x="93712" y="338722"/>
                  </a:lnTo>
                  <a:lnTo>
                    <a:pt x="94978" y="341474"/>
                  </a:lnTo>
                  <a:lnTo>
                    <a:pt x="96244" y="345327"/>
                  </a:lnTo>
                  <a:lnTo>
                    <a:pt x="97691" y="348080"/>
                  </a:lnTo>
                  <a:lnTo>
                    <a:pt x="101491" y="354686"/>
                  </a:lnTo>
                  <a:lnTo>
                    <a:pt x="105470" y="361291"/>
                  </a:lnTo>
                  <a:lnTo>
                    <a:pt x="37632" y="412852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7564" y="3923509"/>
              <a:ext cx="140922" cy="1746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8922" y="4129935"/>
              <a:ext cx="228298" cy="2315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7939" y="4221313"/>
              <a:ext cx="170952" cy="138901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444627" y="3837456"/>
            <a:ext cx="525780" cy="535305"/>
            <a:chOff x="6444627" y="3837456"/>
            <a:chExt cx="525780" cy="535305"/>
          </a:xfrm>
        </p:grpSpPr>
        <p:sp>
          <p:nvSpPr>
            <p:cNvPr id="28" name="object 28"/>
            <p:cNvSpPr/>
            <p:nvPr/>
          </p:nvSpPr>
          <p:spPr>
            <a:xfrm>
              <a:off x="6513189" y="3837456"/>
              <a:ext cx="231140" cy="180975"/>
            </a:xfrm>
            <a:custGeom>
              <a:avLst/>
              <a:gdLst/>
              <a:ahLst/>
              <a:cxnLst/>
              <a:rect l="l" t="t" r="r" b="b"/>
              <a:pathLst>
                <a:path w="231140" h="180975">
                  <a:moveTo>
                    <a:pt x="85002" y="180613"/>
                  </a:moveTo>
                  <a:lnTo>
                    <a:pt x="0" y="151986"/>
                  </a:lnTo>
                  <a:lnTo>
                    <a:pt x="29423" y="111641"/>
                  </a:lnTo>
                  <a:lnTo>
                    <a:pt x="66133" y="78676"/>
                  </a:lnTo>
                  <a:lnTo>
                    <a:pt x="108867" y="53834"/>
                  </a:lnTo>
                  <a:lnTo>
                    <a:pt x="156366" y="37855"/>
                  </a:lnTo>
                  <a:lnTo>
                    <a:pt x="156366" y="0"/>
                  </a:lnTo>
                  <a:lnTo>
                    <a:pt x="230532" y="80042"/>
                  </a:lnTo>
                  <a:lnTo>
                    <a:pt x="156366" y="154811"/>
                  </a:lnTo>
                  <a:lnTo>
                    <a:pt x="156366" y="129009"/>
                  </a:lnTo>
                  <a:lnTo>
                    <a:pt x="135968" y="137787"/>
                  </a:lnTo>
                  <a:lnTo>
                    <a:pt x="117181" y="149655"/>
                  </a:lnTo>
                  <a:lnTo>
                    <a:pt x="100145" y="164101"/>
                  </a:lnTo>
                  <a:lnTo>
                    <a:pt x="85002" y="180613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44627" y="4035773"/>
              <a:ext cx="147320" cy="244475"/>
            </a:xfrm>
            <a:custGeom>
              <a:avLst/>
              <a:gdLst/>
              <a:ahLst/>
              <a:cxnLst/>
              <a:rect l="l" t="t" r="r" b="b"/>
              <a:pathLst>
                <a:path w="147320" h="244475">
                  <a:moveTo>
                    <a:pt x="92848" y="244458"/>
                  </a:moveTo>
                  <a:lnTo>
                    <a:pt x="66918" y="208486"/>
                  </a:lnTo>
                  <a:lnTo>
                    <a:pt x="47942" y="168559"/>
                  </a:lnTo>
                  <a:lnTo>
                    <a:pt x="36286" y="125807"/>
                  </a:lnTo>
                  <a:lnTo>
                    <a:pt x="32319" y="81360"/>
                  </a:lnTo>
                  <a:lnTo>
                    <a:pt x="32319" y="73262"/>
                  </a:lnTo>
                  <a:lnTo>
                    <a:pt x="33627" y="65164"/>
                  </a:lnTo>
                  <a:lnTo>
                    <a:pt x="33627" y="56876"/>
                  </a:lnTo>
                  <a:lnTo>
                    <a:pt x="0" y="46142"/>
                  </a:lnTo>
                  <a:lnTo>
                    <a:pt x="98265" y="0"/>
                  </a:lnTo>
                  <a:lnTo>
                    <a:pt x="142636" y="85503"/>
                  </a:lnTo>
                  <a:lnTo>
                    <a:pt x="119750" y="85503"/>
                  </a:lnTo>
                  <a:lnTo>
                    <a:pt x="122143" y="107868"/>
                  </a:lnTo>
                  <a:lnTo>
                    <a:pt x="127269" y="129809"/>
                  </a:lnTo>
                  <a:lnTo>
                    <a:pt x="135407" y="150974"/>
                  </a:lnTo>
                  <a:lnTo>
                    <a:pt x="146838" y="171008"/>
                  </a:lnTo>
                  <a:lnTo>
                    <a:pt x="92848" y="244458"/>
                  </a:lnTo>
                  <a:close/>
                </a:path>
                <a:path w="147320" h="244475">
                  <a:moveTo>
                    <a:pt x="146838" y="93602"/>
                  </a:moveTo>
                  <a:lnTo>
                    <a:pt x="119750" y="85503"/>
                  </a:lnTo>
                  <a:lnTo>
                    <a:pt x="142636" y="85503"/>
                  </a:lnTo>
                  <a:lnTo>
                    <a:pt x="146838" y="93602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92774" y="4247650"/>
              <a:ext cx="229235" cy="125095"/>
            </a:xfrm>
            <a:custGeom>
              <a:avLst/>
              <a:gdLst/>
              <a:ahLst/>
              <a:cxnLst/>
              <a:rect l="l" t="t" r="r" b="b"/>
              <a:pathLst>
                <a:path w="229234" h="125095">
                  <a:moveTo>
                    <a:pt x="12143" y="124865"/>
                  </a:moveTo>
                  <a:lnTo>
                    <a:pt x="0" y="16196"/>
                  </a:lnTo>
                  <a:lnTo>
                    <a:pt x="103683" y="0"/>
                  </a:lnTo>
                  <a:lnTo>
                    <a:pt x="86122" y="22976"/>
                  </a:lnTo>
                  <a:lnTo>
                    <a:pt x="97364" y="26160"/>
                  </a:lnTo>
                  <a:lnTo>
                    <a:pt x="108657" y="28391"/>
                  </a:lnTo>
                  <a:lnTo>
                    <a:pt x="119986" y="29704"/>
                  </a:lnTo>
                  <a:lnTo>
                    <a:pt x="131332" y="30133"/>
                  </a:lnTo>
                  <a:lnTo>
                    <a:pt x="142678" y="29704"/>
                  </a:lnTo>
                  <a:lnTo>
                    <a:pt x="154007" y="28391"/>
                  </a:lnTo>
                  <a:lnTo>
                    <a:pt x="165301" y="26160"/>
                  </a:lnTo>
                  <a:lnTo>
                    <a:pt x="176542" y="22976"/>
                  </a:lnTo>
                  <a:lnTo>
                    <a:pt x="229038" y="96427"/>
                  </a:lnTo>
                  <a:lnTo>
                    <a:pt x="205391" y="105326"/>
                  </a:lnTo>
                  <a:lnTo>
                    <a:pt x="181096" y="111682"/>
                  </a:lnTo>
                  <a:lnTo>
                    <a:pt x="156345" y="115496"/>
                  </a:lnTo>
                  <a:lnTo>
                    <a:pt x="131332" y="116767"/>
                  </a:lnTo>
                  <a:lnTo>
                    <a:pt x="106398" y="115496"/>
                  </a:lnTo>
                  <a:lnTo>
                    <a:pt x="81639" y="111682"/>
                  </a:lnTo>
                  <a:lnTo>
                    <a:pt x="57300" y="105326"/>
                  </a:lnTo>
                  <a:lnTo>
                    <a:pt x="33627" y="96427"/>
                  </a:lnTo>
                  <a:lnTo>
                    <a:pt x="12143" y="124865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823119" y="4092650"/>
              <a:ext cx="147320" cy="209550"/>
            </a:xfrm>
            <a:custGeom>
              <a:avLst/>
              <a:gdLst/>
              <a:ahLst/>
              <a:cxnLst/>
              <a:rect l="l" t="t" r="r" b="b"/>
              <a:pathLst>
                <a:path w="147320" h="209550">
                  <a:moveTo>
                    <a:pt x="106486" y="209240"/>
                  </a:moveTo>
                  <a:lnTo>
                    <a:pt x="0" y="188899"/>
                  </a:lnTo>
                  <a:lnTo>
                    <a:pt x="14945" y="84374"/>
                  </a:lnTo>
                  <a:lnTo>
                    <a:pt x="35121" y="111494"/>
                  </a:lnTo>
                  <a:lnTo>
                    <a:pt x="45694" y="91639"/>
                  </a:lnTo>
                  <a:lnTo>
                    <a:pt x="53289" y="70884"/>
                  </a:lnTo>
                  <a:lnTo>
                    <a:pt x="57872" y="49388"/>
                  </a:lnTo>
                  <a:lnTo>
                    <a:pt x="59407" y="27308"/>
                  </a:lnTo>
                  <a:lnTo>
                    <a:pt x="145530" y="0"/>
                  </a:lnTo>
                  <a:lnTo>
                    <a:pt x="146838" y="8287"/>
                  </a:lnTo>
                  <a:lnTo>
                    <a:pt x="146838" y="24483"/>
                  </a:lnTo>
                  <a:lnTo>
                    <a:pt x="142892" y="67853"/>
                  </a:lnTo>
                  <a:lnTo>
                    <a:pt x="131379" y="109705"/>
                  </a:lnTo>
                  <a:lnTo>
                    <a:pt x="112791" y="149014"/>
                  </a:lnTo>
                  <a:lnTo>
                    <a:pt x="87617" y="184756"/>
                  </a:lnTo>
                  <a:lnTo>
                    <a:pt x="106486" y="209240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777349" y="3875312"/>
              <a:ext cx="186055" cy="198755"/>
            </a:xfrm>
            <a:custGeom>
              <a:avLst/>
              <a:gdLst/>
              <a:ahLst/>
              <a:cxnLst/>
              <a:rect l="l" t="t" r="r" b="b"/>
              <a:pathLst>
                <a:path w="186054" h="198754">
                  <a:moveTo>
                    <a:pt x="133387" y="198316"/>
                  </a:moveTo>
                  <a:lnTo>
                    <a:pt x="39044" y="150856"/>
                  </a:lnTo>
                  <a:lnTo>
                    <a:pt x="70056" y="141439"/>
                  </a:lnTo>
                  <a:lnTo>
                    <a:pt x="55484" y="125110"/>
                  </a:lnTo>
                  <a:lnTo>
                    <a:pt x="38530" y="110952"/>
                  </a:lnTo>
                  <a:lnTo>
                    <a:pt x="19825" y="99090"/>
                  </a:lnTo>
                  <a:lnTo>
                    <a:pt x="0" y="89647"/>
                  </a:lnTo>
                  <a:lnTo>
                    <a:pt x="0" y="0"/>
                  </a:lnTo>
                  <a:lnTo>
                    <a:pt x="46762" y="15402"/>
                  </a:lnTo>
                  <a:lnTo>
                    <a:pt x="89252" y="40162"/>
                  </a:lnTo>
                  <a:lnTo>
                    <a:pt x="126206" y="73044"/>
                  </a:lnTo>
                  <a:lnTo>
                    <a:pt x="156366" y="112812"/>
                  </a:lnTo>
                  <a:lnTo>
                    <a:pt x="180675" y="112812"/>
                  </a:lnTo>
                  <a:lnTo>
                    <a:pt x="133387" y="198316"/>
                  </a:lnTo>
                  <a:close/>
                </a:path>
                <a:path w="186054" h="198754">
                  <a:moveTo>
                    <a:pt x="180675" y="112812"/>
                  </a:moveTo>
                  <a:lnTo>
                    <a:pt x="156366" y="112812"/>
                  </a:lnTo>
                  <a:lnTo>
                    <a:pt x="185883" y="103395"/>
                  </a:lnTo>
                  <a:lnTo>
                    <a:pt x="180675" y="112812"/>
                  </a:lnTo>
                  <a:close/>
                </a:path>
              </a:pathLst>
            </a:custGeom>
            <a:solidFill>
              <a:srgbClr val="37495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1" name="object 7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157490" y="3955683"/>
            <a:ext cx="135236" cy="132607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7479561" y="3955683"/>
            <a:ext cx="106045" cy="132715"/>
          </a:xfrm>
          <a:custGeom>
            <a:avLst/>
            <a:gdLst/>
            <a:ahLst/>
            <a:cxnLst/>
            <a:rect l="l" t="t" r="r" b="b"/>
            <a:pathLst>
              <a:path w="106045" h="132714">
                <a:moveTo>
                  <a:pt x="46092" y="132607"/>
                </a:moveTo>
                <a:lnTo>
                  <a:pt x="0" y="132607"/>
                </a:lnTo>
                <a:lnTo>
                  <a:pt x="0" y="0"/>
                </a:lnTo>
                <a:lnTo>
                  <a:pt x="46092" y="0"/>
                </a:lnTo>
                <a:lnTo>
                  <a:pt x="105826" y="66303"/>
                </a:lnTo>
                <a:lnTo>
                  <a:pt x="46092" y="132607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775681" y="3948834"/>
            <a:ext cx="118126" cy="146245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45682" y="3941831"/>
            <a:ext cx="184862" cy="160249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990321" y="4162959"/>
            <a:ext cx="856615" cy="212090"/>
            <a:chOff x="990321" y="4162959"/>
            <a:chExt cx="856615" cy="212090"/>
          </a:xfrm>
        </p:grpSpPr>
        <p:sp>
          <p:nvSpPr>
            <p:cNvPr id="105" name="object 105"/>
            <p:cNvSpPr/>
            <p:nvPr/>
          </p:nvSpPr>
          <p:spPr>
            <a:xfrm>
              <a:off x="990321" y="4213005"/>
              <a:ext cx="856615" cy="161925"/>
            </a:xfrm>
            <a:custGeom>
              <a:avLst/>
              <a:gdLst/>
              <a:ahLst/>
              <a:cxnLst/>
              <a:rect l="l" t="t" r="r" b="b"/>
              <a:pathLst>
                <a:path w="856614" h="161925">
                  <a:moveTo>
                    <a:pt x="856297" y="161891"/>
                  </a:moveTo>
                  <a:lnTo>
                    <a:pt x="0" y="161891"/>
                  </a:lnTo>
                  <a:lnTo>
                    <a:pt x="0" y="0"/>
                  </a:lnTo>
                  <a:lnTo>
                    <a:pt x="856297" y="0"/>
                  </a:lnTo>
                  <a:lnTo>
                    <a:pt x="856297" y="161891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90321" y="4162959"/>
              <a:ext cx="294640" cy="161925"/>
            </a:xfrm>
            <a:custGeom>
              <a:avLst/>
              <a:gdLst/>
              <a:ahLst/>
              <a:cxnLst/>
              <a:rect l="l" t="t" r="r" b="b"/>
              <a:pathLst>
                <a:path w="294640" h="161925">
                  <a:moveTo>
                    <a:pt x="294108" y="161891"/>
                  </a:moveTo>
                  <a:lnTo>
                    <a:pt x="0" y="161891"/>
                  </a:lnTo>
                  <a:lnTo>
                    <a:pt x="0" y="0"/>
                  </a:lnTo>
                  <a:lnTo>
                    <a:pt x="212377" y="0"/>
                  </a:lnTo>
                  <a:lnTo>
                    <a:pt x="294108" y="161891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/>
          <p:nvPr/>
        </p:nvSpPr>
        <p:spPr>
          <a:xfrm>
            <a:off x="1990126" y="4215843"/>
            <a:ext cx="960755" cy="153035"/>
          </a:xfrm>
          <a:custGeom>
            <a:avLst/>
            <a:gdLst/>
            <a:ahLst/>
            <a:cxnLst/>
            <a:rect l="l" t="t" r="r" b="b"/>
            <a:pathLst>
              <a:path w="960755" h="153035">
                <a:moveTo>
                  <a:pt x="883799" y="152999"/>
                </a:moveTo>
                <a:lnTo>
                  <a:pt x="0" y="152999"/>
                </a:lnTo>
                <a:lnTo>
                  <a:pt x="0" y="0"/>
                </a:lnTo>
                <a:lnTo>
                  <a:pt x="883799" y="0"/>
                </a:lnTo>
                <a:lnTo>
                  <a:pt x="960299" y="76499"/>
                </a:lnTo>
                <a:lnTo>
                  <a:pt x="883799" y="152999"/>
                </a:lnTo>
                <a:close/>
              </a:path>
            </a:pathLst>
          </a:custGeom>
          <a:solidFill>
            <a:srgbClr val="667E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3" name="object 113"/>
          <p:cNvGrpSpPr/>
          <p:nvPr/>
        </p:nvGrpSpPr>
        <p:grpSpPr>
          <a:xfrm>
            <a:off x="3101787" y="3844018"/>
            <a:ext cx="512445" cy="512445"/>
            <a:chOff x="3101787" y="3844018"/>
            <a:chExt cx="512445" cy="512445"/>
          </a:xfrm>
        </p:grpSpPr>
        <p:sp>
          <p:nvSpPr>
            <p:cNvPr id="114" name="object 114"/>
            <p:cNvSpPr/>
            <p:nvPr/>
          </p:nvSpPr>
          <p:spPr>
            <a:xfrm>
              <a:off x="3101784" y="3844023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413715" y="255866"/>
                  </a:moveTo>
                  <a:lnTo>
                    <a:pt x="410654" y="224955"/>
                  </a:lnTo>
                  <a:lnTo>
                    <a:pt x="401701" y="195516"/>
                  </a:lnTo>
                  <a:lnTo>
                    <a:pt x="389597" y="172847"/>
                  </a:lnTo>
                  <a:lnTo>
                    <a:pt x="389597" y="255866"/>
                  </a:lnTo>
                  <a:lnTo>
                    <a:pt x="382778" y="298094"/>
                  </a:lnTo>
                  <a:lnTo>
                    <a:pt x="363804" y="334772"/>
                  </a:lnTo>
                  <a:lnTo>
                    <a:pt x="334860" y="363689"/>
                  </a:lnTo>
                  <a:lnTo>
                    <a:pt x="298170" y="382651"/>
                  </a:lnTo>
                  <a:lnTo>
                    <a:pt x="255917" y="389458"/>
                  </a:lnTo>
                  <a:lnTo>
                    <a:pt x="213664" y="382651"/>
                  </a:lnTo>
                  <a:lnTo>
                    <a:pt x="176961" y="363689"/>
                  </a:lnTo>
                  <a:lnTo>
                    <a:pt x="148031" y="334772"/>
                  </a:lnTo>
                  <a:lnTo>
                    <a:pt x="129057" y="298094"/>
                  </a:lnTo>
                  <a:lnTo>
                    <a:pt x="122237" y="255866"/>
                  </a:lnTo>
                  <a:lnTo>
                    <a:pt x="129057" y="213639"/>
                  </a:lnTo>
                  <a:lnTo>
                    <a:pt x="148031" y="176974"/>
                  </a:lnTo>
                  <a:lnTo>
                    <a:pt x="176961" y="148056"/>
                  </a:lnTo>
                  <a:lnTo>
                    <a:pt x="213664" y="129082"/>
                  </a:lnTo>
                  <a:lnTo>
                    <a:pt x="255917" y="122275"/>
                  </a:lnTo>
                  <a:lnTo>
                    <a:pt x="298170" y="129082"/>
                  </a:lnTo>
                  <a:lnTo>
                    <a:pt x="334860" y="148056"/>
                  </a:lnTo>
                  <a:lnTo>
                    <a:pt x="363804" y="176974"/>
                  </a:lnTo>
                  <a:lnTo>
                    <a:pt x="382778" y="213639"/>
                  </a:lnTo>
                  <a:lnTo>
                    <a:pt x="389597" y="255866"/>
                  </a:lnTo>
                  <a:lnTo>
                    <a:pt x="389597" y="172847"/>
                  </a:lnTo>
                  <a:lnTo>
                    <a:pt x="343458" y="124650"/>
                  </a:lnTo>
                  <a:lnTo>
                    <a:pt x="286842" y="101206"/>
                  </a:lnTo>
                  <a:lnTo>
                    <a:pt x="255917" y="98158"/>
                  </a:lnTo>
                  <a:lnTo>
                    <a:pt x="206032" y="106197"/>
                  </a:lnTo>
                  <a:lnTo>
                    <a:pt x="162725" y="128587"/>
                  </a:lnTo>
                  <a:lnTo>
                    <a:pt x="128562" y="162725"/>
                  </a:lnTo>
                  <a:lnTo>
                    <a:pt x="106159" y="206019"/>
                  </a:lnTo>
                  <a:lnTo>
                    <a:pt x="98107" y="255866"/>
                  </a:lnTo>
                  <a:lnTo>
                    <a:pt x="106159" y="305727"/>
                  </a:lnTo>
                  <a:lnTo>
                    <a:pt x="128562" y="349021"/>
                  </a:lnTo>
                  <a:lnTo>
                    <a:pt x="162725" y="383159"/>
                  </a:lnTo>
                  <a:lnTo>
                    <a:pt x="206032" y="405549"/>
                  </a:lnTo>
                  <a:lnTo>
                    <a:pt x="255917" y="413588"/>
                  </a:lnTo>
                  <a:lnTo>
                    <a:pt x="305790" y="405549"/>
                  </a:lnTo>
                  <a:lnTo>
                    <a:pt x="336905" y="389458"/>
                  </a:lnTo>
                  <a:lnTo>
                    <a:pt x="349110" y="383159"/>
                  </a:lnTo>
                  <a:lnTo>
                    <a:pt x="383273" y="349021"/>
                  </a:lnTo>
                  <a:lnTo>
                    <a:pt x="405676" y="305727"/>
                  </a:lnTo>
                  <a:lnTo>
                    <a:pt x="413715" y="255866"/>
                  </a:lnTo>
                  <a:close/>
                </a:path>
                <a:path w="512445" h="512445">
                  <a:moveTo>
                    <a:pt x="463359" y="255905"/>
                  </a:moveTo>
                  <a:lnTo>
                    <a:pt x="459346" y="215226"/>
                  </a:lnTo>
                  <a:lnTo>
                    <a:pt x="447573" y="176479"/>
                  </a:lnTo>
                  <a:lnTo>
                    <a:pt x="439242" y="160883"/>
                  </a:lnTo>
                  <a:lnTo>
                    <a:pt x="439242" y="255905"/>
                  </a:lnTo>
                  <a:lnTo>
                    <a:pt x="432689" y="304660"/>
                  </a:lnTo>
                  <a:lnTo>
                    <a:pt x="414197" y="348475"/>
                  </a:lnTo>
                  <a:lnTo>
                    <a:pt x="385521" y="385584"/>
                  </a:lnTo>
                  <a:lnTo>
                    <a:pt x="348411" y="414274"/>
                  </a:lnTo>
                  <a:lnTo>
                    <a:pt x="304609" y="432765"/>
                  </a:lnTo>
                  <a:lnTo>
                    <a:pt x="255854" y="439305"/>
                  </a:lnTo>
                  <a:lnTo>
                    <a:pt x="207098" y="432765"/>
                  </a:lnTo>
                  <a:lnTo>
                    <a:pt x="163296" y="414274"/>
                  </a:lnTo>
                  <a:lnTo>
                    <a:pt x="126187" y="385584"/>
                  </a:lnTo>
                  <a:lnTo>
                    <a:pt x="97510" y="348475"/>
                  </a:lnTo>
                  <a:lnTo>
                    <a:pt x="79019" y="304660"/>
                  </a:lnTo>
                  <a:lnTo>
                    <a:pt x="72478" y="255905"/>
                  </a:lnTo>
                  <a:lnTo>
                    <a:pt x="79019" y="207137"/>
                  </a:lnTo>
                  <a:lnTo>
                    <a:pt x="97510" y="163334"/>
                  </a:lnTo>
                  <a:lnTo>
                    <a:pt x="126326" y="126098"/>
                  </a:lnTo>
                  <a:lnTo>
                    <a:pt x="163296" y="97536"/>
                  </a:lnTo>
                  <a:lnTo>
                    <a:pt x="207098" y="79044"/>
                  </a:lnTo>
                  <a:lnTo>
                    <a:pt x="255854" y="72491"/>
                  </a:lnTo>
                  <a:lnTo>
                    <a:pt x="304609" y="79044"/>
                  </a:lnTo>
                  <a:lnTo>
                    <a:pt x="348411" y="97536"/>
                  </a:lnTo>
                  <a:lnTo>
                    <a:pt x="385381" y="126098"/>
                  </a:lnTo>
                  <a:lnTo>
                    <a:pt x="414197" y="163334"/>
                  </a:lnTo>
                  <a:lnTo>
                    <a:pt x="432689" y="207137"/>
                  </a:lnTo>
                  <a:lnTo>
                    <a:pt x="439242" y="255905"/>
                  </a:lnTo>
                  <a:lnTo>
                    <a:pt x="439242" y="160883"/>
                  </a:lnTo>
                  <a:lnTo>
                    <a:pt x="428498" y="140754"/>
                  </a:lnTo>
                  <a:lnTo>
                    <a:pt x="402590" y="109143"/>
                  </a:lnTo>
                  <a:lnTo>
                    <a:pt x="370979" y="83223"/>
                  </a:lnTo>
                  <a:lnTo>
                    <a:pt x="350862" y="72491"/>
                  </a:lnTo>
                  <a:lnTo>
                    <a:pt x="335267" y="64160"/>
                  </a:lnTo>
                  <a:lnTo>
                    <a:pt x="296532" y="52387"/>
                  </a:lnTo>
                  <a:lnTo>
                    <a:pt x="255854" y="48361"/>
                  </a:lnTo>
                  <a:lnTo>
                    <a:pt x="208280" y="53848"/>
                  </a:lnTo>
                  <a:lnTo>
                    <a:pt x="164592" y="69456"/>
                  </a:lnTo>
                  <a:lnTo>
                    <a:pt x="126072" y="93954"/>
                  </a:lnTo>
                  <a:lnTo>
                    <a:pt x="93929" y="126098"/>
                  </a:lnTo>
                  <a:lnTo>
                    <a:pt x="69430" y="164630"/>
                  </a:lnTo>
                  <a:lnTo>
                    <a:pt x="53822" y="208318"/>
                  </a:lnTo>
                  <a:lnTo>
                    <a:pt x="48348" y="255905"/>
                  </a:lnTo>
                  <a:lnTo>
                    <a:pt x="53822" y="303491"/>
                  </a:lnTo>
                  <a:lnTo>
                    <a:pt x="69430" y="347167"/>
                  </a:lnTo>
                  <a:lnTo>
                    <a:pt x="93853" y="385584"/>
                  </a:lnTo>
                  <a:lnTo>
                    <a:pt x="126072" y="417842"/>
                  </a:lnTo>
                  <a:lnTo>
                    <a:pt x="164592" y="442341"/>
                  </a:lnTo>
                  <a:lnTo>
                    <a:pt x="208280" y="457962"/>
                  </a:lnTo>
                  <a:lnTo>
                    <a:pt x="255854" y="463435"/>
                  </a:lnTo>
                  <a:lnTo>
                    <a:pt x="303441" y="457962"/>
                  </a:lnTo>
                  <a:lnTo>
                    <a:pt x="347116" y="442341"/>
                  </a:lnTo>
                  <a:lnTo>
                    <a:pt x="351878" y="439305"/>
                  </a:lnTo>
                  <a:lnTo>
                    <a:pt x="385648" y="417842"/>
                  </a:lnTo>
                  <a:lnTo>
                    <a:pt x="417855" y="385584"/>
                  </a:lnTo>
                  <a:lnTo>
                    <a:pt x="442277" y="347167"/>
                  </a:lnTo>
                  <a:lnTo>
                    <a:pt x="457885" y="303491"/>
                  </a:lnTo>
                  <a:lnTo>
                    <a:pt x="463359" y="255905"/>
                  </a:lnTo>
                  <a:close/>
                </a:path>
                <a:path w="512445" h="512445">
                  <a:moveTo>
                    <a:pt x="511860" y="255968"/>
                  </a:moveTo>
                  <a:lnTo>
                    <a:pt x="506895" y="205803"/>
                  </a:lnTo>
                  <a:lnTo>
                    <a:pt x="492379" y="158013"/>
                  </a:lnTo>
                  <a:lnTo>
                    <a:pt x="487718" y="149288"/>
                  </a:lnTo>
                  <a:lnTo>
                    <a:pt x="487718" y="255968"/>
                  </a:lnTo>
                  <a:lnTo>
                    <a:pt x="483019" y="302691"/>
                  </a:lnTo>
                  <a:lnTo>
                    <a:pt x="469506" y="346214"/>
                  </a:lnTo>
                  <a:lnTo>
                    <a:pt x="448132" y="385584"/>
                  </a:lnTo>
                  <a:lnTo>
                    <a:pt x="419836" y="419900"/>
                  </a:lnTo>
                  <a:lnTo>
                    <a:pt x="385533" y="448208"/>
                  </a:lnTo>
                  <a:lnTo>
                    <a:pt x="346151" y="469582"/>
                  </a:lnTo>
                  <a:lnTo>
                    <a:pt x="302641" y="483095"/>
                  </a:lnTo>
                  <a:lnTo>
                    <a:pt x="255930" y="487794"/>
                  </a:lnTo>
                  <a:lnTo>
                    <a:pt x="209219" y="483095"/>
                  </a:lnTo>
                  <a:lnTo>
                    <a:pt x="165709" y="469582"/>
                  </a:lnTo>
                  <a:lnTo>
                    <a:pt x="126326" y="448208"/>
                  </a:lnTo>
                  <a:lnTo>
                    <a:pt x="92024" y="419900"/>
                  </a:lnTo>
                  <a:lnTo>
                    <a:pt x="63728" y="385584"/>
                  </a:lnTo>
                  <a:lnTo>
                    <a:pt x="42354" y="346214"/>
                  </a:lnTo>
                  <a:lnTo>
                    <a:pt x="28841" y="302691"/>
                  </a:lnTo>
                  <a:lnTo>
                    <a:pt x="28778" y="301980"/>
                  </a:lnTo>
                  <a:lnTo>
                    <a:pt x="24142" y="255968"/>
                  </a:lnTo>
                  <a:lnTo>
                    <a:pt x="28841" y="209245"/>
                  </a:lnTo>
                  <a:lnTo>
                    <a:pt x="42354" y="165735"/>
                  </a:lnTo>
                  <a:lnTo>
                    <a:pt x="63728" y="126352"/>
                  </a:lnTo>
                  <a:lnTo>
                    <a:pt x="92024" y="92036"/>
                  </a:lnTo>
                  <a:lnTo>
                    <a:pt x="126326" y="63728"/>
                  </a:lnTo>
                  <a:lnTo>
                    <a:pt x="165709" y="42354"/>
                  </a:lnTo>
                  <a:lnTo>
                    <a:pt x="209219" y="28854"/>
                  </a:lnTo>
                  <a:lnTo>
                    <a:pt x="255930" y="24142"/>
                  </a:lnTo>
                  <a:lnTo>
                    <a:pt x="302641" y="28854"/>
                  </a:lnTo>
                  <a:lnTo>
                    <a:pt x="346151" y="42354"/>
                  </a:lnTo>
                  <a:lnTo>
                    <a:pt x="385533" y="63728"/>
                  </a:lnTo>
                  <a:lnTo>
                    <a:pt x="419836" y="92036"/>
                  </a:lnTo>
                  <a:lnTo>
                    <a:pt x="448132" y="126352"/>
                  </a:lnTo>
                  <a:lnTo>
                    <a:pt x="469506" y="165735"/>
                  </a:lnTo>
                  <a:lnTo>
                    <a:pt x="483019" y="209245"/>
                  </a:lnTo>
                  <a:lnTo>
                    <a:pt x="483082" y="209956"/>
                  </a:lnTo>
                  <a:lnTo>
                    <a:pt x="487718" y="255968"/>
                  </a:lnTo>
                  <a:lnTo>
                    <a:pt x="487718" y="149288"/>
                  </a:lnTo>
                  <a:lnTo>
                    <a:pt x="468858" y="113957"/>
                  </a:lnTo>
                  <a:lnTo>
                    <a:pt x="436905" y="74968"/>
                  </a:lnTo>
                  <a:lnTo>
                    <a:pt x="397916" y="43002"/>
                  </a:lnTo>
                  <a:lnTo>
                    <a:pt x="362585" y="24142"/>
                  </a:lnTo>
                  <a:lnTo>
                    <a:pt x="353872" y="19481"/>
                  </a:lnTo>
                  <a:lnTo>
                    <a:pt x="306095" y="4965"/>
                  </a:lnTo>
                  <a:lnTo>
                    <a:pt x="255930" y="0"/>
                  </a:lnTo>
                  <a:lnTo>
                    <a:pt x="209931" y="4127"/>
                  </a:lnTo>
                  <a:lnTo>
                    <a:pt x="166624" y="16014"/>
                  </a:lnTo>
                  <a:lnTo>
                    <a:pt x="126758" y="34950"/>
                  </a:lnTo>
                  <a:lnTo>
                    <a:pt x="91033" y="60198"/>
                  </a:lnTo>
                  <a:lnTo>
                    <a:pt x="60185" y="91059"/>
                  </a:lnTo>
                  <a:lnTo>
                    <a:pt x="34937" y="126784"/>
                  </a:lnTo>
                  <a:lnTo>
                    <a:pt x="16014" y="166649"/>
                  </a:lnTo>
                  <a:lnTo>
                    <a:pt x="4114" y="209956"/>
                  </a:lnTo>
                  <a:lnTo>
                    <a:pt x="0" y="255968"/>
                  </a:lnTo>
                  <a:lnTo>
                    <a:pt x="4114" y="301980"/>
                  </a:lnTo>
                  <a:lnTo>
                    <a:pt x="16014" y="345287"/>
                  </a:lnTo>
                  <a:lnTo>
                    <a:pt x="34937" y="385165"/>
                  </a:lnTo>
                  <a:lnTo>
                    <a:pt x="60185" y="420890"/>
                  </a:lnTo>
                  <a:lnTo>
                    <a:pt x="91033" y="451739"/>
                  </a:lnTo>
                  <a:lnTo>
                    <a:pt x="126758" y="476986"/>
                  </a:lnTo>
                  <a:lnTo>
                    <a:pt x="166624" y="495922"/>
                  </a:lnTo>
                  <a:lnTo>
                    <a:pt x="209931" y="507822"/>
                  </a:lnTo>
                  <a:lnTo>
                    <a:pt x="255930" y="511937"/>
                  </a:lnTo>
                  <a:lnTo>
                    <a:pt x="301929" y="507822"/>
                  </a:lnTo>
                  <a:lnTo>
                    <a:pt x="345236" y="495922"/>
                  </a:lnTo>
                  <a:lnTo>
                    <a:pt x="362343" y="487794"/>
                  </a:lnTo>
                  <a:lnTo>
                    <a:pt x="385102" y="476986"/>
                  </a:lnTo>
                  <a:lnTo>
                    <a:pt x="420827" y="451739"/>
                  </a:lnTo>
                  <a:lnTo>
                    <a:pt x="451675" y="420890"/>
                  </a:lnTo>
                  <a:lnTo>
                    <a:pt x="476923" y="385165"/>
                  </a:lnTo>
                  <a:lnTo>
                    <a:pt x="495846" y="345287"/>
                  </a:lnTo>
                  <a:lnTo>
                    <a:pt x="507746" y="301980"/>
                  </a:lnTo>
                  <a:lnTo>
                    <a:pt x="511860" y="255968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253906" y="3996191"/>
              <a:ext cx="207617" cy="20764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102394" y="3844048"/>
              <a:ext cx="489584" cy="511175"/>
            </a:xfrm>
            <a:custGeom>
              <a:avLst/>
              <a:gdLst/>
              <a:ahLst/>
              <a:cxnLst/>
              <a:rect l="l" t="t" r="r" b="b"/>
              <a:pathLst>
                <a:path w="489585" h="511175">
                  <a:moveTo>
                    <a:pt x="289394" y="410184"/>
                  </a:moveTo>
                  <a:lnTo>
                    <a:pt x="284226" y="386473"/>
                  </a:lnTo>
                  <a:lnTo>
                    <a:pt x="246761" y="389242"/>
                  </a:lnTo>
                  <a:lnTo>
                    <a:pt x="210667" y="381698"/>
                  </a:lnTo>
                  <a:lnTo>
                    <a:pt x="178003" y="364578"/>
                  </a:lnTo>
                  <a:lnTo>
                    <a:pt x="150837" y="338632"/>
                  </a:lnTo>
                  <a:lnTo>
                    <a:pt x="131953" y="306146"/>
                  </a:lnTo>
                  <a:lnTo>
                    <a:pt x="122948" y="270383"/>
                  </a:lnTo>
                  <a:lnTo>
                    <a:pt x="124053" y="233514"/>
                  </a:lnTo>
                  <a:lnTo>
                    <a:pt x="156451" y="166547"/>
                  </a:lnTo>
                  <a:lnTo>
                    <a:pt x="218287" y="127660"/>
                  </a:lnTo>
                  <a:lnTo>
                    <a:pt x="255473" y="122301"/>
                  </a:lnTo>
                  <a:lnTo>
                    <a:pt x="255409" y="98031"/>
                  </a:lnTo>
                  <a:lnTo>
                    <a:pt x="211480" y="104355"/>
                  </a:lnTo>
                  <a:lnTo>
                    <a:pt x="171742" y="122250"/>
                  </a:lnTo>
                  <a:lnTo>
                    <a:pt x="138404" y="150304"/>
                  </a:lnTo>
                  <a:lnTo>
                    <a:pt x="113652" y="187159"/>
                  </a:lnTo>
                  <a:lnTo>
                    <a:pt x="100126" y="229450"/>
                  </a:lnTo>
                  <a:lnTo>
                    <a:pt x="98818" y="273011"/>
                  </a:lnTo>
                  <a:lnTo>
                    <a:pt x="109461" y="315264"/>
                  </a:lnTo>
                  <a:lnTo>
                    <a:pt x="131775" y="353656"/>
                  </a:lnTo>
                  <a:lnTo>
                    <a:pt x="163880" y="384314"/>
                  </a:lnTo>
                  <a:lnTo>
                    <a:pt x="202476" y="404545"/>
                  </a:lnTo>
                  <a:lnTo>
                    <a:pt x="245122" y="413461"/>
                  </a:lnTo>
                  <a:lnTo>
                    <a:pt x="289394" y="410184"/>
                  </a:lnTo>
                  <a:close/>
                </a:path>
                <a:path w="489585" h="511175">
                  <a:moveTo>
                    <a:pt x="463016" y="258457"/>
                  </a:moveTo>
                  <a:lnTo>
                    <a:pt x="457136" y="206781"/>
                  </a:lnTo>
                  <a:lnTo>
                    <a:pt x="434682" y="212242"/>
                  </a:lnTo>
                  <a:lnTo>
                    <a:pt x="439915" y="258178"/>
                  </a:lnTo>
                  <a:lnTo>
                    <a:pt x="433806" y="302971"/>
                  </a:lnTo>
                  <a:lnTo>
                    <a:pt x="417144" y="344678"/>
                  </a:lnTo>
                  <a:lnTo>
                    <a:pt x="390702" y="381342"/>
                  </a:lnTo>
                  <a:lnTo>
                    <a:pt x="355269" y="411035"/>
                  </a:lnTo>
                  <a:lnTo>
                    <a:pt x="313588" y="430999"/>
                  </a:lnTo>
                  <a:lnTo>
                    <a:pt x="269265" y="439889"/>
                  </a:lnTo>
                  <a:lnTo>
                    <a:pt x="224409" y="437794"/>
                  </a:lnTo>
                  <a:lnTo>
                    <a:pt x="181114" y="424815"/>
                  </a:lnTo>
                  <a:lnTo>
                    <a:pt x="141465" y="401040"/>
                  </a:lnTo>
                  <a:lnTo>
                    <a:pt x="108953" y="368185"/>
                  </a:lnTo>
                  <a:lnTo>
                    <a:pt x="86055" y="329209"/>
                  </a:lnTo>
                  <a:lnTo>
                    <a:pt x="73355" y="286131"/>
                  </a:lnTo>
                  <a:lnTo>
                    <a:pt x="71450" y="240969"/>
                  </a:lnTo>
                  <a:lnTo>
                    <a:pt x="80924" y="195719"/>
                  </a:lnTo>
                  <a:lnTo>
                    <a:pt x="101333" y="154241"/>
                  </a:lnTo>
                  <a:lnTo>
                    <a:pt x="130657" y="119837"/>
                  </a:lnTo>
                  <a:lnTo>
                    <a:pt x="167195" y="93738"/>
                  </a:lnTo>
                  <a:lnTo>
                    <a:pt x="209245" y="77152"/>
                  </a:lnTo>
                  <a:lnTo>
                    <a:pt x="255092" y="71297"/>
                  </a:lnTo>
                  <a:lnTo>
                    <a:pt x="255066" y="48196"/>
                  </a:lnTo>
                  <a:lnTo>
                    <a:pt x="203466" y="54775"/>
                  </a:lnTo>
                  <a:lnTo>
                    <a:pt x="156159" y="73431"/>
                  </a:lnTo>
                  <a:lnTo>
                    <a:pt x="115036" y="102806"/>
                  </a:lnTo>
                  <a:lnTo>
                    <a:pt x="82042" y="141516"/>
                  </a:lnTo>
                  <a:lnTo>
                    <a:pt x="59080" y="188188"/>
                  </a:lnTo>
                  <a:lnTo>
                    <a:pt x="48412" y="239102"/>
                  </a:lnTo>
                  <a:lnTo>
                    <a:pt x="50558" y="289928"/>
                  </a:lnTo>
                  <a:lnTo>
                    <a:pt x="64858" y="338391"/>
                  </a:lnTo>
                  <a:lnTo>
                    <a:pt x="90627" y="382257"/>
                  </a:lnTo>
                  <a:lnTo>
                    <a:pt x="127203" y="419227"/>
                  </a:lnTo>
                  <a:lnTo>
                    <a:pt x="171818" y="445973"/>
                  </a:lnTo>
                  <a:lnTo>
                    <a:pt x="220535" y="460578"/>
                  </a:lnTo>
                  <a:lnTo>
                    <a:pt x="271005" y="462927"/>
                  </a:lnTo>
                  <a:lnTo>
                    <a:pt x="320878" y="452932"/>
                  </a:lnTo>
                  <a:lnTo>
                    <a:pt x="367779" y="430453"/>
                  </a:lnTo>
                  <a:lnTo>
                    <a:pt x="407644" y="397052"/>
                  </a:lnTo>
                  <a:lnTo>
                    <a:pt x="437388" y="355790"/>
                  </a:lnTo>
                  <a:lnTo>
                    <a:pt x="456145" y="308864"/>
                  </a:lnTo>
                  <a:lnTo>
                    <a:pt x="463016" y="258457"/>
                  </a:lnTo>
                  <a:close/>
                </a:path>
                <a:path w="489585" h="511175">
                  <a:moveTo>
                    <a:pt x="489013" y="361200"/>
                  </a:moveTo>
                  <a:lnTo>
                    <a:pt x="467118" y="351332"/>
                  </a:lnTo>
                  <a:lnTo>
                    <a:pt x="442722" y="393179"/>
                  </a:lnTo>
                  <a:lnTo>
                    <a:pt x="411099" y="428193"/>
                  </a:lnTo>
                  <a:lnTo>
                    <a:pt x="373570" y="455739"/>
                  </a:lnTo>
                  <a:lnTo>
                    <a:pt x="331495" y="475183"/>
                  </a:lnTo>
                  <a:lnTo>
                    <a:pt x="286207" y="485940"/>
                  </a:lnTo>
                  <a:lnTo>
                    <a:pt x="239052" y="487349"/>
                  </a:lnTo>
                  <a:lnTo>
                    <a:pt x="191376" y="478815"/>
                  </a:lnTo>
                  <a:lnTo>
                    <a:pt x="146481" y="460629"/>
                  </a:lnTo>
                  <a:lnTo>
                    <a:pt x="107340" y="434289"/>
                  </a:lnTo>
                  <a:lnTo>
                    <a:pt x="74752" y="401053"/>
                  </a:lnTo>
                  <a:lnTo>
                    <a:pt x="49517" y="362165"/>
                  </a:lnTo>
                  <a:lnTo>
                    <a:pt x="32435" y="318858"/>
                  </a:lnTo>
                  <a:lnTo>
                    <a:pt x="24333" y="272376"/>
                  </a:lnTo>
                  <a:lnTo>
                    <a:pt x="26009" y="223964"/>
                  </a:lnTo>
                  <a:lnTo>
                    <a:pt x="37630" y="176936"/>
                  </a:lnTo>
                  <a:lnTo>
                    <a:pt x="58140" y="134442"/>
                  </a:lnTo>
                  <a:lnTo>
                    <a:pt x="86398" y="97447"/>
                  </a:lnTo>
                  <a:lnTo>
                    <a:pt x="121297" y="66941"/>
                  </a:lnTo>
                  <a:lnTo>
                    <a:pt x="161734" y="43878"/>
                  </a:lnTo>
                  <a:lnTo>
                    <a:pt x="206578" y="29248"/>
                  </a:lnTo>
                  <a:lnTo>
                    <a:pt x="254736" y="24015"/>
                  </a:lnTo>
                  <a:lnTo>
                    <a:pt x="254635" y="0"/>
                  </a:lnTo>
                  <a:lnTo>
                    <a:pt x="207962" y="4457"/>
                  </a:lnTo>
                  <a:lnTo>
                    <a:pt x="163969" y="16967"/>
                  </a:lnTo>
                  <a:lnTo>
                    <a:pt x="123456" y="36804"/>
                  </a:lnTo>
                  <a:lnTo>
                    <a:pt x="87274" y="63233"/>
                  </a:lnTo>
                  <a:lnTo>
                    <a:pt x="56235" y="95554"/>
                  </a:lnTo>
                  <a:lnTo>
                    <a:pt x="31165" y="133045"/>
                  </a:lnTo>
                  <a:lnTo>
                    <a:pt x="12890" y="174980"/>
                  </a:lnTo>
                  <a:lnTo>
                    <a:pt x="2222" y="220649"/>
                  </a:lnTo>
                  <a:lnTo>
                    <a:pt x="0" y="267487"/>
                  </a:lnTo>
                  <a:lnTo>
                    <a:pt x="6121" y="312826"/>
                  </a:lnTo>
                  <a:lnTo>
                    <a:pt x="19989" y="355739"/>
                  </a:lnTo>
                  <a:lnTo>
                    <a:pt x="41021" y="395312"/>
                  </a:lnTo>
                  <a:lnTo>
                    <a:pt x="68592" y="430631"/>
                  </a:lnTo>
                  <a:lnTo>
                    <a:pt x="102133" y="460781"/>
                  </a:lnTo>
                  <a:lnTo>
                    <a:pt x="141033" y="484847"/>
                  </a:lnTo>
                  <a:lnTo>
                    <a:pt x="184708" y="501891"/>
                  </a:lnTo>
                  <a:lnTo>
                    <a:pt x="230759" y="510755"/>
                  </a:lnTo>
                  <a:lnTo>
                    <a:pt x="276491" y="511136"/>
                  </a:lnTo>
                  <a:lnTo>
                    <a:pt x="320941" y="503504"/>
                  </a:lnTo>
                  <a:lnTo>
                    <a:pt x="363105" y="488315"/>
                  </a:lnTo>
                  <a:lnTo>
                    <a:pt x="401980" y="466026"/>
                  </a:lnTo>
                  <a:lnTo>
                    <a:pt x="436587" y="437108"/>
                  </a:lnTo>
                  <a:lnTo>
                    <a:pt x="465924" y="402018"/>
                  </a:lnTo>
                  <a:lnTo>
                    <a:pt x="489013" y="361200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255367" y="3996033"/>
              <a:ext cx="189745" cy="207451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3798011" y="3849448"/>
            <a:ext cx="509270" cy="511175"/>
            <a:chOff x="3798011" y="3849448"/>
            <a:chExt cx="509270" cy="511175"/>
          </a:xfrm>
        </p:grpSpPr>
        <p:sp>
          <p:nvSpPr>
            <p:cNvPr id="119" name="object 119"/>
            <p:cNvSpPr/>
            <p:nvPr/>
          </p:nvSpPr>
          <p:spPr>
            <a:xfrm>
              <a:off x="4001198" y="3849448"/>
              <a:ext cx="219075" cy="162560"/>
            </a:xfrm>
            <a:custGeom>
              <a:avLst/>
              <a:gdLst/>
              <a:ahLst/>
              <a:cxnLst/>
              <a:rect l="l" t="t" r="r" b="b"/>
              <a:pathLst>
                <a:path w="219075" h="162560">
                  <a:moveTo>
                    <a:pt x="132741" y="162024"/>
                  </a:moveTo>
                  <a:lnTo>
                    <a:pt x="129942" y="159570"/>
                  </a:lnTo>
                  <a:lnTo>
                    <a:pt x="127029" y="157236"/>
                  </a:lnTo>
                  <a:lnTo>
                    <a:pt x="124009" y="155033"/>
                  </a:lnTo>
                  <a:lnTo>
                    <a:pt x="107792" y="145108"/>
                  </a:lnTo>
                  <a:lnTo>
                    <a:pt x="90116" y="137656"/>
                  </a:lnTo>
                  <a:lnTo>
                    <a:pt x="71171" y="133002"/>
                  </a:lnTo>
                  <a:lnTo>
                    <a:pt x="51206" y="131395"/>
                  </a:lnTo>
                  <a:lnTo>
                    <a:pt x="46272" y="131466"/>
                  </a:lnTo>
                  <a:lnTo>
                    <a:pt x="37994" y="131466"/>
                  </a:lnTo>
                  <a:lnTo>
                    <a:pt x="34540" y="131972"/>
                  </a:lnTo>
                  <a:lnTo>
                    <a:pt x="26172" y="133689"/>
                  </a:lnTo>
                  <a:lnTo>
                    <a:pt x="0" y="5225"/>
                  </a:lnTo>
                  <a:lnTo>
                    <a:pt x="12138" y="3035"/>
                  </a:lnTo>
                  <a:lnTo>
                    <a:pt x="24246" y="1443"/>
                  </a:lnTo>
                  <a:lnTo>
                    <a:pt x="36305" y="441"/>
                  </a:lnTo>
                  <a:lnTo>
                    <a:pt x="48302" y="19"/>
                  </a:lnTo>
                  <a:lnTo>
                    <a:pt x="49346" y="5"/>
                  </a:lnTo>
                  <a:lnTo>
                    <a:pt x="50387" y="0"/>
                  </a:lnTo>
                  <a:lnTo>
                    <a:pt x="51429" y="0"/>
                  </a:lnTo>
                  <a:lnTo>
                    <a:pt x="84765" y="2206"/>
                  </a:lnTo>
                  <a:lnTo>
                    <a:pt x="116957" y="8655"/>
                  </a:lnTo>
                  <a:lnTo>
                    <a:pt x="147687" y="19090"/>
                  </a:lnTo>
                  <a:lnTo>
                    <a:pt x="176632" y="33256"/>
                  </a:lnTo>
                  <a:lnTo>
                    <a:pt x="187724" y="40001"/>
                  </a:lnTo>
                  <a:lnTo>
                    <a:pt x="198448" y="47240"/>
                  </a:lnTo>
                  <a:lnTo>
                    <a:pt x="208766" y="54996"/>
                  </a:lnTo>
                  <a:lnTo>
                    <a:pt x="218660" y="63249"/>
                  </a:lnTo>
                  <a:lnTo>
                    <a:pt x="132741" y="162024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125140" y="3898474"/>
              <a:ext cx="175895" cy="179070"/>
            </a:xfrm>
            <a:custGeom>
              <a:avLst/>
              <a:gdLst/>
              <a:ahLst/>
              <a:cxnLst/>
              <a:rect l="l" t="t" r="r" b="b"/>
              <a:pathLst>
                <a:path w="175895" h="179070">
                  <a:moveTo>
                    <a:pt x="48087" y="178890"/>
                  </a:moveTo>
                  <a:lnTo>
                    <a:pt x="47260" y="175246"/>
                  </a:lnTo>
                  <a:lnTo>
                    <a:pt x="46272" y="171664"/>
                  </a:lnTo>
                  <a:lnTo>
                    <a:pt x="45129" y="168141"/>
                  </a:lnTo>
                  <a:lnTo>
                    <a:pt x="37471" y="150003"/>
                  </a:lnTo>
                  <a:lnTo>
                    <a:pt x="27283" y="133410"/>
                  </a:lnTo>
                  <a:lnTo>
                    <a:pt x="14703" y="118679"/>
                  </a:lnTo>
                  <a:lnTo>
                    <a:pt x="0" y="106080"/>
                  </a:lnTo>
                  <a:lnTo>
                    <a:pt x="76790" y="0"/>
                  </a:lnTo>
                  <a:lnTo>
                    <a:pt x="82960" y="4497"/>
                  </a:lnTo>
                  <a:lnTo>
                    <a:pt x="88914" y="9271"/>
                  </a:lnTo>
                  <a:lnTo>
                    <a:pt x="94644" y="14300"/>
                  </a:lnTo>
                  <a:lnTo>
                    <a:pt x="122503" y="42719"/>
                  </a:lnTo>
                  <a:lnTo>
                    <a:pt x="145559" y="75192"/>
                  </a:lnTo>
                  <a:lnTo>
                    <a:pt x="163384" y="111037"/>
                  </a:lnTo>
                  <a:lnTo>
                    <a:pt x="175480" y="149654"/>
                  </a:lnTo>
                  <a:lnTo>
                    <a:pt x="48087" y="178890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166396" y="4026122"/>
              <a:ext cx="140970" cy="179705"/>
            </a:xfrm>
            <a:custGeom>
              <a:avLst/>
              <a:gdLst/>
              <a:ahLst/>
              <a:cxnLst/>
              <a:rect l="l" t="t" r="r" b="b"/>
              <a:pathLst>
                <a:path w="140970" h="179704">
                  <a:moveTo>
                    <a:pt x="120184" y="179209"/>
                  </a:moveTo>
                  <a:lnTo>
                    <a:pt x="0" y="127720"/>
                  </a:lnTo>
                  <a:lnTo>
                    <a:pt x="1429" y="124338"/>
                  </a:lnTo>
                  <a:lnTo>
                    <a:pt x="2722" y="120886"/>
                  </a:lnTo>
                  <a:lnTo>
                    <a:pt x="3861" y="117363"/>
                  </a:lnTo>
                  <a:lnTo>
                    <a:pt x="6336" y="108099"/>
                  </a:lnTo>
                  <a:lnTo>
                    <a:pt x="8225" y="98609"/>
                  </a:lnTo>
                  <a:lnTo>
                    <a:pt x="9381" y="88874"/>
                  </a:lnTo>
                  <a:lnTo>
                    <a:pt x="9772" y="78923"/>
                  </a:lnTo>
                  <a:lnTo>
                    <a:pt x="9380" y="68971"/>
                  </a:lnTo>
                  <a:lnTo>
                    <a:pt x="8224" y="59236"/>
                  </a:lnTo>
                  <a:lnTo>
                    <a:pt x="6335" y="49747"/>
                  </a:lnTo>
                  <a:lnTo>
                    <a:pt x="3743" y="40530"/>
                  </a:lnTo>
                  <a:lnTo>
                    <a:pt x="128023" y="0"/>
                  </a:lnTo>
                  <a:lnTo>
                    <a:pt x="130350" y="7209"/>
                  </a:lnTo>
                  <a:lnTo>
                    <a:pt x="132374" y="14560"/>
                  </a:lnTo>
                  <a:lnTo>
                    <a:pt x="134066" y="22035"/>
                  </a:lnTo>
                  <a:lnTo>
                    <a:pt x="134221" y="21998"/>
                  </a:lnTo>
                  <a:lnTo>
                    <a:pt x="137840" y="41343"/>
                  </a:lnTo>
                  <a:lnTo>
                    <a:pt x="139970" y="61121"/>
                  </a:lnTo>
                  <a:lnTo>
                    <a:pt x="140554" y="81265"/>
                  </a:lnTo>
                  <a:lnTo>
                    <a:pt x="139535" y="101710"/>
                  </a:lnTo>
                  <a:lnTo>
                    <a:pt x="136915" y="122012"/>
                  </a:lnTo>
                  <a:lnTo>
                    <a:pt x="132773" y="141733"/>
                  </a:lnTo>
                  <a:lnTo>
                    <a:pt x="127174" y="160817"/>
                  </a:lnTo>
                  <a:lnTo>
                    <a:pt x="120184" y="179209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116063" y="4143445"/>
              <a:ext cx="178435" cy="180975"/>
            </a:xfrm>
            <a:custGeom>
              <a:avLst/>
              <a:gdLst/>
              <a:ahLst/>
              <a:cxnLst/>
              <a:rect l="l" t="t" r="r" b="b"/>
              <a:pathLst>
                <a:path w="178435" h="180975">
                  <a:moveTo>
                    <a:pt x="67040" y="180755"/>
                  </a:moveTo>
                  <a:lnTo>
                    <a:pt x="0" y="68219"/>
                  </a:lnTo>
                  <a:lnTo>
                    <a:pt x="3132" y="66337"/>
                  </a:lnTo>
                  <a:lnTo>
                    <a:pt x="6175" y="64312"/>
                  </a:lnTo>
                  <a:lnTo>
                    <a:pt x="9128" y="62167"/>
                  </a:lnTo>
                  <a:lnTo>
                    <a:pt x="23786" y="49504"/>
                  </a:lnTo>
                  <a:lnTo>
                    <a:pt x="36364" y="34775"/>
                  </a:lnTo>
                  <a:lnTo>
                    <a:pt x="46551" y="18184"/>
                  </a:lnTo>
                  <a:lnTo>
                    <a:pt x="54080" y="0"/>
                  </a:lnTo>
                  <a:lnTo>
                    <a:pt x="178360" y="40519"/>
                  </a:lnTo>
                  <a:lnTo>
                    <a:pt x="176010" y="47774"/>
                  </a:lnTo>
                  <a:lnTo>
                    <a:pt x="173350" y="54879"/>
                  </a:lnTo>
                  <a:lnTo>
                    <a:pt x="170389" y="61831"/>
                  </a:lnTo>
                  <a:lnTo>
                    <a:pt x="151771" y="97735"/>
                  </a:lnTo>
                  <a:lnTo>
                    <a:pt x="127877" y="129829"/>
                  </a:lnTo>
                  <a:lnTo>
                    <a:pt x="99434" y="157670"/>
                  </a:lnTo>
                  <a:lnTo>
                    <a:pt x="67040" y="180755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029831" y="4205544"/>
              <a:ext cx="172720" cy="154940"/>
            </a:xfrm>
            <a:custGeom>
              <a:avLst/>
              <a:gdLst/>
              <a:ahLst/>
              <a:cxnLst/>
              <a:rect l="l" t="t" r="r" b="b"/>
              <a:pathLst>
                <a:path w="172720" h="154939">
                  <a:moveTo>
                    <a:pt x="22996" y="154840"/>
                  </a:moveTo>
                  <a:lnTo>
                    <a:pt x="15394" y="154840"/>
                  </a:lnTo>
                  <a:lnTo>
                    <a:pt x="7723" y="154499"/>
                  </a:lnTo>
                  <a:lnTo>
                    <a:pt x="5" y="153806"/>
                  </a:lnTo>
                  <a:lnTo>
                    <a:pt x="11656" y="23224"/>
                  </a:lnTo>
                  <a:lnTo>
                    <a:pt x="15320" y="23555"/>
                  </a:lnTo>
                  <a:lnTo>
                    <a:pt x="18957" y="23719"/>
                  </a:lnTo>
                  <a:lnTo>
                    <a:pt x="22560" y="23727"/>
                  </a:lnTo>
                  <a:lnTo>
                    <a:pt x="42535" y="22117"/>
                  </a:lnTo>
                  <a:lnTo>
                    <a:pt x="61483" y="17460"/>
                  </a:lnTo>
                  <a:lnTo>
                    <a:pt x="79163" y="10004"/>
                  </a:lnTo>
                  <a:lnTo>
                    <a:pt x="95323" y="0"/>
                  </a:lnTo>
                  <a:lnTo>
                    <a:pt x="172105" y="106080"/>
                  </a:lnTo>
                  <a:lnTo>
                    <a:pt x="166020" y="110527"/>
                  </a:lnTo>
                  <a:lnTo>
                    <a:pt x="159731" y="114708"/>
                  </a:lnTo>
                  <a:lnTo>
                    <a:pt x="153249" y="118601"/>
                  </a:lnTo>
                  <a:lnTo>
                    <a:pt x="123381" y="134036"/>
                  </a:lnTo>
                  <a:lnTo>
                    <a:pt x="91462" y="145395"/>
                  </a:lnTo>
                  <a:lnTo>
                    <a:pt x="57882" y="152429"/>
                  </a:lnTo>
                  <a:lnTo>
                    <a:pt x="22996" y="154840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885233" y="4198629"/>
              <a:ext cx="167640" cy="161925"/>
            </a:xfrm>
            <a:custGeom>
              <a:avLst/>
              <a:gdLst/>
              <a:ahLst/>
              <a:cxnLst/>
              <a:rect l="l" t="t" r="r" b="b"/>
              <a:pathLst>
                <a:path w="167639" h="161925">
                  <a:moveTo>
                    <a:pt x="167168" y="161739"/>
                  </a:moveTo>
                  <a:lnTo>
                    <a:pt x="126129" y="158434"/>
                  </a:lnTo>
                  <a:lnTo>
                    <a:pt x="87183" y="148863"/>
                  </a:lnTo>
                  <a:lnTo>
                    <a:pt x="50846" y="133541"/>
                  </a:lnTo>
                  <a:lnTo>
                    <a:pt x="17634" y="112985"/>
                  </a:lnTo>
                  <a:lnTo>
                    <a:pt x="11563" y="108470"/>
                  </a:lnTo>
                  <a:lnTo>
                    <a:pt x="5666" y="103741"/>
                  </a:lnTo>
                  <a:lnTo>
                    <a:pt x="0" y="98763"/>
                  </a:lnTo>
                  <a:lnTo>
                    <a:pt x="85902" y="0"/>
                  </a:lnTo>
                  <a:lnTo>
                    <a:pt x="101107" y="11407"/>
                  </a:lnTo>
                  <a:lnTo>
                    <a:pt x="118052" y="20417"/>
                  </a:lnTo>
                  <a:lnTo>
                    <a:pt x="136510" y="26753"/>
                  </a:lnTo>
                  <a:lnTo>
                    <a:pt x="156258" y="30143"/>
                  </a:lnTo>
                  <a:lnTo>
                    <a:pt x="159852" y="30482"/>
                  </a:lnTo>
                  <a:lnTo>
                    <a:pt x="163492" y="30640"/>
                  </a:lnTo>
                  <a:lnTo>
                    <a:pt x="167168" y="30640"/>
                  </a:lnTo>
                  <a:lnTo>
                    <a:pt x="167168" y="161739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804476" y="4132727"/>
              <a:ext cx="175260" cy="179070"/>
            </a:xfrm>
            <a:custGeom>
              <a:avLst/>
              <a:gdLst/>
              <a:ahLst/>
              <a:cxnLst/>
              <a:rect l="l" t="t" r="r" b="b"/>
              <a:pathLst>
                <a:path w="175260" h="179070">
                  <a:moveTo>
                    <a:pt x="98391" y="178890"/>
                  </a:moveTo>
                  <a:lnTo>
                    <a:pt x="68184" y="152997"/>
                  </a:lnTo>
                  <a:lnTo>
                    <a:pt x="42335" y="122721"/>
                  </a:lnTo>
                  <a:lnTo>
                    <a:pt x="21394" y="88615"/>
                  </a:lnTo>
                  <a:lnTo>
                    <a:pt x="5913" y="51235"/>
                  </a:lnTo>
                  <a:lnTo>
                    <a:pt x="6046" y="51187"/>
                  </a:lnTo>
                  <a:lnTo>
                    <a:pt x="3715" y="43994"/>
                  </a:lnTo>
                  <a:lnTo>
                    <a:pt x="1694" y="36671"/>
                  </a:lnTo>
                  <a:lnTo>
                    <a:pt x="0" y="29236"/>
                  </a:lnTo>
                  <a:lnTo>
                    <a:pt x="127395" y="0"/>
                  </a:lnTo>
                  <a:lnTo>
                    <a:pt x="133272" y="18795"/>
                  </a:lnTo>
                  <a:lnTo>
                    <a:pt x="141939" y="36238"/>
                  </a:lnTo>
                  <a:lnTo>
                    <a:pt x="153152" y="52036"/>
                  </a:lnTo>
                  <a:lnTo>
                    <a:pt x="166667" y="65899"/>
                  </a:lnTo>
                  <a:lnTo>
                    <a:pt x="169364" y="68374"/>
                  </a:lnTo>
                  <a:lnTo>
                    <a:pt x="172221" y="70665"/>
                  </a:lnTo>
                  <a:lnTo>
                    <a:pt x="175176" y="72820"/>
                  </a:lnTo>
                  <a:lnTo>
                    <a:pt x="98391" y="178890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798011" y="4004760"/>
              <a:ext cx="140970" cy="179705"/>
            </a:xfrm>
            <a:custGeom>
              <a:avLst/>
              <a:gdLst/>
              <a:ahLst/>
              <a:cxnLst/>
              <a:rect l="l" t="t" r="r" b="b"/>
              <a:pathLst>
                <a:path w="140970" h="179704">
                  <a:moveTo>
                    <a:pt x="12382" y="179209"/>
                  </a:moveTo>
                  <a:lnTo>
                    <a:pt x="7057" y="160264"/>
                  </a:lnTo>
                  <a:lnTo>
                    <a:pt x="3177" y="140754"/>
                  </a:lnTo>
                  <a:lnTo>
                    <a:pt x="804" y="120740"/>
                  </a:lnTo>
                  <a:lnTo>
                    <a:pt x="0" y="100286"/>
                  </a:lnTo>
                  <a:lnTo>
                    <a:pt x="804" y="79830"/>
                  </a:lnTo>
                  <a:lnTo>
                    <a:pt x="3101" y="60447"/>
                  </a:lnTo>
                  <a:lnTo>
                    <a:pt x="3176" y="59817"/>
                  </a:lnTo>
                  <a:lnTo>
                    <a:pt x="7056" y="40308"/>
                  </a:lnTo>
                  <a:lnTo>
                    <a:pt x="12382" y="21362"/>
                  </a:lnTo>
                  <a:lnTo>
                    <a:pt x="12538" y="21362"/>
                  </a:lnTo>
                  <a:lnTo>
                    <a:pt x="14873" y="14116"/>
                  </a:lnTo>
                  <a:lnTo>
                    <a:pt x="17539" y="6971"/>
                  </a:lnTo>
                  <a:lnTo>
                    <a:pt x="20506" y="0"/>
                  </a:lnTo>
                  <a:lnTo>
                    <a:pt x="140695" y="51500"/>
                  </a:lnTo>
                  <a:lnTo>
                    <a:pt x="137293" y="60447"/>
                  </a:lnTo>
                  <a:lnTo>
                    <a:pt x="134567" y="69729"/>
                  </a:lnTo>
                  <a:lnTo>
                    <a:pt x="132551" y="79323"/>
                  </a:lnTo>
                  <a:lnTo>
                    <a:pt x="131277" y="89200"/>
                  </a:lnTo>
                  <a:lnTo>
                    <a:pt x="130780" y="99148"/>
                  </a:lnTo>
                  <a:lnTo>
                    <a:pt x="131065" y="108947"/>
                  </a:lnTo>
                  <a:lnTo>
                    <a:pt x="132102" y="118568"/>
                  </a:lnTo>
                  <a:lnTo>
                    <a:pt x="133863" y="127980"/>
                  </a:lnTo>
                  <a:lnTo>
                    <a:pt x="135640" y="135195"/>
                  </a:lnTo>
                  <a:lnTo>
                    <a:pt x="136768" y="138690"/>
                  </a:lnTo>
                  <a:lnTo>
                    <a:pt x="12382" y="179209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3810393" y="3885900"/>
              <a:ext cx="179070" cy="180975"/>
            </a:xfrm>
            <a:custGeom>
              <a:avLst/>
              <a:gdLst/>
              <a:ahLst/>
              <a:cxnLst/>
              <a:rect l="l" t="t" r="r" b="b"/>
              <a:pathLst>
                <a:path w="179070" h="180975">
                  <a:moveTo>
                    <a:pt x="124279" y="180761"/>
                  </a:moveTo>
                  <a:lnTo>
                    <a:pt x="0" y="140229"/>
                  </a:lnTo>
                  <a:lnTo>
                    <a:pt x="15479" y="102857"/>
                  </a:lnTo>
                  <a:lnTo>
                    <a:pt x="36418" y="68753"/>
                  </a:lnTo>
                  <a:lnTo>
                    <a:pt x="62267" y="38475"/>
                  </a:lnTo>
                  <a:lnTo>
                    <a:pt x="92474" y="12577"/>
                  </a:lnTo>
                  <a:lnTo>
                    <a:pt x="98687" y="8158"/>
                  </a:lnTo>
                  <a:lnTo>
                    <a:pt x="105046" y="3935"/>
                  </a:lnTo>
                  <a:lnTo>
                    <a:pt x="111587" y="0"/>
                  </a:lnTo>
                  <a:lnTo>
                    <a:pt x="178642" y="112538"/>
                  </a:lnTo>
                  <a:lnTo>
                    <a:pt x="162884" y="123771"/>
                  </a:lnTo>
                  <a:lnTo>
                    <a:pt x="149049" y="137316"/>
                  </a:lnTo>
                  <a:lnTo>
                    <a:pt x="137429" y="152930"/>
                  </a:lnTo>
                  <a:lnTo>
                    <a:pt x="128313" y="170367"/>
                  </a:lnTo>
                  <a:lnTo>
                    <a:pt x="126734" y="173718"/>
                  </a:lnTo>
                  <a:lnTo>
                    <a:pt x="125428" y="177207"/>
                  </a:lnTo>
                  <a:lnTo>
                    <a:pt x="124279" y="180761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3902861" y="3849931"/>
              <a:ext cx="144780" cy="154940"/>
            </a:xfrm>
            <a:custGeom>
              <a:avLst/>
              <a:gdLst/>
              <a:ahLst/>
              <a:cxnLst/>
              <a:rect l="l" t="t" r="r" b="b"/>
              <a:pathLst>
                <a:path w="144779" h="154939">
                  <a:moveTo>
                    <a:pt x="76790" y="154626"/>
                  </a:moveTo>
                  <a:lnTo>
                    <a:pt x="0" y="48548"/>
                  </a:lnTo>
                  <a:lnTo>
                    <a:pt x="24761" y="32570"/>
                  </a:lnTo>
                  <a:lnTo>
                    <a:pt x="51373" y="19499"/>
                  </a:lnTo>
                  <a:lnTo>
                    <a:pt x="109270" y="2974"/>
                  </a:lnTo>
                  <a:lnTo>
                    <a:pt x="138730" y="0"/>
                  </a:lnTo>
                  <a:lnTo>
                    <a:pt x="144233" y="131031"/>
                  </a:lnTo>
                  <a:lnTo>
                    <a:pt x="137016" y="131542"/>
                  </a:lnTo>
                  <a:lnTo>
                    <a:pt x="135102" y="131740"/>
                  </a:lnTo>
                  <a:lnTo>
                    <a:pt x="132948" y="132127"/>
                  </a:lnTo>
                  <a:lnTo>
                    <a:pt x="130626" y="132670"/>
                  </a:lnTo>
                  <a:lnTo>
                    <a:pt x="116726" y="135643"/>
                  </a:lnTo>
                  <a:lnTo>
                    <a:pt x="103448" y="140130"/>
                  </a:lnTo>
                  <a:lnTo>
                    <a:pt x="90889" y="146036"/>
                  </a:lnTo>
                  <a:lnTo>
                    <a:pt x="79146" y="153264"/>
                  </a:lnTo>
                  <a:lnTo>
                    <a:pt x="77860" y="153951"/>
                  </a:lnTo>
                  <a:lnTo>
                    <a:pt x="77035" y="154425"/>
                  </a:lnTo>
                  <a:lnTo>
                    <a:pt x="76790" y="154626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/>
          <p:cNvGrpSpPr/>
          <p:nvPr/>
        </p:nvGrpSpPr>
        <p:grpSpPr>
          <a:xfrm>
            <a:off x="4484842" y="3850853"/>
            <a:ext cx="497840" cy="508634"/>
            <a:chOff x="4484842" y="3850853"/>
            <a:chExt cx="497840" cy="508634"/>
          </a:xfrm>
        </p:grpSpPr>
        <p:pic>
          <p:nvPicPr>
            <p:cNvPr id="130" name="object 13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88912" y="3850853"/>
              <a:ext cx="235092" cy="226719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752860" y="385131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37934" y="5130"/>
                  </a:moveTo>
                  <a:lnTo>
                    <a:pt x="30746" y="3327"/>
                  </a:lnTo>
                  <a:lnTo>
                    <a:pt x="23482" y="2032"/>
                  </a:lnTo>
                  <a:lnTo>
                    <a:pt x="16205" y="990"/>
                  </a:lnTo>
                  <a:lnTo>
                    <a:pt x="9017" y="0"/>
                  </a:lnTo>
                  <a:lnTo>
                    <a:pt x="0" y="86931"/>
                  </a:lnTo>
                  <a:lnTo>
                    <a:pt x="6324" y="88341"/>
                  </a:lnTo>
                  <a:lnTo>
                    <a:pt x="12649" y="88785"/>
                  </a:lnTo>
                  <a:lnTo>
                    <a:pt x="18973" y="90652"/>
                  </a:lnTo>
                  <a:lnTo>
                    <a:pt x="37934" y="5130"/>
                  </a:lnTo>
                  <a:close/>
                </a:path>
                <a:path w="226695" h="226695">
                  <a:moveTo>
                    <a:pt x="106553" y="32372"/>
                  </a:moveTo>
                  <a:lnTo>
                    <a:pt x="102489" y="30060"/>
                  </a:lnTo>
                  <a:lnTo>
                    <a:pt x="97980" y="27305"/>
                  </a:lnTo>
                  <a:lnTo>
                    <a:pt x="93472" y="25450"/>
                  </a:lnTo>
                  <a:lnTo>
                    <a:pt x="80391" y="18973"/>
                  </a:lnTo>
                  <a:lnTo>
                    <a:pt x="46520" y="99428"/>
                  </a:lnTo>
                  <a:lnTo>
                    <a:pt x="55092" y="103606"/>
                  </a:lnTo>
                  <a:lnTo>
                    <a:pt x="57785" y="105016"/>
                  </a:lnTo>
                  <a:lnTo>
                    <a:pt x="60972" y="106807"/>
                  </a:lnTo>
                  <a:lnTo>
                    <a:pt x="63665" y="108661"/>
                  </a:lnTo>
                  <a:lnTo>
                    <a:pt x="106553" y="32372"/>
                  </a:lnTo>
                  <a:close/>
                </a:path>
                <a:path w="226695" h="226695">
                  <a:moveTo>
                    <a:pt x="163906" y="79565"/>
                  </a:moveTo>
                  <a:lnTo>
                    <a:pt x="158750" y="73812"/>
                  </a:lnTo>
                  <a:lnTo>
                    <a:pt x="153479" y="68389"/>
                  </a:lnTo>
                  <a:lnTo>
                    <a:pt x="148107" y="63220"/>
                  </a:lnTo>
                  <a:lnTo>
                    <a:pt x="142684" y="58267"/>
                  </a:lnTo>
                  <a:lnTo>
                    <a:pt x="87147" y="125336"/>
                  </a:lnTo>
                  <a:lnTo>
                    <a:pt x="92087" y="129501"/>
                  </a:lnTo>
                  <a:lnTo>
                    <a:pt x="96659" y="134124"/>
                  </a:lnTo>
                  <a:lnTo>
                    <a:pt x="101168" y="139179"/>
                  </a:lnTo>
                  <a:lnTo>
                    <a:pt x="163906" y="79565"/>
                  </a:lnTo>
                  <a:close/>
                </a:path>
                <a:path w="226695" h="226695">
                  <a:moveTo>
                    <a:pt x="226695" y="213614"/>
                  </a:moveTo>
                  <a:lnTo>
                    <a:pt x="225755" y="208559"/>
                  </a:lnTo>
                  <a:lnTo>
                    <a:pt x="225323" y="203492"/>
                  </a:lnTo>
                  <a:lnTo>
                    <a:pt x="223939" y="198869"/>
                  </a:lnTo>
                  <a:lnTo>
                    <a:pt x="220370" y="184061"/>
                  </a:lnTo>
                  <a:lnTo>
                    <a:pt x="137731" y="207137"/>
                  </a:lnTo>
                  <a:lnTo>
                    <a:pt x="140423" y="216433"/>
                  </a:lnTo>
                  <a:lnTo>
                    <a:pt x="140868" y="219646"/>
                  </a:lnTo>
                  <a:lnTo>
                    <a:pt x="141363" y="223367"/>
                  </a:lnTo>
                  <a:lnTo>
                    <a:pt x="141808" y="226568"/>
                  </a:lnTo>
                  <a:lnTo>
                    <a:pt x="226695" y="213614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771836" y="4107047"/>
              <a:ext cx="210421" cy="24087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484842" y="4097668"/>
              <a:ext cx="266901" cy="26123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4871631" y="3966448"/>
              <a:ext cx="86360" cy="64769"/>
            </a:xfrm>
            <a:custGeom>
              <a:avLst/>
              <a:gdLst/>
              <a:ahLst/>
              <a:cxnLst/>
              <a:rect l="l" t="t" r="r" b="b"/>
              <a:pathLst>
                <a:path w="86360" h="64770">
                  <a:moveTo>
                    <a:pt x="9015" y="64304"/>
                  </a:moveTo>
                  <a:lnTo>
                    <a:pt x="8138" y="61483"/>
                  </a:lnTo>
                  <a:lnTo>
                    <a:pt x="6322" y="58277"/>
                  </a:lnTo>
                  <a:lnTo>
                    <a:pt x="4945" y="55521"/>
                  </a:lnTo>
                  <a:lnTo>
                    <a:pt x="0" y="47186"/>
                  </a:lnTo>
                  <a:lnTo>
                    <a:pt x="72247" y="0"/>
                  </a:lnTo>
                  <a:lnTo>
                    <a:pt x="79948" y="12950"/>
                  </a:lnTo>
                  <a:lnTo>
                    <a:pt x="82202" y="17117"/>
                  </a:lnTo>
                  <a:lnTo>
                    <a:pt x="83955" y="21733"/>
                  </a:lnTo>
                  <a:lnTo>
                    <a:pt x="86271" y="26350"/>
                  </a:lnTo>
                  <a:lnTo>
                    <a:pt x="9015" y="64304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/>
          <p:nvPr/>
        </p:nvSpPr>
        <p:spPr>
          <a:xfrm>
            <a:off x="7133499" y="4219135"/>
            <a:ext cx="183515" cy="131445"/>
          </a:xfrm>
          <a:custGeom>
            <a:avLst/>
            <a:gdLst/>
            <a:ahLst/>
            <a:cxnLst/>
            <a:rect l="l" t="t" r="r" b="b"/>
            <a:pathLst>
              <a:path w="183515" h="131445">
                <a:moveTo>
                  <a:pt x="0" y="131328"/>
                </a:moveTo>
                <a:lnTo>
                  <a:pt x="44388" y="65450"/>
                </a:lnTo>
                <a:lnTo>
                  <a:pt x="0" y="0"/>
                </a:lnTo>
                <a:lnTo>
                  <a:pt x="183156" y="65450"/>
                </a:lnTo>
                <a:lnTo>
                  <a:pt x="0" y="131328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8" name="object 6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470430" y="4212955"/>
            <a:ext cx="130149" cy="143688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732118" y="4196919"/>
            <a:ext cx="212388" cy="17576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064132" y="4203366"/>
            <a:ext cx="147962" cy="162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702" y="957344"/>
            <a:ext cx="1125102" cy="78326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8248" y="983361"/>
            <a:ext cx="95375" cy="661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4364" y="1064038"/>
            <a:ext cx="79837" cy="827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4164" y="1104893"/>
            <a:ext cx="68129" cy="122563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172608" y="1022022"/>
            <a:ext cx="297815" cy="345440"/>
          </a:xfrm>
          <a:custGeom>
            <a:avLst/>
            <a:gdLst/>
            <a:ahLst/>
            <a:cxnLst/>
            <a:rect l="l" t="t" r="r" b="b"/>
            <a:pathLst>
              <a:path w="297814" h="345440">
                <a:moveTo>
                  <a:pt x="83927" y="345080"/>
                </a:moveTo>
                <a:lnTo>
                  <a:pt x="81731" y="345080"/>
                </a:lnTo>
                <a:lnTo>
                  <a:pt x="79518" y="344835"/>
                </a:lnTo>
                <a:lnTo>
                  <a:pt x="47468" y="314760"/>
                </a:lnTo>
                <a:lnTo>
                  <a:pt x="39410" y="289541"/>
                </a:lnTo>
                <a:lnTo>
                  <a:pt x="39729" y="271032"/>
                </a:lnTo>
                <a:lnTo>
                  <a:pt x="43998" y="252860"/>
                </a:lnTo>
                <a:lnTo>
                  <a:pt x="50457" y="234948"/>
                </a:lnTo>
                <a:lnTo>
                  <a:pt x="57342" y="217217"/>
                </a:lnTo>
                <a:lnTo>
                  <a:pt x="62811" y="198787"/>
                </a:lnTo>
                <a:lnTo>
                  <a:pt x="65203" y="179759"/>
                </a:lnTo>
                <a:lnTo>
                  <a:pt x="63000" y="161500"/>
                </a:lnTo>
                <a:lnTo>
                  <a:pt x="54684" y="145377"/>
                </a:lnTo>
                <a:lnTo>
                  <a:pt x="46347" y="137338"/>
                </a:lnTo>
                <a:lnTo>
                  <a:pt x="36691" y="130767"/>
                </a:lnTo>
                <a:lnTo>
                  <a:pt x="26548" y="124703"/>
                </a:lnTo>
                <a:lnTo>
                  <a:pt x="16750" y="118189"/>
                </a:lnTo>
                <a:lnTo>
                  <a:pt x="8181" y="109756"/>
                </a:lnTo>
                <a:lnTo>
                  <a:pt x="2119" y="99410"/>
                </a:lnTo>
                <a:lnTo>
                  <a:pt x="0" y="88379"/>
                </a:lnTo>
                <a:lnTo>
                  <a:pt x="3256" y="77894"/>
                </a:lnTo>
                <a:lnTo>
                  <a:pt x="14918" y="68593"/>
                </a:lnTo>
                <a:lnTo>
                  <a:pt x="29815" y="65244"/>
                </a:lnTo>
                <a:lnTo>
                  <a:pt x="45266" y="62844"/>
                </a:lnTo>
                <a:lnTo>
                  <a:pt x="58585" y="56387"/>
                </a:lnTo>
                <a:lnTo>
                  <a:pt x="67907" y="43035"/>
                </a:lnTo>
                <a:lnTo>
                  <a:pt x="73336" y="28094"/>
                </a:lnTo>
                <a:lnTo>
                  <a:pt x="80494" y="13986"/>
                </a:lnTo>
                <a:lnTo>
                  <a:pt x="95002" y="3135"/>
                </a:lnTo>
                <a:lnTo>
                  <a:pt x="100533" y="811"/>
                </a:lnTo>
                <a:lnTo>
                  <a:pt x="106312" y="0"/>
                </a:lnTo>
                <a:lnTo>
                  <a:pt x="112204" y="0"/>
                </a:lnTo>
                <a:lnTo>
                  <a:pt x="121712" y="585"/>
                </a:lnTo>
                <a:lnTo>
                  <a:pt x="131275" y="1915"/>
                </a:lnTo>
                <a:lnTo>
                  <a:pt x="140765" y="3349"/>
                </a:lnTo>
                <a:lnTo>
                  <a:pt x="150056" y="4244"/>
                </a:lnTo>
                <a:lnTo>
                  <a:pt x="153497" y="4401"/>
                </a:lnTo>
                <a:lnTo>
                  <a:pt x="156923" y="4460"/>
                </a:lnTo>
                <a:lnTo>
                  <a:pt x="160348" y="4460"/>
                </a:lnTo>
                <a:lnTo>
                  <a:pt x="170870" y="4295"/>
                </a:lnTo>
                <a:lnTo>
                  <a:pt x="181360" y="3931"/>
                </a:lnTo>
                <a:lnTo>
                  <a:pt x="191818" y="3568"/>
                </a:lnTo>
                <a:lnTo>
                  <a:pt x="202244" y="3403"/>
                </a:lnTo>
                <a:lnTo>
                  <a:pt x="247558" y="9971"/>
                </a:lnTo>
                <a:lnTo>
                  <a:pt x="282013" y="32906"/>
                </a:lnTo>
                <a:lnTo>
                  <a:pt x="297423" y="69643"/>
                </a:lnTo>
                <a:lnTo>
                  <a:pt x="297191" y="76030"/>
                </a:lnTo>
                <a:lnTo>
                  <a:pt x="278606" y="124105"/>
                </a:lnTo>
                <a:lnTo>
                  <a:pt x="260624" y="151815"/>
                </a:lnTo>
                <a:lnTo>
                  <a:pt x="243584" y="179793"/>
                </a:lnTo>
                <a:lnTo>
                  <a:pt x="232171" y="209994"/>
                </a:lnTo>
                <a:lnTo>
                  <a:pt x="229096" y="229741"/>
                </a:lnTo>
                <a:lnTo>
                  <a:pt x="226249" y="249664"/>
                </a:lnTo>
                <a:lnTo>
                  <a:pt x="220639" y="267865"/>
                </a:lnTo>
                <a:lnTo>
                  <a:pt x="209273" y="282452"/>
                </a:lnTo>
                <a:lnTo>
                  <a:pt x="195696" y="289623"/>
                </a:lnTo>
                <a:lnTo>
                  <a:pt x="180423" y="293336"/>
                </a:lnTo>
                <a:lnTo>
                  <a:pt x="164693" y="296328"/>
                </a:lnTo>
                <a:lnTo>
                  <a:pt x="149751" y="301337"/>
                </a:lnTo>
                <a:lnTo>
                  <a:pt x="140561" y="307058"/>
                </a:lnTo>
                <a:lnTo>
                  <a:pt x="132293" y="314138"/>
                </a:lnTo>
                <a:lnTo>
                  <a:pt x="124461" y="321864"/>
                </a:lnTo>
                <a:lnTo>
                  <a:pt x="116582" y="329524"/>
                </a:lnTo>
                <a:lnTo>
                  <a:pt x="109332" y="335464"/>
                </a:lnTo>
                <a:lnTo>
                  <a:pt x="101330" y="340421"/>
                </a:lnTo>
                <a:lnTo>
                  <a:pt x="92790" y="343819"/>
                </a:lnTo>
                <a:lnTo>
                  <a:pt x="83927" y="345080"/>
                </a:lnTo>
                <a:close/>
              </a:path>
            </a:pathLst>
          </a:custGeom>
          <a:solidFill>
            <a:srgbClr val="BAC8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55939" y="1499857"/>
            <a:ext cx="57150" cy="75565"/>
          </a:xfrm>
          <a:custGeom>
            <a:avLst/>
            <a:gdLst/>
            <a:ahLst/>
            <a:cxnLst/>
            <a:rect l="l" t="t" r="r" b="b"/>
            <a:pathLst>
              <a:path w="57150" h="75565">
                <a:moveTo>
                  <a:pt x="17957" y="54444"/>
                </a:moveTo>
                <a:lnTo>
                  <a:pt x="17132" y="54178"/>
                </a:lnTo>
                <a:lnTo>
                  <a:pt x="16852" y="54698"/>
                </a:lnTo>
                <a:lnTo>
                  <a:pt x="16586" y="55206"/>
                </a:lnTo>
                <a:lnTo>
                  <a:pt x="16586" y="55994"/>
                </a:lnTo>
                <a:lnTo>
                  <a:pt x="16852" y="55994"/>
                </a:lnTo>
                <a:lnTo>
                  <a:pt x="17132" y="55473"/>
                </a:lnTo>
                <a:lnTo>
                  <a:pt x="17957" y="54444"/>
                </a:lnTo>
                <a:close/>
              </a:path>
              <a:path w="57150" h="75565">
                <a:moveTo>
                  <a:pt x="27762" y="63284"/>
                </a:moveTo>
                <a:lnTo>
                  <a:pt x="25590" y="61722"/>
                </a:lnTo>
                <a:lnTo>
                  <a:pt x="27482" y="60680"/>
                </a:lnTo>
                <a:lnTo>
                  <a:pt x="27482" y="59639"/>
                </a:lnTo>
                <a:lnTo>
                  <a:pt x="26936" y="58089"/>
                </a:lnTo>
                <a:lnTo>
                  <a:pt x="26136" y="56781"/>
                </a:lnTo>
                <a:lnTo>
                  <a:pt x="25031" y="55206"/>
                </a:lnTo>
                <a:lnTo>
                  <a:pt x="24765" y="55473"/>
                </a:lnTo>
                <a:lnTo>
                  <a:pt x="23393" y="54444"/>
                </a:lnTo>
                <a:lnTo>
                  <a:pt x="22047" y="54698"/>
                </a:lnTo>
                <a:lnTo>
                  <a:pt x="19316" y="57823"/>
                </a:lnTo>
                <a:lnTo>
                  <a:pt x="18224" y="57823"/>
                </a:lnTo>
                <a:lnTo>
                  <a:pt x="16586" y="56781"/>
                </a:lnTo>
                <a:lnTo>
                  <a:pt x="16586" y="58331"/>
                </a:lnTo>
                <a:lnTo>
                  <a:pt x="16052" y="59385"/>
                </a:lnTo>
                <a:lnTo>
                  <a:pt x="17399" y="60680"/>
                </a:lnTo>
                <a:lnTo>
                  <a:pt x="17399" y="61722"/>
                </a:lnTo>
                <a:lnTo>
                  <a:pt x="18503" y="62496"/>
                </a:lnTo>
                <a:lnTo>
                  <a:pt x="18503" y="64325"/>
                </a:lnTo>
                <a:lnTo>
                  <a:pt x="17399" y="65100"/>
                </a:lnTo>
                <a:lnTo>
                  <a:pt x="17957" y="66141"/>
                </a:lnTo>
                <a:lnTo>
                  <a:pt x="19596" y="66141"/>
                </a:lnTo>
                <a:lnTo>
                  <a:pt x="19596" y="66929"/>
                </a:lnTo>
                <a:lnTo>
                  <a:pt x="18503" y="67716"/>
                </a:lnTo>
                <a:lnTo>
                  <a:pt x="17957" y="70307"/>
                </a:lnTo>
                <a:lnTo>
                  <a:pt x="18503" y="71361"/>
                </a:lnTo>
                <a:lnTo>
                  <a:pt x="19316" y="74218"/>
                </a:lnTo>
                <a:lnTo>
                  <a:pt x="20129" y="75247"/>
                </a:lnTo>
                <a:lnTo>
                  <a:pt x="20942" y="74993"/>
                </a:lnTo>
                <a:lnTo>
                  <a:pt x="21488" y="75247"/>
                </a:lnTo>
                <a:lnTo>
                  <a:pt x="22593" y="74993"/>
                </a:lnTo>
                <a:lnTo>
                  <a:pt x="22860" y="73431"/>
                </a:lnTo>
                <a:lnTo>
                  <a:pt x="23393" y="72390"/>
                </a:lnTo>
                <a:lnTo>
                  <a:pt x="24765" y="72390"/>
                </a:lnTo>
                <a:lnTo>
                  <a:pt x="25590" y="73431"/>
                </a:lnTo>
                <a:lnTo>
                  <a:pt x="26403" y="73431"/>
                </a:lnTo>
                <a:lnTo>
                  <a:pt x="26936" y="72390"/>
                </a:lnTo>
                <a:lnTo>
                  <a:pt x="26936" y="69532"/>
                </a:lnTo>
                <a:lnTo>
                  <a:pt x="27482" y="68745"/>
                </a:lnTo>
                <a:lnTo>
                  <a:pt x="26936" y="65887"/>
                </a:lnTo>
                <a:lnTo>
                  <a:pt x="27762" y="63284"/>
                </a:lnTo>
                <a:close/>
              </a:path>
              <a:path w="57150" h="75565">
                <a:moveTo>
                  <a:pt x="32397" y="39865"/>
                </a:moveTo>
                <a:lnTo>
                  <a:pt x="31572" y="39077"/>
                </a:lnTo>
                <a:lnTo>
                  <a:pt x="31026" y="39598"/>
                </a:lnTo>
                <a:lnTo>
                  <a:pt x="29679" y="40132"/>
                </a:lnTo>
                <a:lnTo>
                  <a:pt x="29121" y="40906"/>
                </a:lnTo>
                <a:lnTo>
                  <a:pt x="29679" y="41160"/>
                </a:lnTo>
                <a:lnTo>
                  <a:pt x="31572" y="40906"/>
                </a:lnTo>
                <a:lnTo>
                  <a:pt x="32397" y="40906"/>
                </a:lnTo>
                <a:lnTo>
                  <a:pt x="32397" y="39865"/>
                </a:lnTo>
                <a:close/>
              </a:path>
              <a:path w="57150" h="75565">
                <a:moveTo>
                  <a:pt x="36487" y="44805"/>
                </a:moveTo>
                <a:lnTo>
                  <a:pt x="36207" y="44030"/>
                </a:lnTo>
                <a:lnTo>
                  <a:pt x="35661" y="44297"/>
                </a:lnTo>
                <a:lnTo>
                  <a:pt x="36487" y="44805"/>
                </a:lnTo>
                <a:close/>
              </a:path>
              <a:path w="57150" h="75565">
                <a:moveTo>
                  <a:pt x="56769" y="5334"/>
                </a:moveTo>
                <a:lnTo>
                  <a:pt x="40640" y="0"/>
                </a:lnTo>
                <a:lnTo>
                  <a:pt x="32270" y="4445"/>
                </a:lnTo>
                <a:lnTo>
                  <a:pt x="16751" y="7404"/>
                </a:lnTo>
                <a:lnTo>
                  <a:pt x="0" y="13322"/>
                </a:lnTo>
                <a:lnTo>
                  <a:pt x="5588" y="27838"/>
                </a:lnTo>
                <a:lnTo>
                  <a:pt x="11163" y="31978"/>
                </a:lnTo>
                <a:lnTo>
                  <a:pt x="28536" y="15100"/>
                </a:lnTo>
                <a:lnTo>
                  <a:pt x="52412" y="13322"/>
                </a:lnTo>
                <a:lnTo>
                  <a:pt x="56769" y="5334"/>
                </a:lnTo>
                <a:close/>
              </a:path>
            </a:pathLst>
          </a:custGeom>
          <a:solidFill>
            <a:srgbClr val="5E7C9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1418" y="1912345"/>
            <a:ext cx="290776" cy="21825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219215" y="1862588"/>
            <a:ext cx="387350" cy="363855"/>
            <a:chOff x="5219215" y="1862588"/>
            <a:chExt cx="387350" cy="36385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9215" y="1862588"/>
              <a:ext cx="175114" cy="1199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25648" y="1984464"/>
              <a:ext cx="280670" cy="241935"/>
            </a:xfrm>
            <a:custGeom>
              <a:avLst/>
              <a:gdLst/>
              <a:ahLst/>
              <a:cxnLst/>
              <a:rect l="l" t="t" r="r" b="b"/>
              <a:pathLst>
                <a:path w="280670" h="241935">
                  <a:moveTo>
                    <a:pt x="205957" y="241613"/>
                  </a:moveTo>
                  <a:lnTo>
                    <a:pt x="200476" y="241613"/>
                  </a:lnTo>
                  <a:lnTo>
                    <a:pt x="190185" y="240089"/>
                  </a:lnTo>
                  <a:lnTo>
                    <a:pt x="156989" y="205539"/>
                  </a:lnTo>
                  <a:lnTo>
                    <a:pt x="150519" y="189208"/>
                  </a:lnTo>
                  <a:lnTo>
                    <a:pt x="142617" y="174421"/>
                  </a:lnTo>
                  <a:lnTo>
                    <a:pt x="130616" y="163533"/>
                  </a:lnTo>
                  <a:lnTo>
                    <a:pt x="125352" y="160658"/>
                  </a:lnTo>
                  <a:lnTo>
                    <a:pt x="119765" y="159467"/>
                  </a:lnTo>
                  <a:lnTo>
                    <a:pt x="114046" y="159467"/>
                  </a:lnTo>
                  <a:lnTo>
                    <a:pt x="103033" y="160779"/>
                  </a:lnTo>
                  <a:lnTo>
                    <a:pt x="91960" y="164209"/>
                  </a:lnTo>
                  <a:lnTo>
                    <a:pt x="81099" y="168999"/>
                  </a:lnTo>
                  <a:lnTo>
                    <a:pt x="70728" y="174390"/>
                  </a:lnTo>
                  <a:lnTo>
                    <a:pt x="61253" y="179154"/>
                  </a:lnTo>
                  <a:lnTo>
                    <a:pt x="51237" y="183223"/>
                  </a:lnTo>
                  <a:lnTo>
                    <a:pt x="41006" y="186060"/>
                  </a:lnTo>
                  <a:lnTo>
                    <a:pt x="30880" y="187125"/>
                  </a:lnTo>
                  <a:lnTo>
                    <a:pt x="23746" y="187125"/>
                  </a:lnTo>
                  <a:lnTo>
                    <a:pt x="4041" y="165663"/>
                  </a:lnTo>
                  <a:lnTo>
                    <a:pt x="6067" y="162163"/>
                  </a:lnTo>
                  <a:lnTo>
                    <a:pt x="7475" y="158588"/>
                  </a:lnTo>
                  <a:lnTo>
                    <a:pt x="10062" y="144976"/>
                  </a:lnTo>
                  <a:lnTo>
                    <a:pt x="8665" y="130957"/>
                  </a:lnTo>
                  <a:lnTo>
                    <a:pt x="5175" y="116781"/>
                  </a:lnTo>
                  <a:lnTo>
                    <a:pt x="1480" y="102699"/>
                  </a:lnTo>
                  <a:lnTo>
                    <a:pt x="0" y="87974"/>
                  </a:lnTo>
                  <a:lnTo>
                    <a:pt x="2260" y="73393"/>
                  </a:lnTo>
                  <a:lnTo>
                    <a:pt x="8798" y="61495"/>
                  </a:lnTo>
                  <a:lnTo>
                    <a:pt x="20148" y="54816"/>
                  </a:lnTo>
                  <a:lnTo>
                    <a:pt x="26472" y="53349"/>
                  </a:lnTo>
                  <a:lnTo>
                    <a:pt x="33211" y="54779"/>
                  </a:lnTo>
                  <a:lnTo>
                    <a:pt x="39510" y="53267"/>
                  </a:lnTo>
                  <a:lnTo>
                    <a:pt x="46870" y="50101"/>
                  </a:lnTo>
                  <a:lnTo>
                    <a:pt x="53191" y="45012"/>
                  </a:lnTo>
                  <a:lnTo>
                    <a:pt x="58881" y="38868"/>
                  </a:lnTo>
                  <a:lnTo>
                    <a:pt x="64346" y="32535"/>
                  </a:lnTo>
                  <a:lnTo>
                    <a:pt x="77167" y="20574"/>
                  </a:lnTo>
                  <a:lnTo>
                    <a:pt x="92917" y="10154"/>
                  </a:lnTo>
                  <a:lnTo>
                    <a:pt x="110322" y="2791"/>
                  </a:lnTo>
                  <a:lnTo>
                    <a:pt x="128105" y="0"/>
                  </a:lnTo>
                  <a:lnTo>
                    <a:pt x="130138" y="0"/>
                  </a:lnTo>
                  <a:lnTo>
                    <a:pt x="132143" y="126"/>
                  </a:lnTo>
                  <a:lnTo>
                    <a:pt x="134131" y="379"/>
                  </a:lnTo>
                  <a:lnTo>
                    <a:pt x="148400" y="6048"/>
                  </a:lnTo>
                  <a:lnTo>
                    <a:pt x="161448" y="15992"/>
                  </a:lnTo>
                  <a:lnTo>
                    <a:pt x="174099" y="25450"/>
                  </a:lnTo>
                  <a:lnTo>
                    <a:pt x="187175" y="29660"/>
                  </a:lnTo>
                  <a:lnTo>
                    <a:pt x="187592" y="29660"/>
                  </a:lnTo>
                  <a:lnTo>
                    <a:pt x="187800" y="29653"/>
                  </a:lnTo>
                  <a:lnTo>
                    <a:pt x="186727" y="20295"/>
                  </a:lnTo>
                  <a:lnTo>
                    <a:pt x="188142" y="13816"/>
                  </a:lnTo>
                  <a:lnTo>
                    <a:pt x="191487" y="10050"/>
                  </a:lnTo>
                  <a:lnTo>
                    <a:pt x="196207" y="8831"/>
                  </a:lnTo>
                  <a:lnTo>
                    <a:pt x="202596" y="8831"/>
                  </a:lnTo>
                  <a:lnTo>
                    <a:pt x="223972" y="47694"/>
                  </a:lnTo>
                  <a:lnTo>
                    <a:pt x="225184" y="56149"/>
                  </a:lnTo>
                  <a:lnTo>
                    <a:pt x="246275" y="73588"/>
                  </a:lnTo>
                  <a:lnTo>
                    <a:pt x="264911" y="93568"/>
                  </a:lnTo>
                  <a:lnTo>
                    <a:pt x="277490" y="116108"/>
                  </a:lnTo>
                  <a:lnTo>
                    <a:pt x="280411" y="141230"/>
                  </a:lnTo>
                  <a:lnTo>
                    <a:pt x="277185" y="154429"/>
                  </a:lnTo>
                  <a:lnTo>
                    <a:pt x="271349" y="166782"/>
                  </a:lnTo>
                  <a:lnTo>
                    <a:pt x="263824" y="178450"/>
                  </a:lnTo>
                  <a:lnTo>
                    <a:pt x="255530" y="189597"/>
                  </a:lnTo>
                  <a:lnTo>
                    <a:pt x="230218" y="222661"/>
                  </a:lnTo>
                  <a:lnTo>
                    <a:pt x="226092" y="228053"/>
                  </a:lnTo>
                  <a:lnTo>
                    <a:pt x="221861" y="233548"/>
                  </a:lnTo>
                  <a:lnTo>
                    <a:pt x="211333" y="240243"/>
                  </a:lnTo>
                  <a:lnTo>
                    <a:pt x="205957" y="241613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955487" y="2224356"/>
            <a:ext cx="29209" cy="35560"/>
          </a:xfrm>
          <a:custGeom>
            <a:avLst/>
            <a:gdLst/>
            <a:ahLst/>
            <a:cxnLst/>
            <a:rect l="l" t="t" r="r" b="b"/>
            <a:pathLst>
              <a:path w="29210" h="35560">
                <a:moveTo>
                  <a:pt x="8439" y="35394"/>
                </a:moveTo>
                <a:lnTo>
                  <a:pt x="7086" y="35394"/>
                </a:lnTo>
                <a:lnTo>
                  <a:pt x="6539" y="34088"/>
                </a:lnTo>
                <a:lnTo>
                  <a:pt x="6539" y="32783"/>
                </a:lnTo>
                <a:lnTo>
                  <a:pt x="5171" y="34611"/>
                </a:lnTo>
                <a:lnTo>
                  <a:pt x="4091" y="33566"/>
                </a:lnTo>
                <a:lnTo>
                  <a:pt x="2723" y="33827"/>
                </a:lnTo>
                <a:lnTo>
                  <a:pt x="2175" y="33566"/>
                </a:lnTo>
                <a:lnTo>
                  <a:pt x="2175" y="32012"/>
                </a:lnTo>
                <a:lnTo>
                  <a:pt x="2723" y="30967"/>
                </a:lnTo>
                <a:lnTo>
                  <a:pt x="1355" y="30706"/>
                </a:lnTo>
                <a:lnTo>
                  <a:pt x="1095" y="28629"/>
                </a:lnTo>
                <a:lnTo>
                  <a:pt x="1355" y="28106"/>
                </a:lnTo>
                <a:lnTo>
                  <a:pt x="822" y="27323"/>
                </a:lnTo>
                <a:lnTo>
                  <a:pt x="822" y="23418"/>
                </a:lnTo>
                <a:lnTo>
                  <a:pt x="1095" y="22896"/>
                </a:lnTo>
                <a:lnTo>
                  <a:pt x="0" y="22112"/>
                </a:lnTo>
                <a:lnTo>
                  <a:pt x="0" y="19513"/>
                </a:lnTo>
                <a:lnTo>
                  <a:pt x="822" y="18219"/>
                </a:lnTo>
                <a:lnTo>
                  <a:pt x="2175" y="19513"/>
                </a:lnTo>
                <a:lnTo>
                  <a:pt x="3815" y="19513"/>
                </a:lnTo>
                <a:lnTo>
                  <a:pt x="2450" y="18219"/>
                </a:lnTo>
                <a:lnTo>
                  <a:pt x="2450" y="17175"/>
                </a:lnTo>
                <a:lnTo>
                  <a:pt x="1627" y="16913"/>
                </a:lnTo>
                <a:lnTo>
                  <a:pt x="2175" y="15085"/>
                </a:lnTo>
                <a:lnTo>
                  <a:pt x="1627" y="12486"/>
                </a:lnTo>
                <a:lnTo>
                  <a:pt x="1355" y="9103"/>
                </a:lnTo>
                <a:lnTo>
                  <a:pt x="1627" y="7288"/>
                </a:lnTo>
                <a:lnTo>
                  <a:pt x="1355" y="4166"/>
                </a:lnTo>
                <a:lnTo>
                  <a:pt x="1355" y="2599"/>
                </a:lnTo>
                <a:lnTo>
                  <a:pt x="1627" y="2338"/>
                </a:lnTo>
                <a:lnTo>
                  <a:pt x="1627" y="783"/>
                </a:lnTo>
                <a:lnTo>
                  <a:pt x="2175" y="0"/>
                </a:lnTo>
                <a:lnTo>
                  <a:pt x="3543" y="1044"/>
                </a:lnTo>
                <a:lnTo>
                  <a:pt x="4898" y="1554"/>
                </a:lnTo>
                <a:lnTo>
                  <a:pt x="5718" y="2599"/>
                </a:lnTo>
                <a:lnTo>
                  <a:pt x="6266" y="2077"/>
                </a:lnTo>
                <a:lnTo>
                  <a:pt x="6811" y="1305"/>
                </a:lnTo>
                <a:lnTo>
                  <a:pt x="6811" y="3643"/>
                </a:lnTo>
                <a:lnTo>
                  <a:pt x="9534" y="4937"/>
                </a:lnTo>
                <a:lnTo>
                  <a:pt x="11722" y="6504"/>
                </a:lnTo>
                <a:lnTo>
                  <a:pt x="13078" y="7548"/>
                </a:lnTo>
                <a:lnTo>
                  <a:pt x="13898" y="6765"/>
                </a:lnTo>
                <a:lnTo>
                  <a:pt x="15266" y="6765"/>
                </a:lnTo>
                <a:lnTo>
                  <a:pt x="16346" y="7810"/>
                </a:lnTo>
                <a:lnTo>
                  <a:pt x="16346" y="6504"/>
                </a:lnTo>
                <a:lnTo>
                  <a:pt x="17439" y="5982"/>
                </a:lnTo>
                <a:lnTo>
                  <a:pt x="21802" y="6243"/>
                </a:lnTo>
                <a:lnTo>
                  <a:pt x="22623" y="5459"/>
                </a:lnTo>
                <a:lnTo>
                  <a:pt x="23430" y="4937"/>
                </a:lnTo>
                <a:lnTo>
                  <a:pt x="24251" y="4937"/>
                </a:lnTo>
                <a:lnTo>
                  <a:pt x="24526" y="5198"/>
                </a:lnTo>
                <a:lnTo>
                  <a:pt x="25346" y="3905"/>
                </a:lnTo>
                <a:lnTo>
                  <a:pt x="25346" y="3643"/>
                </a:lnTo>
                <a:lnTo>
                  <a:pt x="26974" y="3643"/>
                </a:lnTo>
                <a:lnTo>
                  <a:pt x="28614" y="4937"/>
                </a:lnTo>
                <a:lnTo>
                  <a:pt x="28067" y="6243"/>
                </a:lnTo>
                <a:lnTo>
                  <a:pt x="27246" y="9887"/>
                </a:lnTo>
                <a:lnTo>
                  <a:pt x="25894" y="11454"/>
                </a:lnTo>
                <a:lnTo>
                  <a:pt x="25894" y="14053"/>
                </a:lnTo>
                <a:lnTo>
                  <a:pt x="24798" y="15608"/>
                </a:lnTo>
                <a:lnTo>
                  <a:pt x="25346" y="17697"/>
                </a:lnTo>
                <a:lnTo>
                  <a:pt x="24798" y="18219"/>
                </a:lnTo>
                <a:lnTo>
                  <a:pt x="24798" y="19513"/>
                </a:lnTo>
                <a:lnTo>
                  <a:pt x="24251" y="21080"/>
                </a:lnTo>
                <a:lnTo>
                  <a:pt x="23978" y="20296"/>
                </a:lnTo>
                <a:lnTo>
                  <a:pt x="23430" y="18219"/>
                </a:lnTo>
                <a:lnTo>
                  <a:pt x="22883" y="19513"/>
                </a:lnTo>
                <a:lnTo>
                  <a:pt x="21802" y="20296"/>
                </a:lnTo>
                <a:lnTo>
                  <a:pt x="21802" y="23418"/>
                </a:lnTo>
                <a:lnTo>
                  <a:pt x="21255" y="24201"/>
                </a:lnTo>
                <a:lnTo>
                  <a:pt x="20162" y="24201"/>
                </a:lnTo>
                <a:lnTo>
                  <a:pt x="20162" y="25756"/>
                </a:lnTo>
                <a:lnTo>
                  <a:pt x="19082" y="27062"/>
                </a:lnTo>
                <a:lnTo>
                  <a:pt x="20162" y="27584"/>
                </a:lnTo>
                <a:lnTo>
                  <a:pt x="20162" y="28629"/>
                </a:lnTo>
                <a:lnTo>
                  <a:pt x="18534" y="30967"/>
                </a:lnTo>
                <a:lnTo>
                  <a:pt x="17714" y="30706"/>
                </a:lnTo>
                <a:lnTo>
                  <a:pt x="16346" y="31228"/>
                </a:lnTo>
                <a:lnTo>
                  <a:pt x="16346" y="29400"/>
                </a:lnTo>
                <a:lnTo>
                  <a:pt x="17714" y="29922"/>
                </a:lnTo>
                <a:lnTo>
                  <a:pt x="17987" y="28629"/>
                </a:lnTo>
                <a:lnTo>
                  <a:pt x="17439" y="28106"/>
                </a:lnTo>
                <a:lnTo>
                  <a:pt x="16071" y="28368"/>
                </a:lnTo>
                <a:lnTo>
                  <a:pt x="15266" y="29661"/>
                </a:lnTo>
                <a:lnTo>
                  <a:pt x="14443" y="29400"/>
                </a:lnTo>
                <a:lnTo>
                  <a:pt x="14443" y="27584"/>
                </a:lnTo>
                <a:lnTo>
                  <a:pt x="13623" y="29400"/>
                </a:lnTo>
                <a:lnTo>
                  <a:pt x="12255" y="30183"/>
                </a:lnTo>
                <a:lnTo>
                  <a:pt x="11983" y="30967"/>
                </a:lnTo>
                <a:lnTo>
                  <a:pt x="10902" y="29922"/>
                </a:lnTo>
                <a:lnTo>
                  <a:pt x="10355" y="32260"/>
                </a:lnTo>
                <a:lnTo>
                  <a:pt x="9807" y="33566"/>
                </a:lnTo>
                <a:lnTo>
                  <a:pt x="8439" y="35394"/>
                </a:lnTo>
                <a:close/>
              </a:path>
            </a:pathLst>
          </a:custGeom>
          <a:solidFill>
            <a:srgbClr val="5E7C9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95289" y="2172048"/>
            <a:ext cx="120445" cy="1428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35522" y="995228"/>
            <a:ext cx="1223110" cy="137159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060038" y="1019918"/>
            <a:ext cx="89535" cy="32384"/>
          </a:xfrm>
          <a:custGeom>
            <a:avLst/>
            <a:gdLst/>
            <a:ahLst/>
            <a:cxnLst/>
            <a:rect l="l" t="t" r="r" b="b"/>
            <a:pathLst>
              <a:path w="89534" h="32384">
                <a:moveTo>
                  <a:pt x="40395" y="32224"/>
                </a:moveTo>
                <a:lnTo>
                  <a:pt x="35756" y="32224"/>
                </a:lnTo>
                <a:lnTo>
                  <a:pt x="33723" y="31507"/>
                </a:lnTo>
                <a:lnTo>
                  <a:pt x="4866" y="14977"/>
                </a:lnTo>
                <a:lnTo>
                  <a:pt x="1570" y="13252"/>
                </a:lnTo>
                <a:lnTo>
                  <a:pt x="0" y="9485"/>
                </a:lnTo>
                <a:lnTo>
                  <a:pt x="1097" y="5882"/>
                </a:lnTo>
                <a:lnTo>
                  <a:pt x="2360" y="1960"/>
                </a:lnTo>
                <a:lnTo>
                  <a:pt x="6119" y="1171"/>
                </a:lnTo>
                <a:lnTo>
                  <a:pt x="9577" y="1171"/>
                </a:lnTo>
                <a:lnTo>
                  <a:pt x="16011" y="922"/>
                </a:lnTo>
                <a:lnTo>
                  <a:pt x="22465" y="527"/>
                </a:lnTo>
                <a:lnTo>
                  <a:pt x="28922" y="161"/>
                </a:lnTo>
                <a:lnTo>
                  <a:pt x="35366" y="0"/>
                </a:lnTo>
                <a:lnTo>
                  <a:pt x="43598" y="0"/>
                </a:lnTo>
                <a:lnTo>
                  <a:pt x="51778" y="934"/>
                </a:lnTo>
                <a:lnTo>
                  <a:pt x="59775" y="4466"/>
                </a:lnTo>
                <a:lnTo>
                  <a:pt x="78437" y="13407"/>
                </a:lnTo>
                <a:lnTo>
                  <a:pt x="82985" y="15131"/>
                </a:lnTo>
                <a:lnTo>
                  <a:pt x="89420" y="16230"/>
                </a:lnTo>
                <a:lnTo>
                  <a:pt x="88004" y="22820"/>
                </a:lnTo>
                <a:lnTo>
                  <a:pt x="87352" y="26351"/>
                </a:lnTo>
                <a:lnTo>
                  <a:pt x="85236" y="27259"/>
                </a:lnTo>
                <a:lnTo>
                  <a:pt x="80507" y="27259"/>
                </a:lnTo>
                <a:lnTo>
                  <a:pt x="77957" y="26496"/>
                </a:lnTo>
                <a:lnTo>
                  <a:pt x="75931" y="26269"/>
                </a:lnTo>
                <a:lnTo>
                  <a:pt x="69650" y="25643"/>
                </a:lnTo>
                <a:lnTo>
                  <a:pt x="63378" y="25489"/>
                </a:lnTo>
                <a:lnTo>
                  <a:pt x="57577" y="20623"/>
                </a:lnTo>
                <a:lnTo>
                  <a:pt x="56234" y="19534"/>
                </a:lnTo>
                <a:lnTo>
                  <a:pt x="54991" y="19089"/>
                </a:lnTo>
                <a:lnTo>
                  <a:pt x="50025" y="19089"/>
                </a:lnTo>
                <a:lnTo>
                  <a:pt x="47229" y="24045"/>
                </a:lnTo>
                <a:lnTo>
                  <a:pt x="45186" y="27059"/>
                </a:lnTo>
                <a:lnTo>
                  <a:pt x="42873" y="30753"/>
                </a:lnTo>
                <a:lnTo>
                  <a:pt x="40395" y="32224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17298" y="1013101"/>
            <a:ext cx="43180" cy="20320"/>
          </a:xfrm>
          <a:custGeom>
            <a:avLst/>
            <a:gdLst/>
            <a:ahLst/>
            <a:cxnLst/>
            <a:rect l="l" t="t" r="r" b="b"/>
            <a:pathLst>
              <a:path w="43179" h="20319">
                <a:moveTo>
                  <a:pt x="21177" y="20224"/>
                </a:moveTo>
                <a:lnTo>
                  <a:pt x="2515" y="11283"/>
                </a:lnTo>
                <a:lnTo>
                  <a:pt x="1725" y="9558"/>
                </a:lnTo>
                <a:lnTo>
                  <a:pt x="0" y="7833"/>
                </a:lnTo>
                <a:lnTo>
                  <a:pt x="165" y="6263"/>
                </a:lnTo>
                <a:lnTo>
                  <a:pt x="590" y="1461"/>
                </a:lnTo>
                <a:lnTo>
                  <a:pt x="3695" y="0"/>
                </a:lnTo>
                <a:lnTo>
                  <a:pt x="6781" y="0"/>
                </a:lnTo>
                <a:lnTo>
                  <a:pt x="8234" y="0"/>
                </a:lnTo>
                <a:lnTo>
                  <a:pt x="9677" y="326"/>
                </a:lnTo>
                <a:lnTo>
                  <a:pt x="10830" y="771"/>
                </a:lnTo>
                <a:lnTo>
                  <a:pt x="13253" y="1633"/>
                </a:lnTo>
                <a:lnTo>
                  <a:pt x="15994" y="1824"/>
                </a:lnTo>
                <a:lnTo>
                  <a:pt x="21132" y="1824"/>
                </a:lnTo>
                <a:lnTo>
                  <a:pt x="23500" y="1697"/>
                </a:lnTo>
                <a:lnTo>
                  <a:pt x="32515" y="1697"/>
                </a:lnTo>
                <a:lnTo>
                  <a:pt x="38624" y="2795"/>
                </a:lnTo>
                <a:lnTo>
                  <a:pt x="40947" y="11446"/>
                </a:lnTo>
                <a:lnTo>
                  <a:pt x="42828" y="18971"/>
                </a:lnTo>
                <a:lnTo>
                  <a:pt x="33105" y="19443"/>
                </a:lnTo>
                <a:lnTo>
                  <a:pt x="26824" y="20069"/>
                </a:lnTo>
                <a:lnTo>
                  <a:pt x="25889" y="20151"/>
                </a:lnTo>
                <a:lnTo>
                  <a:pt x="22123" y="20151"/>
                </a:lnTo>
                <a:lnTo>
                  <a:pt x="21177" y="20224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55815" y="1009027"/>
            <a:ext cx="80010" cy="20320"/>
          </a:xfrm>
          <a:custGeom>
            <a:avLst/>
            <a:gdLst/>
            <a:ahLst/>
            <a:cxnLst/>
            <a:rect l="l" t="t" r="r" b="b"/>
            <a:pathLst>
              <a:path w="80009" h="20319">
                <a:moveTo>
                  <a:pt x="40462" y="5943"/>
                </a:moveTo>
                <a:lnTo>
                  <a:pt x="32308" y="6591"/>
                </a:lnTo>
                <a:lnTo>
                  <a:pt x="26822" y="5791"/>
                </a:lnTo>
                <a:lnTo>
                  <a:pt x="13957" y="3759"/>
                </a:lnTo>
                <a:lnTo>
                  <a:pt x="8788" y="5016"/>
                </a:lnTo>
                <a:lnTo>
                  <a:pt x="1244" y="2819"/>
                </a:lnTo>
                <a:lnTo>
                  <a:pt x="622" y="9563"/>
                </a:lnTo>
                <a:lnTo>
                  <a:pt x="0" y="15684"/>
                </a:lnTo>
                <a:lnTo>
                  <a:pt x="7366" y="15684"/>
                </a:lnTo>
                <a:lnTo>
                  <a:pt x="12077" y="16929"/>
                </a:lnTo>
                <a:lnTo>
                  <a:pt x="16002" y="18034"/>
                </a:lnTo>
                <a:lnTo>
                  <a:pt x="20078" y="18821"/>
                </a:lnTo>
                <a:lnTo>
                  <a:pt x="24003" y="19278"/>
                </a:lnTo>
                <a:lnTo>
                  <a:pt x="26289" y="19570"/>
                </a:lnTo>
                <a:lnTo>
                  <a:pt x="28841" y="19989"/>
                </a:lnTo>
                <a:lnTo>
                  <a:pt x="35293" y="19989"/>
                </a:lnTo>
                <a:lnTo>
                  <a:pt x="38823" y="18745"/>
                </a:lnTo>
                <a:lnTo>
                  <a:pt x="39535" y="13487"/>
                </a:lnTo>
                <a:lnTo>
                  <a:pt x="40462" y="5943"/>
                </a:lnTo>
                <a:close/>
              </a:path>
              <a:path w="80009" h="20319">
                <a:moveTo>
                  <a:pt x="79971" y="2565"/>
                </a:moveTo>
                <a:lnTo>
                  <a:pt x="75412" y="406"/>
                </a:lnTo>
                <a:lnTo>
                  <a:pt x="71170" y="406"/>
                </a:lnTo>
                <a:lnTo>
                  <a:pt x="70154" y="406"/>
                </a:lnTo>
                <a:lnTo>
                  <a:pt x="69151" y="533"/>
                </a:lnTo>
                <a:lnTo>
                  <a:pt x="68237" y="774"/>
                </a:lnTo>
                <a:lnTo>
                  <a:pt x="61328" y="2819"/>
                </a:lnTo>
                <a:lnTo>
                  <a:pt x="50038" y="0"/>
                </a:lnTo>
                <a:lnTo>
                  <a:pt x="49098" y="10033"/>
                </a:lnTo>
                <a:lnTo>
                  <a:pt x="48310" y="16306"/>
                </a:lnTo>
                <a:lnTo>
                  <a:pt x="57251" y="15836"/>
                </a:lnTo>
                <a:lnTo>
                  <a:pt x="63207" y="16154"/>
                </a:lnTo>
                <a:lnTo>
                  <a:pt x="69176" y="14109"/>
                </a:lnTo>
                <a:lnTo>
                  <a:pt x="79375" y="18186"/>
                </a:lnTo>
                <a:lnTo>
                  <a:pt x="79844" y="7366"/>
                </a:lnTo>
                <a:lnTo>
                  <a:pt x="79971" y="2565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42880" y="1012465"/>
            <a:ext cx="22860" cy="14604"/>
          </a:xfrm>
          <a:custGeom>
            <a:avLst/>
            <a:gdLst/>
            <a:ahLst/>
            <a:cxnLst/>
            <a:rect l="l" t="t" r="r" b="b"/>
            <a:pathLst>
              <a:path w="22859" h="14605">
                <a:moveTo>
                  <a:pt x="9567" y="14432"/>
                </a:moveTo>
                <a:lnTo>
                  <a:pt x="4863" y="14278"/>
                </a:lnTo>
                <a:lnTo>
                  <a:pt x="0" y="13488"/>
                </a:lnTo>
                <a:lnTo>
                  <a:pt x="470" y="8314"/>
                </a:lnTo>
                <a:lnTo>
                  <a:pt x="1097" y="0"/>
                </a:lnTo>
                <a:lnTo>
                  <a:pt x="8939" y="2822"/>
                </a:lnTo>
                <a:lnTo>
                  <a:pt x="13805" y="1724"/>
                </a:lnTo>
                <a:lnTo>
                  <a:pt x="14641" y="1516"/>
                </a:lnTo>
                <a:lnTo>
                  <a:pt x="15548" y="1398"/>
                </a:lnTo>
                <a:lnTo>
                  <a:pt x="16436" y="1398"/>
                </a:lnTo>
                <a:lnTo>
                  <a:pt x="19542" y="1398"/>
                </a:lnTo>
                <a:lnTo>
                  <a:pt x="22520" y="2813"/>
                </a:lnTo>
                <a:lnTo>
                  <a:pt x="22273" y="6590"/>
                </a:lnTo>
                <a:lnTo>
                  <a:pt x="21647" y="14115"/>
                </a:lnTo>
                <a:lnTo>
                  <a:pt x="14278" y="12862"/>
                </a:lnTo>
                <a:lnTo>
                  <a:pt x="9567" y="14432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18734" y="1012774"/>
            <a:ext cx="58419" cy="24130"/>
          </a:xfrm>
          <a:custGeom>
            <a:avLst/>
            <a:gdLst/>
            <a:ahLst/>
            <a:cxnLst/>
            <a:rect l="l" t="t" r="r" b="b"/>
            <a:pathLst>
              <a:path w="58420" h="24130">
                <a:moveTo>
                  <a:pt x="42978" y="24009"/>
                </a:moveTo>
                <a:lnTo>
                  <a:pt x="33886" y="21481"/>
                </a:lnTo>
                <a:lnTo>
                  <a:pt x="24352" y="18849"/>
                </a:lnTo>
                <a:lnTo>
                  <a:pt x="14523" y="16128"/>
                </a:lnTo>
                <a:lnTo>
                  <a:pt x="4546" y="13334"/>
                </a:lnTo>
                <a:lnTo>
                  <a:pt x="1722" y="12871"/>
                </a:lnTo>
                <a:lnTo>
                  <a:pt x="0" y="10048"/>
                </a:lnTo>
                <a:lnTo>
                  <a:pt x="932" y="7379"/>
                </a:lnTo>
                <a:lnTo>
                  <a:pt x="2158" y="3240"/>
                </a:lnTo>
                <a:lnTo>
                  <a:pt x="5336" y="0"/>
                </a:lnTo>
                <a:lnTo>
                  <a:pt x="9429" y="0"/>
                </a:lnTo>
                <a:lnTo>
                  <a:pt x="9619" y="0"/>
                </a:lnTo>
                <a:lnTo>
                  <a:pt x="21459" y="1641"/>
                </a:lnTo>
                <a:lnTo>
                  <a:pt x="32683" y="5201"/>
                </a:lnTo>
                <a:lnTo>
                  <a:pt x="43759" y="9381"/>
                </a:lnTo>
                <a:lnTo>
                  <a:pt x="55053" y="12871"/>
                </a:lnTo>
                <a:lnTo>
                  <a:pt x="57249" y="13334"/>
                </a:lnTo>
                <a:lnTo>
                  <a:pt x="58347" y="16792"/>
                </a:lnTo>
                <a:lnTo>
                  <a:pt x="56621" y="19298"/>
                </a:lnTo>
                <a:lnTo>
                  <a:pt x="53801" y="23691"/>
                </a:lnTo>
                <a:lnTo>
                  <a:pt x="49252" y="23691"/>
                </a:lnTo>
                <a:lnTo>
                  <a:pt x="42978" y="24009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80895" y="1026236"/>
            <a:ext cx="29845" cy="17145"/>
          </a:xfrm>
          <a:custGeom>
            <a:avLst/>
            <a:gdLst/>
            <a:ahLst/>
            <a:cxnLst/>
            <a:rect l="l" t="t" r="r" b="b"/>
            <a:pathLst>
              <a:path w="29845" h="17144">
                <a:moveTo>
                  <a:pt x="6481" y="17047"/>
                </a:moveTo>
                <a:lnTo>
                  <a:pt x="3075" y="17047"/>
                </a:lnTo>
                <a:lnTo>
                  <a:pt x="0" y="14659"/>
                </a:lnTo>
                <a:lnTo>
                  <a:pt x="897" y="11328"/>
                </a:lnTo>
                <a:lnTo>
                  <a:pt x="2533" y="4175"/>
                </a:lnTo>
                <a:lnTo>
                  <a:pt x="7289" y="0"/>
                </a:lnTo>
                <a:lnTo>
                  <a:pt x="14748" y="0"/>
                </a:lnTo>
                <a:lnTo>
                  <a:pt x="15138" y="0"/>
                </a:lnTo>
                <a:lnTo>
                  <a:pt x="15548" y="9"/>
                </a:lnTo>
                <a:lnTo>
                  <a:pt x="15956" y="36"/>
                </a:lnTo>
                <a:lnTo>
                  <a:pt x="21450" y="190"/>
                </a:lnTo>
                <a:lnTo>
                  <a:pt x="29599" y="2069"/>
                </a:lnTo>
                <a:lnTo>
                  <a:pt x="28192" y="7252"/>
                </a:lnTo>
                <a:lnTo>
                  <a:pt x="25678" y="15876"/>
                </a:lnTo>
                <a:lnTo>
                  <a:pt x="14703" y="13370"/>
                </a:lnTo>
                <a:lnTo>
                  <a:pt x="7641" y="16665"/>
                </a:lnTo>
                <a:lnTo>
                  <a:pt x="7089" y="16920"/>
                </a:lnTo>
                <a:lnTo>
                  <a:pt x="6481" y="17047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24211" y="1042429"/>
            <a:ext cx="90170" cy="59690"/>
          </a:xfrm>
          <a:custGeom>
            <a:avLst/>
            <a:gdLst/>
            <a:ahLst/>
            <a:cxnLst/>
            <a:rect l="l" t="t" r="r" b="b"/>
            <a:pathLst>
              <a:path w="90170" h="59690">
                <a:moveTo>
                  <a:pt x="37949" y="59174"/>
                </a:moveTo>
                <a:lnTo>
                  <a:pt x="34663" y="59174"/>
                </a:lnTo>
                <a:lnTo>
                  <a:pt x="34190" y="59156"/>
                </a:lnTo>
                <a:lnTo>
                  <a:pt x="0" y="48672"/>
                </a:lnTo>
                <a:lnTo>
                  <a:pt x="21" y="41588"/>
                </a:lnTo>
                <a:lnTo>
                  <a:pt x="26106" y="11974"/>
                </a:lnTo>
                <a:lnTo>
                  <a:pt x="59914" y="3714"/>
                </a:lnTo>
                <a:lnTo>
                  <a:pt x="76553" y="0"/>
                </a:lnTo>
                <a:lnTo>
                  <a:pt x="82517" y="626"/>
                </a:lnTo>
                <a:lnTo>
                  <a:pt x="88636" y="308"/>
                </a:lnTo>
                <a:lnTo>
                  <a:pt x="89099" y="7216"/>
                </a:lnTo>
                <a:lnTo>
                  <a:pt x="89569" y="14115"/>
                </a:lnTo>
                <a:lnTo>
                  <a:pt x="83143" y="12072"/>
                </a:lnTo>
                <a:lnTo>
                  <a:pt x="79222" y="13488"/>
                </a:lnTo>
                <a:lnTo>
                  <a:pt x="68478" y="17017"/>
                </a:lnTo>
                <a:lnTo>
                  <a:pt x="57513" y="19841"/>
                </a:lnTo>
                <a:lnTo>
                  <a:pt x="46814" y="23372"/>
                </a:lnTo>
                <a:lnTo>
                  <a:pt x="36868" y="29020"/>
                </a:lnTo>
                <a:lnTo>
                  <a:pt x="31236" y="33888"/>
                </a:lnTo>
                <a:lnTo>
                  <a:pt x="28413" y="38668"/>
                </a:lnTo>
                <a:lnTo>
                  <a:pt x="29738" y="43445"/>
                </a:lnTo>
                <a:lnTo>
                  <a:pt x="36548" y="48309"/>
                </a:lnTo>
                <a:lnTo>
                  <a:pt x="39537" y="49725"/>
                </a:lnTo>
                <a:lnTo>
                  <a:pt x="42667" y="51295"/>
                </a:lnTo>
                <a:lnTo>
                  <a:pt x="41570" y="55217"/>
                </a:lnTo>
                <a:lnTo>
                  <a:pt x="40624" y="58585"/>
                </a:lnTo>
                <a:lnTo>
                  <a:pt x="37949" y="59174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30155" y="1051371"/>
            <a:ext cx="95250" cy="20320"/>
          </a:xfrm>
          <a:custGeom>
            <a:avLst/>
            <a:gdLst/>
            <a:ahLst/>
            <a:cxnLst/>
            <a:rect l="l" t="t" r="r" b="b"/>
            <a:pathLst>
              <a:path w="95250" h="20319">
                <a:moveTo>
                  <a:pt x="88767" y="19888"/>
                </a:moveTo>
                <a:lnTo>
                  <a:pt x="83511" y="19888"/>
                </a:lnTo>
                <a:lnTo>
                  <a:pt x="82268" y="19697"/>
                </a:lnTo>
                <a:lnTo>
                  <a:pt x="81060" y="19289"/>
                </a:lnTo>
                <a:lnTo>
                  <a:pt x="73280" y="17058"/>
                </a:lnTo>
                <a:lnTo>
                  <a:pt x="65476" y="15664"/>
                </a:lnTo>
                <a:lnTo>
                  <a:pt x="57650" y="14945"/>
                </a:lnTo>
                <a:lnTo>
                  <a:pt x="49807" y="14741"/>
                </a:lnTo>
                <a:lnTo>
                  <a:pt x="41945" y="14891"/>
                </a:lnTo>
                <a:lnTo>
                  <a:pt x="34072" y="15232"/>
                </a:lnTo>
                <a:lnTo>
                  <a:pt x="26193" y="15603"/>
                </a:lnTo>
                <a:lnTo>
                  <a:pt x="18309" y="15839"/>
                </a:lnTo>
                <a:lnTo>
                  <a:pt x="15914" y="15839"/>
                </a:lnTo>
                <a:lnTo>
                  <a:pt x="13090" y="16175"/>
                </a:lnTo>
                <a:lnTo>
                  <a:pt x="5701" y="16175"/>
                </a:lnTo>
                <a:lnTo>
                  <a:pt x="1445" y="15159"/>
                </a:lnTo>
                <a:lnTo>
                  <a:pt x="745" y="9567"/>
                </a:lnTo>
                <a:lnTo>
                  <a:pt x="0" y="3322"/>
                </a:lnTo>
                <a:lnTo>
                  <a:pt x="3350" y="2341"/>
                </a:lnTo>
                <a:lnTo>
                  <a:pt x="9232" y="2341"/>
                </a:lnTo>
                <a:lnTo>
                  <a:pt x="11230" y="2541"/>
                </a:lnTo>
                <a:lnTo>
                  <a:pt x="13908" y="2541"/>
                </a:lnTo>
                <a:lnTo>
                  <a:pt x="14743" y="2496"/>
                </a:lnTo>
                <a:lnTo>
                  <a:pt x="15486" y="2351"/>
                </a:lnTo>
                <a:lnTo>
                  <a:pt x="18002" y="1878"/>
                </a:lnTo>
                <a:lnTo>
                  <a:pt x="20507" y="1098"/>
                </a:lnTo>
                <a:lnTo>
                  <a:pt x="24273" y="0"/>
                </a:lnTo>
                <a:lnTo>
                  <a:pt x="30710" y="3703"/>
                </a:lnTo>
                <a:lnTo>
                  <a:pt x="37509" y="4702"/>
                </a:lnTo>
                <a:lnTo>
                  <a:pt x="52595" y="4702"/>
                </a:lnTo>
                <a:lnTo>
                  <a:pt x="60945" y="3349"/>
                </a:lnTo>
                <a:lnTo>
                  <a:pt x="74326" y="3349"/>
                </a:lnTo>
                <a:lnTo>
                  <a:pt x="79382" y="3857"/>
                </a:lnTo>
                <a:lnTo>
                  <a:pt x="84356" y="5491"/>
                </a:lnTo>
                <a:lnTo>
                  <a:pt x="88594" y="6744"/>
                </a:lnTo>
                <a:lnTo>
                  <a:pt x="95176" y="7370"/>
                </a:lnTo>
                <a:lnTo>
                  <a:pt x="93616" y="13643"/>
                </a:lnTo>
                <a:lnTo>
                  <a:pt x="92525" y="17736"/>
                </a:lnTo>
                <a:lnTo>
                  <a:pt x="88767" y="19888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145609" y="1087762"/>
            <a:ext cx="29845" cy="15240"/>
          </a:xfrm>
          <a:custGeom>
            <a:avLst/>
            <a:gdLst/>
            <a:ahLst/>
            <a:cxnLst/>
            <a:rect l="l" t="t" r="r" b="b"/>
            <a:pathLst>
              <a:path w="29845" h="15240">
                <a:moveTo>
                  <a:pt x="24001" y="15177"/>
                </a:moveTo>
                <a:lnTo>
                  <a:pt x="17736" y="15177"/>
                </a:lnTo>
                <a:lnTo>
                  <a:pt x="16576" y="15122"/>
                </a:lnTo>
                <a:lnTo>
                  <a:pt x="15503" y="15059"/>
                </a:lnTo>
                <a:lnTo>
                  <a:pt x="15141" y="15050"/>
                </a:lnTo>
                <a:lnTo>
                  <a:pt x="13363" y="15050"/>
                </a:lnTo>
                <a:lnTo>
                  <a:pt x="12273" y="15068"/>
                </a:lnTo>
                <a:lnTo>
                  <a:pt x="5701" y="15068"/>
                </a:lnTo>
                <a:lnTo>
                  <a:pt x="0" y="14460"/>
                </a:lnTo>
                <a:lnTo>
                  <a:pt x="127" y="7062"/>
                </a:lnTo>
                <a:lnTo>
                  <a:pt x="310" y="2124"/>
                </a:lnTo>
                <a:lnTo>
                  <a:pt x="3368" y="1497"/>
                </a:lnTo>
                <a:lnTo>
                  <a:pt x="7816" y="1497"/>
                </a:lnTo>
                <a:lnTo>
                  <a:pt x="8959" y="1570"/>
                </a:lnTo>
                <a:lnTo>
                  <a:pt x="11265" y="1570"/>
                </a:lnTo>
                <a:lnTo>
                  <a:pt x="12400" y="1479"/>
                </a:lnTo>
                <a:lnTo>
                  <a:pt x="13308" y="1098"/>
                </a:lnTo>
                <a:lnTo>
                  <a:pt x="20052" y="1878"/>
                </a:lnTo>
                <a:lnTo>
                  <a:pt x="28994" y="0"/>
                </a:lnTo>
                <a:lnTo>
                  <a:pt x="29302" y="8468"/>
                </a:lnTo>
                <a:lnTo>
                  <a:pt x="29429" y="14187"/>
                </a:lnTo>
                <a:lnTo>
                  <a:pt x="24001" y="15177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08994" y="1104573"/>
            <a:ext cx="20320" cy="13970"/>
          </a:xfrm>
          <a:custGeom>
            <a:avLst/>
            <a:gdLst/>
            <a:ahLst/>
            <a:cxnLst/>
            <a:rect l="l" t="t" r="r" b="b"/>
            <a:pathLst>
              <a:path w="20320" h="13969">
                <a:moveTo>
                  <a:pt x="11192" y="13752"/>
                </a:moveTo>
                <a:lnTo>
                  <a:pt x="6154" y="13752"/>
                </a:lnTo>
                <a:lnTo>
                  <a:pt x="4228" y="13107"/>
                </a:lnTo>
                <a:lnTo>
                  <a:pt x="2350" y="11110"/>
                </a:lnTo>
                <a:lnTo>
                  <a:pt x="317" y="9386"/>
                </a:lnTo>
                <a:lnTo>
                  <a:pt x="0" y="6408"/>
                </a:lnTo>
                <a:lnTo>
                  <a:pt x="1722" y="4212"/>
                </a:lnTo>
                <a:lnTo>
                  <a:pt x="3348" y="1643"/>
                </a:lnTo>
                <a:lnTo>
                  <a:pt x="6136" y="0"/>
                </a:lnTo>
                <a:lnTo>
                  <a:pt x="9194" y="0"/>
                </a:lnTo>
                <a:lnTo>
                  <a:pt x="9674" y="0"/>
                </a:lnTo>
                <a:lnTo>
                  <a:pt x="10175" y="45"/>
                </a:lnTo>
                <a:lnTo>
                  <a:pt x="10665" y="127"/>
                </a:lnTo>
                <a:lnTo>
                  <a:pt x="17254" y="1388"/>
                </a:lnTo>
                <a:lnTo>
                  <a:pt x="19922" y="5146"/>
                </a:lnTo>
                <a:lnTo>
                  <a:pt x="17419" y="11736"/>
                </a:lnTo>
                <a:lnTo>
                  <a:pt x="14331" y="12127"/>
                </a:lnTo>
                <a:lnTo>
                  <a:pt x="11192" y="13752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70484" y="1435391"/>
            <a:ext cx="97155" cy="18415"/>
          </a:xfrm>
          <a:custGeom>
            <a:avLst/>
            <a:gdLst/>
            <a:ahLst/>
            <a:cxnLst/>
            <a:rect l="l" t="t" r="r" b="b"/>
            <a:pathLst>
              <a:path w="97154" h="18415">
                <a:moveTo>
                  <a:pt x="34036" y="15532"/>
                </a:moveTo>
                <a:lnTo>
                  <a:pt x="32778" y="8623"/>
                </a:lnTo>
                <a:lnTo>
                  <a:pt x="31445" y="2171"/>
                </a:lnTo>
                <a:lnTo>
                  <a:pt x="26949" y="1701"/>
                </a:lnTo>
                <a:lnTo>
                  <a:pt x="21463" y="1701"/>
                </a:lnTo>
                <a:lnTo>
                  <a:pt x="20650" y="1701"/>
                </a:lnTo>
                <a:lnTo>
                  <a:pt x="17043" y="1701"/>
                </a:lnTo>
                <a:lnTo>
                  <a:pt x="14401" y="1536"/>
                </a:lnTo>
                <a:lnTo>
                  <a:pt x="12534" y="0"/>
                </a:lnTo>
                <a:lnTo>
                  <a:pt x="7048" y="774"/>
                </a:lnTo>
                <a:lnTo>
                  <a:pt x="0" y="152"/>
                </a:lnTo>
                <a:lnTo>
                  <a:pt x="1092" y="5803"/>
                </a:lnTo>
                <a:lnTo>
                  <a:pt x="2971" y="14744"/>
                </a:lnTo>
                <a:lnTo>
                  <a:pt x="11760" y="16471"/>
                </a:lnTo>
                <a:lnTo>
                  <a:pt x="25717" y="16471"/>
                </a:lnTo>
                <a:lnTo>
                  <a:pt x="34036" y="15532"/>
                </a:lnTo>
                <a:close/>
              </a:path>
              <a:path w="97154" h="18415">
                <a:moveTo>
                  <a:pt x="96621" y="5905"/>
                </a:moveTo>
                <a:lnTo>
                  <a:pt x="93802" y="4508"/>
                </a:lnTo>
                <a:lnTo>
                  <a:pt x="90017" y="4508"/>
                </a:lnTo>
                <a:lnTo>
                  <a:pt x="89598" y="4508"/>
                </a:lnTo>
                <a:lnTo>
                  <a:pt x="89192" y="4521"/>
                </a:lnTo>
                <a:lnTo>
                  <a:pt x="88773" y="4546"/>
                </a:lnTo>
                <a:lnTo>
                  <a:pt x="84543" y="5803"/>
                </a:lnTo>
                <a:lnTo>
                  <a:pt x="78270" y="5486"/>
                </a:lnTo>
                <a:lnTo>
                  <a:pt x="78422" y="12700"/>
                </a:lnTo>
                <a:lnTo>
                  <a:pt x="78422" y="16764"/>
                </a:lnTo>
                <a:lnTo>
                  <a:pt x="81572" y="18135"/>
                </a:lnTo>
                <a:lnTo>
                  <a:pt x="85610" y="18135"/>
                </a:lnTo>
                <a:lnTo>
                  <a:pt x="86182" y="18097"/>
                </a:lnTo>
                <a:lnTo>
                  <a:pt x="86741" y="18034"/>
                </a:lnTo>
                <a:lnTo>
                  <a:pt x="91757" y="17564"/>
                </a:lnTo>
                <a:lnTo>
                  <a:pt x="96621" y="15684"/>
                </a:lnTo>
                <a:lnTo>
                  <a:pt x="96621" y="5905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50357" y="1932494"/>
            <a:ext cx="73016" cy="14356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89050" y="1337087"/>
            <a:ext cx="737955" cy="97471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19296" y="2853586"/>
            <a:ext cx="2620645" cy="1334135"/>
            <a:chOff x="719296" y="2853586"/>
            <a:chExt cx="2620645" cy="1334135"/>
          </a:xfrm>
        </p:grpSpPr>
        <p:sp>
          <p:nvSpPr>
            <p:cNvPr id="15" name="object 15"/>
            <p:cNvSpPr/>
            <p:nvPr/>
          </p:nvSpPr>
          <p:spPr>
            <a:xfrm>
              <a:off x="3264045" y="3860245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2260" y="19612"/>
                  </a:moveTo>
                  <a:lnTo>
                    <a:pt x="4818" y="19612"/>
                  </a:lnTo>
                  <a:lnTo>
                    <a:pt x="0" y="15683"/>
                  </a:lnTo>
                  <a:lnTo>
                    <a:pt x="0" y="4406"/>
                  </a:lnTo>
                  <a:lnTo>
                    <a:pt x="4406" y="0"/>
                  </a:lnTo>
                  <a:lnTo>
                    <a:pt x="9774" y="0"/>
                  </a:lnTo>
                  <a:lnTo>
                    <a:pt x="15412" y="1740"/>
                  </a:lnTo>
                  <a:lnTo>
                    <a:pt x="18839" y="6033"/>
                  </a:lnTo>
                  <a:lnTo>
                    <a:pt x="19469" y="11487"/>
                  </a:lnTo>
                  <a:lnTo>
                    <a:pt x="16711" y="16711"/>
                  </a:lnTo>
                  <a:lnTo>
                    <a:pt x="14711" y="18712"/>
                  </a:lnTo>
                  <a:lnTo>
                    <a:pt x="12260" y="19612"/>
                  </a:lnTo>
                  <a:close/>
                </a:path>
              </a:pathLst>
            </a:custGeom>
            <a:solidFill>
              <a:srgbClr val="5E80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9296" y="2853586"/>
              <a:ext cx="2620099" cy="1333866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6032127" y="3165407"/>
            <a:ext cx="60960" cy="151765"/>
          </a:xfrm>
          <a:custGeom>
            <a:avLst/>
            <a:gdLst/>
            <a:ahLst/>
            <a:cxnLst/>
            <a:rect l="l" t="t" r="r" b="b"/>
            <a:pathLst>
              <a:path w="60960" h="151764">
                <a:moveTo>
                  <a:pt x="44141" y="151188"/>
                </a:moveTo>
                <a:lnTo>
                  <a:pt x="24281" y="116335"/>
                </a:lnTo>
                <a:lnTo>
                  <a:pt x="10164" y="79046"/>
                </a:lnTo>
                <a:lnTo>
                  <a:pt x="2000" y="40031"/>
                </a:lnTo>
                <a:lnTo>
                  <a:pt x="0" y="0"/>
                </a:lnTo>
                <a:lnTo>
                  <a:pt x="410" y="1125"/>
                </a:lnTo>
                <a:lnTo>
                  <a:pt x="617" y="2250"/>
                </a:lnTo>
                <a:lnTo>
                  <a:pt x="820" y="3478"/>
                </a:lnTo>
                <a:lnTo>
                  <a:pt x="1230" y="9007"/>
                </a:lnTo>
                <a:lnTo>
                  <a:pt x="5938" y="16684"/>
                </a:lnTo>
                <a:lnTo>
                  <a:pt x="13418" y="20267"/>
                </a:lnTo>
                <a:lnTo>
                  <a:pt x="15773" y="21392"/>
                </a:lnTo>
                <a:lnTo>
                  <a:pt x="17309" y="26814"/>
                </a:lnTo>
                <a:lnTo>
                  <a:pt x="40757" y="64381"/>
                </a:lnTo>
                <a:lnTo>
                  <a:pt x="46858" y="68916"/>
                </a:lnTo>
                <a:lnTo>
                  <a:pt x="51921" y="74018"/>
                </a:lnTo>
                <a:lnTo>
                  <a:pt x="56368" y="79598"/>
                </a:lnTo>
                <a:lnTo>
                  <a:pt x="60622" y="85571"/>
                </a:lnTo>
                <a:lnTo>
                  <a:pt x="57762" y="91610"/>
                </a:lnTo>
                <a:lnTo>
                  <a:pt x="60525" y="100005"/>
                </a:lnTo>
                <a:lnTo>
                  <a:pt x="52635" y="104921"/>
                </a:lnTo>
                <a:lnTo>
                  <a:pt x="51100" y="105836"/>
                </a:lnTo>
                <a:lnTo>
                  <a:pt x="52843" y="111980"/>
                </a:lnTo>
                <a:lnTo>
                  <a:pt x="53148" y="115766"/>
                </a:lnTo>
                <a:lnTo>
                  <a:pt x="53841" y="124433"/>
                </a:lnTo>
                <a:lnTo>
                  <a:pt x="54160" y="133052"/>
                </a:lnTo>
                <a:lnTo>
                  <a:pt x="53308" y="141576"/>
                </a:lnTo>
                <a:lnTo>
                  <a:pt x="50487" y="149957"/>
                </a:lnTo>
                <a:lnTo>
                  <a:pt x="44141" y="151188"/>
                </a:lnTo>
                <a:close/>
              </a:path>
            </a:pathLst>
          </a:custGeom>
          <a:solidFill>
            <a:srgbClr val="859EB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59496" y="2922473"/>
            <a:ext cx="394508" cy="48064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11578" y="2919418"/>
            <a:ext cx="481731" cy="506817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7650404" y="3040532"/>
            <a:ext cx="104775" cy="320675"/>
          </a:xfrm>
          <a:custGeom>
            <a:avLst/>
            <a:gdLst/>
            <a:ahLst/>
            <a:cxnLst/>
            <a:rect l="l" t="t" r="r" b="b"/>
            <a:pathLst>
              <a:path w="104775" h="320675">
                <a:moveTo>
                  <a:pt x="67614" y="138950"/>
                </a:moveTo>
                <a:lnTo>
                  <a:pt x="36791" y="138493"/>
                </a:lnTo>
                <a:lnTo>
                  <a:pt x="36817" y="138950"/>
                </a:lnTo>
                <a:lnTo>
                  <a:pt x="38684" y="171107"/>
                </a:lnTo>
                <a:lnTo>
                  <a:pt x="43141" y="217932"/>
                </a:lnTo>
                <a:lnTo>
                  <a:pt x="48869" y="270510"/>
                </a:lnTo>
                <a:lnTo>
                  <a:pt x="54521" y="320408"/>
                </a:lnTo>
                <a:lnTo>
                  <a:pt x="56845" y="296151"/>
                </a:lnTo>
                <a:lnTo>
                  <a:pt x="61823" y="240601"/>
                </a:lnTo>
                <a:lnTo>
                  <a:pt x="66421" y="179590"/>
                </a:lnTo>
                <a:lnTo>
                  <a:pt x="67614" y="138950"/>
                </a:lnTo>
                <a:close/>
              </a:path>
              <a:path w="104775" h="320675">
                <a:moveTo>
                  <a:pt x="80924" y="11544"/>
                </a:moveTo>
                <a:lnTo>
                  <a:pt x="80911" y="10668"/>
                </a:lnTo>
                <a:lnTo>
                  <a:pt x="80784" y="876"/>
                </a:lnTo>
                <a:lnTo>
                  <a:pt x="19964" y="0"/>
                </a:lnTo>
                <a:lnTo>
                  <a:pt x="19977" y="876"/>
                </a:lnTo>
                <a:lnTo>
                  <a:pt x="20116" y="10668"/>
                </a:lnTo>
                <a:lnTo>
                  <a:pt x="80924" y="11544"/>
                </a:lnTo>
                <a:close/>
              </a:path>
              <a:path w="104775" h="320675">
                <a:moveTo>
                  <a:pt x="99669" y="121983"/>
                </a:moveTo>
                <a:lnTo>
                  <a:pt x="74955" y="14808"/>
                </a:lnTo>
                <a:lnTo>
                  <a:pt x="24536" y="14630"/>
                </a:lnTo>
                <a:lnTo>
                  <a:pt x="24498" y="14808"/>
                </a:lnTo>
                <a:lnTo>
                  <a:pt x="4381" y="120586"/>
                </a:lnTo>
                <a:lnTo>
                  <a:pt x="99669" y="121983"/>
                </a:lnTo>
                <a:close/>
              </a:path>
              <a:path w="104775" h="320675">
                <a:moveTo>
                  <a:pt x="104241" y="136105"/>
                </a:moveTo>
                <a:lnTo>
                  <a:pt x="104216" y="134594"/>
                </a:lnTo>
                <a:lnTo>
                  <a:pt x="104101" y="125463"/>
                </a:lnTo>
                <a:lnTo>
                  <a:pt x="0" y="123952"/>
                </a:lnTo>
                <a:lnTo>
                  <a:pt x="25" y="125463"/>
                </a:lnTo>
                <a:lnTo>
                  <a:pt x="177" y="134594"/>
                </a:lnTo>
                <a:lnTo>
                  <a:pt x="104241" y="136105"/>
                </a:lnTo>
                <a:close/>
              </a:path>
            </a:pathLst>
          </a:custGeom>
          <a:solidFill>
            <a:srgbClr val="859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30963" y="3052381"/>
            <a:ext cx="222250" cy="297180"/>
          </a:xfrm>
          <a:custGeom>
            <a:avLst/>
            <a:gdLst/>
            <a:ahLst/>
            <a:cxnLst/>
            <a:rect l="l" t="t" r="r" b="b"/>
            <a:pathLst>
              <a:path w="222250" h="297179">
                <a:moveTo>
                  <a:pt x="110724" y="296642"/>
                </a:moveTo>
                <a:lnTo>
                  <a:pt x="94955" y="202383"/>
                </a:lnTo>
                <a:lnTo>
                  <a:pt x="24510" y="202383"/>
                </a:lnTo>
                <a:lnTo>
                  <a:pt x="20771" y="201618"/>
                </a:lnTo>
                <a:lnTo>
                  <a:pt x="17343" y="200172"/>
                </a:lnTo>
                <a:lnTo>
                  <a:pt x="5761" y="191464"/>
                </a:lnTo>
                <a:lnTo>
                  <a:pt x="0" y="178982"/>
                </a:lnTo>
                <a:lnTo>
                  <a:pt x="558" y="165256"/>
                </a:lnTo>
                <a:lnTo>
                  <a:pt x="7936" y="152816"/>
                </a:lnTo>
                <a:lnTo>
                  <a:pt x="23803" y="135220"/>
                </a:lnTo>
                <a:lnTo>
                  <a:pt x="34683" y="119759"/>
                </a:lnTo>
                <a:lnTo>
                  <a:pt x="41799" y="106189"/>
                </a:lnTo>
                <a:lnTo>
                  <a:pt x="46375" y="94263"/>
                </a:lnTo>
                <a:lnTo>
                  <a:pt x="47536" y="90962"/>
                </a:lnTo>
                <a:lnTo>
                  <a:pt x="49485" y="79740"/>
                </a:lnTo>
                <a:lnTo>
                  <a:pt x="49331" y="67673"/>
                </a:lnTo>
                <a:lnTo>
                  <a:pt x="47058" y="54456"/>
                </a:lnTo>
                <a:lnTo>
                  <a:pt x="42654" y="39782"/>
                </a:lnTo>
                <a:lnTo>
                  <a:pt x="41389" y="37071"/>
                </a:lnTo>
                <a:lnTo>
                  <a:pt x="40514" y="33035"/>
                </a:lnTo>
                <a:lnTo>
                  <a:pt x="40514" y="28997"/>
                </a:lnTo>
                <a:lnTo>
                  <a:pt x="42907" y="17871"/>
                </a:lnTo>
                <a:lnTo>
                  <a:pt x="49267" y="8636"/>
                </a:lnTo>
                <a:lnTo>
                  <a:pt x="58519" y="2332"/>
                </a:lnTo>
                <a:lnTo>
                  <a:pt x="69591" y="0"/>
                </a:lnTo>
                <a:lnTo>
                  <a:pt x="152102" y="212"/>
                </a:lnTo>
                <a:lnTo>
                  <a:pt x="163302" y="2490"/>
                </a:lnTo>
                <a:lnTo>
                  <a:pt x="172507" y="8699"/>
                </a:lnTo>
                <a:lnTo>
                  <a:pt x="178761" y="17905"/>
                </a:lnTo>
                <a:lnTo>
                  <a:pt x="181109" y="29172"/>
                </a:lnTo>
                <a:lnTo>
                  <a:pt x="181109" y="33318"/>
                </a:lnTo>
                <a:lnTo>
                  <a:pt x="180231" y="37386"/>
                </a:lnTo>
                <a:lnTo>
                  <a:pt x="178509" y="41180"/>
                </a:lnTo>
                <a:lnTo>
                  <a:pt x="174118" y="56214"/>
                </a:lnTo>
                <a:lnTo>
                  <a:pt x="172066" y="69893"/>
                </a:lnTo>
                <a:lnTo>
                  <a:pt x="172359" y="82487"/>
                </a:lnTo>
                <a:lnTo>
                  <a:pt x="175003" y="94263"/>
                </a:lnTo>
                <a:lnTo>
                  <a:pt x="179596" y="106184"/>
                </a:lnTo>
                <a:lnTo>
                  <a:pt x="186717" y="119747"/>
                </a:lnTo>
                <a:lnTo>
                  <a:pt x="197591" y="135206"/>
                </a:lnTo>
                <a:lnTo>
                  <a:pt x="213440" y="152816"/>
                </a:lnTo>
                <a:lnTo>
                  <a:pt x="218549" y="159746"/>
                </a:lnTo>
                <a:lnTo>
                  <a:pt x="221373" y="167699"/>
                </a:lnTo>
                <a:lnTo>
                  <a:pt x="221801" y="176126"/>
                </a:lnTo>
                <a:lnTo>
                  <a:pt x="219721" y="184483"/>
                </a:lnTo>
                <a:lnTo>
                  <a:pt x="216813" y="191608"/>
                </a:lnTo>
                <a:lnTo>
                  <a:pt x="211157" y="197297"/>
                </a:lnTo>
                <a:lnTo>
                  <a:pt x="203992" y="200212"/>
                </a:lnTo>
                <a:lnTo>
                  <a:pt x="200524" y="201650"/>
                </a:lnTo>
                <a:lnTo>
                  <a:pt x="196756" y="202423"/>
                </a:lnTo>
                <a:lnTo>
                  <a:pt x="126413" y="202423"/>
                </a:lnTo>
                <a:lnTo>
                  <a:pt x="110724" y="296642"/>
                </a:lnTo>
                <a:close/>
              </a:path>
            </a:pathLst>
          </a:custGeom>
          <a:solidFill>
            <a:srgbClr val="A5B6C6">
              <a:alpha val="723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20343" y="3441268"/>
            <a:ext cx="179070" cy="276225"/>
          </a:xfrm>
          <a:custGeom>
            <a:avLst/>
            <a:gdLst/>
            <a:ahLst/>
            <a:cxnLst/>
            <a:rect l="l" t="t" r="r" b="b"/>
            <a:pathLst>
              <a:path w="179070" h="276225">
                <a:moveTo>
                  <a:pt x="178536" y="34099"/>
                </a:moveTo>
                <a:lnTo>
                  <a:pt x="37223" y="0"/>
                </a:lnTo>
                <a:lnTo>
                  <a:pt x="26695" y="0"/>
                </a:lnTo>
                <a:lnTo>
                  <a:pt x="26695" y="262864"/>
                </a:lnTo>
                <a:lnTo>
                  <a:pt x="20027" y="263131"/>
                </a:lnTo>
                <a:lnTo>
                  <a:pt x="9601" y="264566"/>
                </a:lnTo>
                <a:lnTo>
                  <a:pt x="2578" y="266712"/>
                </a:lnTo>
                <a:lnTo>
                  <a:pt x="0" y="269354"/>
                </a:lnTo>
                <a:lnTo>
                  <a:pt x="2578" y="271970"/>
                </a:lnTo>
                <a:lnTo>
                  <a:pt x="9601" y="274104"/>
                </a:lnTo>
                <a:lnTo>
                  <a:pt x="20027" y="275539"/>
                </a:lnTo>
                <a:lnTo>
                  <a:pt x="32804" y="276059"/>
                </a:lnTo>
                <a:lnTo>
                  <a:pt x="45593" y="275539"/>
                </a:lnTo>
                <a:lnTo>
                  <a:pt x="56032" y="274104"/>
                </a:lnTo>
                <a:lnTo>
                  <a:pt x="63068" y="271970"/>
                </a:lnTo>
                <a:lnTo>
                  <a:pt x="65646" y="269354"/>
                </a:lnTo>
                <a:lnTo>
                  <a:pt x="63068" y="266712"/>
                </a:lnTo>
                <a:lnTo>
                  <a:pt x="56032" y="264566"/>
                </a:lnTo>
                <a:lnTo>
                  <a:pt x="45593" y="263131"/>
                </a:lnTo>
                <a:lnTo>
                  <a:pt x="37223" y="262801"/>
                </a:lnTo>
                <a:lnTo>
                  <a:pt x="37223" y="83908"/>
                </a:lnTo>
                <a:lnTo>
                  <a:pt x="178536" y="34099"/>
                </a:lnTo>
                <a:close/>
              </a:path>
            </a:pathLst>
          </a:custGeom>
          <a:solidFill>
            <a:srgbClr val="859EB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35333" y="3562902"/>
            <a:ext cx="519196" cy="51059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70448" y="3562637"/>
            <a:ext cx="465492" cy="464407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7355263" y="3806391"/>
            <a:ext cx="179070" cy="262890"/>
          </a:xfrm>
          <a:custGeom>
            <a:avLst/>
            <a:gdLst/>
            <a:ahLst/>
            <a:cxnLst/>
            <a:rect l="l" t="t" r="r" b="b"/>
            <a:pathLst>
              <a:path w="179070" h="262889">
                <a:moveTo>
                  <a:pt x="92603" y="262871"/>
                </a:moveTo>
                <a:lnTo>
                  <a:pt x="24196" y="152952"/>
                </a:lnTo>
                <a:lnTo>
                  <a:pt x="14338" y="135094"/>
                </a:lnTo>
                <a:lnTo>
                  <a:pt x="4480" y="111972"/>
                </a:lnTo>
                <a:lnTo>
                  <a:pt x="0" y="89017"/>
                </a:lnTo>
                <a:lnTo>
                  <a:pt x="7029" y="54440"/>
                </a:lnTo>
                <a:lnTo>
                  <a:pt x="26213" y="26137"/>
                </a:lnTo>
                <a:lnTo>
                  <a:pt x="54695" y="7019"/>
                </a:lnTo>
                <a:lnTo>
                  <a:pt x="89617" y="0"/>
                </a:lnTo>
                <a:lnTo>
                  <a:pt x="124193" y="7019"/>
                </a:lnTo>
                <a:lnTo>
                  <a:pt x="152496" y="26137"/>
                </a:lnTo>
                <a:lnTo>
                  <a:pt x="158651" y="35248"/>
                </a:lnTo>
                <a:lnTo>
                  <a:pt x="90215" y="35248"/>
                </a:lnTo>
                <a:lnTo>
                  <a:pt x="70088" y="39244"/>
                </a:lnTo>
                <a:lnTo>
                  <a:pt x="53771" y="50184"/>
                </a:lnTo>
                <a:lnTo>
                  <a:pt x="42830" y="66501"/>
                </a:lnTo>
                <a:lnTo>
                  <a:pt x="38834" y="86626"/>
                </a:lnTo>
                <a:lnTo>
                  <a:pt x="42830" y="106408"/>
                </a:lnTo>
                <a:lnTo>
                  <a:pt x="53771" y="122549"/>
                </a:lnTo>
                <a:lnTo>
                  <a:pt x="70019" y="133377"/>
                </a:lnTo>
                <a:lnTo>
                  <a:pt x="69855" y="133377"/>
                </a:lnTo>
                <a:lnTo>
                  <a:pt x="90215" y="137409"/>
                </a:lnTo>
                <a:lnTo>
                  <a:pt x="164515" y="137409"/>
                </a:lnTo>
                <a:lnTo>
                  <a:pt x="157966" y="151524"/>
                </a:lnTo>
                <a:lnTo>
                  <a:pt x="154138" y="158917"/>
                </a:lnTo>
                <a:lnTo>
                  <a:pt x="92603" y="262871"/>
                </a:lnTo>
                <a:close/>
              </a:path>
              <a:path w="179070" h="262889">
                <a:moveTo>
                  <a:pt x="164515" y="137409"/>
                </a:moveTo>
                <a:lnTo>
                  <a:pt x="90215" y="137409"/>
                </a:lnTo>
                <a:lnTo>
                  <a:pt x="110223" y="133377"/>
                </a:lnTo>
                <a:lnTo>
                  <a:pt x="110063" y="133377"/>
                </a:lnTo>
                <a:lnTo>
                  <a:pt x="126134" y="122549"/>
                </a:lnTo>
                <a:lnTo>
                  <a:pt x="137009" y="106408"/>
                </a:lnTo>
                <a:lnTo>
                  <a:pt x="140995" y="86626"/>
                </a:lnTo>
                <a:lnTo>
                  <a:pt x="137009" y="66501"/>
                </a:lnTo>
                <a:lnTo>
                  <a:pt x="126134" y="50184"/>
                </a:lnTo>
                <a:lnTo>
                  <a:pt x="109994" y="39244"/>
                </a:lnTo>
                <a:lnTo>
                  <a:pt x="90215" y="35248"/>
                </a:lnTo>
                <a:lnTo>
                  <a:pt x="158651" y="35248"/>
                </a:lnTo>
                <a:lnTo>
                  <a:pt x="171614" y="54440"/>
                </a:lnTo>
                <a:lnTo>
                  <a:pt x="178635" y="89017"/>
                </a:lnTo>
                <a:lnTo>
                  <a:pt x="174807" y="110525"/>
                </a:lnTo>
                <a:lnTo>
                  <a:pt x="166386" y="133377"/>
                </a:lnTo>
                <a:lnTo>
                  <a:pt x="164515" y="137409"/>
                </a:lnTo>
                <a:close/>
              </a:path>
            </a:pathLst>
          </a:custGeom>
          <a:solidFill>
            <a:srgbClr val="C8D4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147225" y="3839945"/>
            <a:ext cx="193731" cy="1957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9335" y="969771"/>
            <a:ext cx="606425" cy="123825"/>
            <a:chOff x="1919335" y="969771"/>
            <a:chExt cx="606425" cy="123825"/>
          </a:xfrm>
        </p:grpSpPr>
        <p:sp>
          <p:nvSpPr>
            <p:cNvPr id="3" name="object 3"/>
            <p:cNvSpPr/>
            <p:nvPr/>
          </p:nvSpPr>
          <p:spPr>
            <a:xfrm>
              <a:off x="1931755" y="1053138"/>
              <a:ext cx="593725" cy="40005"/>
            </a:xfrm>
            <a:custGeom>
              <a:avLst/>
              <a:gdLst/>
              <a:ahLst/>
              <a:cxnLst/>
              <a:rect l="l" t="t" r="r" b="b"/>
              <a:pathLst>
                <a:path w="593725" h="40005">
                  <a:moveTo>
                    <a:pt x="593440" y="39831"/>
                  </a:moveTo>
                  <a:lnTo>
                    <a:pt x="0" y="39831"/>
                  </a:lnTo>
                  <a:lnTo>
                    <a:pt x="0" y="0"/>
                  </a:lnTo>
                  <a:lnTo>
                    <a:pt x="593440" y="0"/>
                  </a:lnTo>
                  <a:lnTo>
                    <a:pt x="593440" y="39831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33335" y="985413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232"/>
                  </a:lnTo>
                </a:path>
              </a:pathLst>
            </a:custGeom>
            <a:ln w="9524">
              <a:solidFill>
                <a:srgbClr val="667E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19335" y="969771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21731" y="27568"/>
                  </a:moveTo>
                  <a:lnTo>
                    <a:pt x="6267" y="27568"/>
                  </a:lnTo>
                  <a:lnTo>
                    <a:pt x="0" y="21397"/>
                  </a:lnTo>
                  <a:lnTo>
                    <a:pt x="0" y="13784"/>
                  </a:lnTo>
                  <a:lnTo>
                    <a:pt x="0" y="6171"/>
                  </a:lnTo>
                  <a:lnTo>
                    <a:pt x="6267" y="0"/>
                  </a:lnTo>
                  <a:lnTo>
                    <a:pt x="17712" y="0"/>
                  </a:lnTo>
                  <a:lnTo>
                    <a:pt x="21273" y="1452"/>
                  </a:lnTo>
                  <a:lnTo>
                    <a:pt x="26524" y="6622"/>
                  </a:lnTo>
                  <a:lnTo>
                    <a:pt x="27999" y="10128"/>
                  </a:lnTo>
                  <a:lnTo>
                    <a:pt x="27999" y="21397"/>
                  </a:lnTo>
                  <a:lnTo>
                    <a:pt x="21731" y="27568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29274" y="969771"/>
            <a:ext cx="1202690" cy="206375"/>
            <a:chOff x="729274" y="969771"/>
            <a:chExt cx="1202690" cy="206375"/>
          </a:xfrm>
        </p:grpSpPr>
        <p:sp>
          <p:nvSpPr>
            <p:cNvPr id="7" name="object 7"/>
            <p:cNvSpPr/>
            <p:nvPr/>
          </p:nvSpPr>
          <p:spPr>
            <a:xfrm>
              <a:off x="744902" y="1053138"/>
              <a:ext cx="593725" cy="40005"/>
            </a:xfrm>
            <a:custGeom>
              <a:avLst/>
              <a:gdLst/>
              <a:ahLst/>
              <a:cxnLst/>
              <a:rect l="l" t="t" r="r" b="b"/>
              <a:pathLst>
                <a:path w="593725" h="40005">
                  <a:moveTo>
                    <a:pt x="593441" y="39831"/>
                  </a:moveTo>
                  <a:lnTo>
                    <a:pt x="0" y="39831"/>
                  </a:lnTo>
                  <a:lnTo>
                    <a:pt x="0" y="0"/>
                  </a:lnTo>
                  <a:lnTo>
                    <a:pt x="593441" y="0"/>
                  </a:lnTo>
                  <a:lnTo>
                    <a:pt x="593441" y="39831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3274" y="985413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232"/>
                  </a:lnTo>
                </a:path>
              </a:pathLst>
            </a:custGeom>
            <a:ln w="9524">
              <a:solidFill>
                <a:srgbClr val="667E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9274" y="969771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21731" y="27568"/>
                  </a:moveTo>
                  <a:lnTo>
                    <a:pt x="6267" y="27568"/>
                  </a:lnTo>
                  <a:lnTo>
                    <a:pt x="0" y="21397"/>
                  </a:lnTo>
                  <a:lnTo>
                    <a:pt x="0" y="13784"/>
                  </a:lnTo>
                  <a:lnTo>
                    <a:pt x="0" y="6171"/>
                  </a:lnTo>
                  <a:lnTo>
                    <a:pt x="6267" y="0"/>
                  </a:lnTo>
                  <a:lnTo>
                    <a:pt x="17712" y="0"/>
                  </a:lnTo>
                  <a:lnTo>
                    <a:pt x="21273" y="1452"/>
                  </a:lnTo>
                  <a:lnTo>
                    <a:pt x="26524" y="6622"/>
                  </a:lnTo>
                  <a:lnTo>
                    <a:pt x="27999" y="10128"/>
                  </a:lnTo>
                  <a:lnTo>
                    <a:pt x="27999" y="21397"/>
                  </a:lnTo>
                  <a:lnTo>
                    <a:pt x="21731" y="27568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38329" y="1053138"/>
              <a:ext cx="593725" cy="40005"/>
            </a:xfrm>
            <a:custGeom>
              <a:avLst/>
              <a:gdLst/>
              <a:ahLst/>
              <a:cxnLst/>
              <a:rect l="l" t="t" r="r" b="b"/>
              <a:pathLst>
                <a:path w="593725" h="40005">
                  <a:moveTo>
                    <a:pt x="593441" y="39831"/>
                  </a:moveTo>
                  <a:lnTo>
                    <a:pt x="0" y="39831"/>
                  </a:lnTo>
                  <a:lnTo>
                    <a:pt x="0" y="0"/>
                  </a:lnTo>
                  <a:lnTo>
                    <a:pt x="593441" y="0"/>
                  </a:lnTo>
                  <a:lnTo>
                    <a:pt x="593441" y="39831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39638" y="1053135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10723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7E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25638" y="1148441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21731" y="27569"/>
                  </a:moveTo>
                  <a:lnTo>
                    <a:pt x="10286" y="27569"/>
                  </a:lnTo>
                  <a:lnTo>
                    <a:pt x="6725" y="26116"/>
                  </a:lnTo>
                  <a:lnTo>
                    <a:pt x="1474" y="20946"/>
                  </a:lnTo>
                  <a:lnTo>
                    <a:pt x="0" y="17440"/>
                  </a:lnTo>
                  <a:lnTo>
                    <a:pt x="0" y="6171"/>
                  </a:lnTo>
                  <a:lnTo>
                    <a:pt x="6267" y="0"/>
                  </a:lnTo>
                  <a:lnTo>
                    <a:pt x="21731" y="0"/>
                  </a:lnTo>
                  <a:lnTo>
                    <a:pt x="27999" y="6171"/>
                  </a:lnTo>
                  <a:lnTo>
                    <a:pt x="27999" y="13784"/>
                  </a:lnTo>
                  <a:lnTo>
                    <a:pt x="27999" y="21397"/>
                  </a:lnTo>
                  <a:lnTo>
                    <a:pt x="21731" y="27569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2510752" y="1053135"/>
            <a:ext cx="726440" cy="123189"/>
            <a:chOff x="2510752" y="1053135"/>
            <a:chExt cx="726440" cy="123189"/>
          </a:xfrm>
        </p:grpSpPr>
        <p:sp>
          <p:nvSpPr>
            <p:cNvPr id="14" name="object 14"/>
            <p:cNvSpPr/>
            <p:nvPr/>
          </p:nvSpPr>
          <p:spPr>
            <a:xfrm>
              <a:off x="2525180" y="1053138"/>
              <a:ext cx="712470" cy="40005"/>
            </a:xfrm>
            <a:custGeom>
              <a:avLst/>
              <a:gdLst/>
              <a:ahLst/>
              <a:cxnLst/>
              <a:rect l="l" t="t" r="r" b="b"/>
              <a:pathLst>
                <a:path w="712469" h="40005">
                  <a:moveTo>
                    <a:pt x="711892" y="39831"/>
                  </a:moveTo>
                  <a:lnTo>
                    <a:pt x="0" y="39831"/>
                  </a:lnTo>
                  <a:lnTo>
                    <a:pt x="0" y="0"/>
                  </a:lnTo>
                  <a:lnTo>
                    <a:pt x="711892" y="0"/>
                  </a:lnTo>
                  <a:lnTo>
                    <a:pt x="711892" y="39831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24751" y="1053135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10723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7E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10752" y="1148441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21731" y="27569"/>
                  </a:moveTo>
                  <a:lnTo>
                    <a:pt x="10286" y="27569"/>
                  </a:lnTo>
                  <a:lnTo>
                    <a:pt x="6725" y="26116"/>
                  </a:lnTo>
                  <a:lnTo>
                    <a:pt x="1474" y="20946"/>
                  </a:lnTo>
                  <a:lnTo>
                    <a:pt x="0" y="17440"/>
                  </a:lnTo>
                  <a:lnTo>
                    <a:pt x="0" y="6171"/>
                  </a:lnTo>
                  <a:lnTo>
                    <a:pt x="6267" y="0"/>
                  </a:lnTo>
                  <a:lnTo>
                    <a:pt x="21731" y="0"/>
                  </a:lnTo>
                  <a:lnTo>
                    <a:pt x="27999" y="6171"/>
                  </a:lnTo>
                  <a:lnTo>
                    <a:pt x="27999" y="13784"/>
                  </a:lnTo>
                  <a:lnTo>
                    <a:pt x="27999" y="21397"/>
                  </a:lnTo>
                  <a:lnTo>
                    <a:pt x="21731" y="27569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/>
          <p:cNvGrpSpPr/>
          <p:nvPr/>
        </p:nvGrpSpPr>
        <p:grpSpPr>
          <a:xfrm>
            <a:off x="3428944" y="979954"/>
            <a:ext cx="1008380" cy="154940"/>
            <a:chOff x="3428944" y="979954"/>
            <a:chExt cx="1008380" cy="154940"/>
          </a:xfrm>
        </p:grpSpPr>
        <p:sp>
          <p:nvSpPr>
            <p:cNvPr id="107" name="object 107"/>
            <p:cNvSpPr/>
            <p:nvPr/>
          </p:nvSpPr>
          <p:spPr>
            <a:xfrm>
              <a:off x="3428944" y="979954"/>
              <a:ext cx="378460" cy="154940"/>
            </a:xfrm>
            <a:custGeom>
              <a:avLst/>
              <a:gdLst/>
              <a:ahLst/>
              <a:cxnLst/>
              <a:rect l="l" t="t" r="r" b="b"/>
              <a:pathLst>
                <a:path w="378460" h="154940">
                  <a:moveTo>
                    <a:pt x="316196" y="154941"/>
                  </a:moveTo>
                  <a:lnTo>
                    <a:pt x="0" y="154941"/>
                  </a:lnTo>
                  <a:lnTo>
                    <a:pt x="62050" y="77560"/>
                  </a:lnTo>
                  <a:lnTo>
                    <a:pt x="0" y="0"/>
                  </a:lnTo>
                  <a:lnTo>
                    <a:pt x="316196" y="0"/>
                  </a:lnTo>
                  <a:lnTo>
                    <a:pt x="378247" y="77560"/>
                  </a:lnTo>
                  <a:lnTo>
                    <a:pt x="316196" y="154941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743872" y="979954"/>
              <a:ext cx="378460" cy="154940"/>
            </a:xfrm>
            <a:custGeom>
              <a:avLst/>
              <a:gdLst/>
              <a:ahLst/>
              <a:cxnLst/>
              <a:rect l="l" t="t" r="r" b="b"/>
              <a:pathLst>
                <a:path w="378460" h="154940">
                  <a:moveTo>
                    <a:pt x="316381" y="154941"/>
                  </a:moveTo>
                  <a:lnTo>
                    <a:pt x="0" y="154941"/>
                  </a:lnTo>
                  <a:lnTo>
                    <a:pt x="62050" y="77560"/>
                  </a:lnTo>
                  <a:lnTo>
                    <a:pt x="0" y="0"/>
                  </a:lnTo>
                  <a:lnTo>
                    <a:pt x="316381" y="0"/>
                  </a:lnTo>
                  <a:lnTo>
                    <a:pt x="378431" y="77560"/>
                  </a:lnTo>
                  <a:lnTo>
                    <a:pt x="316381" y="154941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058622" y="979954"/>
              <a:ext cx="378460" cy="154940"/>
            </a:xfrm>
            <a:custGeom>
              <a:avLst/>
              <a:gdLst/>
              <a:ahLst/>
              <a:cxnLst/>
              <a:rect l="l" t="t" r="r" b="b"/>
              <a:pathLst>
                <a:path w="378460" h="154940">
                  <a:moveTo>
                    <a:pt x="316380" y="154941"/>
                  </a:moveTo>
                  <a:lnTo>
                    <a:pt x="0" y="154941"/>
                  </a:lnTo>
                  <a:lnTo>
                    <a:pt x="62050" y="77560"/>
                  </a:lnTo>
                  <a:lnTo>
                    <a:pt x="0" y="0"/>
                  </a:lnTo>
                  <a:lnTo>
                    <a:pt x="316380" y="0"/>
                  </a:lnTo>
                  <a:lnTo>
                    <a:pt x="378431" y="77560"/>
                  </a:lnTo>
                  <a:lnTo>
                    <a:pt x="316380" y="154941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/>
          <p:cNvGrpSpPr/>
          <p:nvPr/>
        </p:nvGrpSpPr>
        <p:grpSpPr>
          <a:xfrm>
            <a:off x="4373735" y="979954"/>
            <a:ext cx="693420" cy="154940"/>
            <a:chOff x="4373735" y="979954"/>
            <a:chExt cx="693420" cy="154940"/>
          </a:xfrm>
        </p:grpSpPr>
        <p:sp>
          <p:nvSpPr>
            <p:cNvPr id="111" name="object 111"/>
            <p:cNvSpPr/>
            <p:nvPr/>
          </p:nvSpPr>
          <p:spPr>
            <a:xfrm>
              <a:off x="4688479" y="979954"/>
              <a:ext cx="378460" cy="154940"/>
            </a:xfrm>
            <a:custGeom>
              <a:avLst/>
              <a:gdLst/>
              <a:ahLst/>
              <a:cxnLst/>
              <a:rect l="l" t="t" r="r" b="b"/>
              <a:pathLst>
                <a:path w="378460" h="154940">
                  <a:moveTo>
                    <a:pt x="316381" y="154941"/>
                  </a:moveTo>
                  <a:lnTo>
                    <a:pt x="0" y="154941"/>
                  </a:lnTo>
                  <a:lnTo>
                    <a:pt x="62050" y="77560"/>
                  </a:lnTo>
                  <a:lnTo>
                    <a:pt x="0" y="0"/>
                  </a:lnTo>
                  <a:lnTo>
                    <a:pt x="316381" y="0"/>
                  </a:lnTo>
                  <a:lnTo>
                    <a:pt x="378431" y="77560"/>
                  </a:lnTo>
                  <a:lnTo>
                    <a:pt x="316381" y="154941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373735" y="979954"/>
              <a:ext cx="378460" cy="154940"/>
            </a:xfrm>
            <a:custGeom>
              <a:avLst/>
              <a:gdLst/>
              <a:ahLst/>
              <a:cxnLst/>
              <a:rect l="l" t="t" r="r" b="b"/>
              <a:pathLst>
                <a:path w="378460" h="154940">
                  <a:moveTo>
                    <a:pt x="316197" y="154941"/>
                  </a:moveTo>
                  <a:lnTo>
                    <a:pt x="0" y="154941"/>
                  </a:lnTo>
                  <a:lnTo>
                    <a:pt x="61866" y="77560"/>
                  </a:lnTo>
                  <a:lnTo>
                    <a:pt x="0" y="0"/>
                  </a:lnTo>
                  <a:lnTo>
                    <a:pt x="316197" y="0"/>
                  </a:lnTo>
                  <a:lnTo>
                    <a:pt x="378247" y="77560"/>
                  </a:lnTo>
                  <a:lnTo>
                    <a:pt x="316197" y="154941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/>
          <p:nvPr/>
        </p:nvSpPr>
        <p:spPr>
          <a:xfrm>
            <a:off x="5271677" y="961870"/>
            <a:ext cx="424815" cy="424815"/>
          </a:xfrm>
          <a:custGeom>
            <a:avLst/>
            <a:gdLst/>
            <a:ahLst/>
            <a:cxnLst/>
            <a:rect l="l" t="t" r="r" b="b"/>
            <a:pathLst>
              <a:path w="424814" h="424815">
                <a:moveTo>
                  <a:pt x="212212" y="424423"/>
                </a:moveTo>
                <a:lnTo>
                  <a:pt x="163553" y="418819"/>
                </a:lnTo>
                <a:lnTo>
                  <a:pt x="118886" y="402854"/>
                </a:lnTo>
                <a:lnTo>
                  <a:pt x="79484" y="377803"/>
                </a:lnTo>
                <a:lnTo>
                  <a:pt x="46620" y="344939"/>
                </a:lnTo>
                <a:lnTo>
                  <a:pt x="21569" y="305537"/>
                </a:lnTo>
                <a:lnTo>
                  <a:pt x="5604" y="260870"/>
                </a:lnTo>
                <a:lnTo>
                  <a:pt x="0" y="212211"/>
                </a:lnTo>
                <a:lnTo>
                  <a:pt x="5604" y="163553"/>
                </a:lnTo>
                <a:lnTo>
                  <a:pt x="21569" y="118886"/>
                </a:lnTo>
                <a:lnTo>
                  <a:pt x="46620" y="79484"/>
                </a:lnTo>
                <a:lnTo>
                  <a:pt x="79484" y="46620"/>
                </a:lnTo>
                <a:lnTo>
                  <a:pt x="118886" y="21569"/>
                </a:lnTo>
                <a:lnTo>
                  <a:pt x="163553" y="5604"/>
                </a:lnTo>
                <a:lnTo>
                  <a:pt x="212212" y="0"/>
                </a:lnTo>
                <a:lnTo>
                  <a:pt x="253806" y="4115"/>
                </a:lnTo>
                <a:lnTo>
                  <a:pt x="293422" y="16153"/>
                </a:lnTo>
                <a:lnTo>
                  <a:pt x="329947" y="35654"/>
                </a:lnTo>
                <a:lnTo>
                  <a:pt x="362268" y="62155"/>
                </a:lnTo>
                <a:lnTo>
                  <a:pt x="388769" y="94476"/>
                </a:lnTo>
                <a:lnTo>
                  <a:pt x="408270" y="131001"/>
                </a:lnTo>
                <a:lnTo>
                  <a:pt x="420308" y="170618"/>
                </a:lnTo>
                <a:lnTo>
                  <a:pt x="424423" y="212211"/>
                </a:lnTo>
                <a:lnTo>
                  <a:pt x="418819" y="260870"/>
                </a:lnTo>
                <a:lnTo>
                  <a:pt x="402854" y="305537"/>
                </a:lnTo>
                <a:lnTo>
                  <a:pt x="377803" y="344939"/>
                </a:lnTo>
                <a:lnTo>
                  <a:pt x="344939" y="377803"/>
                </a:lnTo>
                <a:lnTo>
                  <a:pt x="305537" y="402854"/>
                </a:lnTo>
                <a:lnTo>
                  <a:pt x="260870" y="418819"/>
                </a:lnTo>
                <a:lnTo>
                  <a:pt x="212212" y="424423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262855" y="961870"/>
            <a:ext cx="424815" cy="424815"/>
          </a:xfrm>
          <a:custGeom>
            <a:avLst/>
            <a:gdLst/>
            <a:ahLst/>
            <a:cxnLst/>
            <a:rect l="l" t="t" r="r" b="b"/>
            <a:pathLst>
              <a:path w="424815" h="424815">
                <a:moveTo>
                  <a:pt x="212211" y="424423"/>
                </a:moveTo>
                <a:lnTo>
                  <a:pt x="163553" y="418819"/>
                </a:lnTo>
                <a:lnTo>
                  <a:pt x="118886" y="402854"/>
                </a:lnTo>
                <a:lnTo>
                  <a:pt x="79484" y="377803"/>
                </a:lnTo>
                <a:lnTo>
                  <a:pt x="46620" y="344939"/>
                </a:lnTo>
                <a:lnTo>
                  <a:pt x="21569" y="305537"/>
                </a:lnTo>
                <a:lnTo>
                  <a:pt x="5604" y="260870"/>
                </a:lnTo>
                <a:lnTo>
                  <a:pt x="0" y="212211"/>
                </a:lnTo>
                <a:lnTo>
                  <a:pt x="5604" y="163553"/>
                </a:lnTo>
                <a:lnTo>
                  <a:pt x="21569" y="118886"/>
                </a:lnTo>
                <a:lnTo>
                  <a:pt x="46620" y="79484"/>
                </a:lnTo>
                <a:lnTo>
                  <a:pt x="79484" y="46620"/>
                </a:lnTo>
                <a:lnTo>
                  <a:pt x="118886" y="21569"/>
                </a:lnTo>
                <a:lnTo>
                  <a:pt x="163553" y="5604"/>
                </a:lnTo>
                <a:lnTo>
                  <a:pt x="212211" y="0"/>
                </a:lnTo>
                <a:lnTo>
                  <a:pt x="253805" y="4115"/>
                </a:lnTo>
                <a:lnTo>
                  <a:pt x="293421" y="16153"/>
                </a:lnTo>
                <a:lnTo>
                  <a:pt x="329947" y="35654"/>
                </a:lnTo>
                <a:lnTo>
                  <a:pt x="362268" y="62155"/>
                </a:lnTo>
                <a:lnTo>
                  <a:pt x="388770" y="94476"/>
                </a:lnTo>
                <a:lnTo>
                  <a:pt x="408270" y="131001"/>
                </a:lnTo>
                <a:lnTo>
                  <a:pt x="420308" y="170618"/>
                </a:lnTo>
                <a:lnTo>
                  <a:pt x="424424" y="212211"/>
                </a:lnTo>
                <a:lnTo>
                  <a:pt x="418819" y="260870"/>
                </a:lnTo>
                <a:lnTo>
                  <a:pt x="402854" y="305537"/>
                </a:lnTo>
                <a:lnTo>
                  <a:pt x="377803" y="344939"/>
                </a:lnTo>
                <a:lnTo>
                  <a:pt x="344939" y="377803"/>
                </a:lnTo>
                <a:lnTo>
                  <a:pt x="305537" y="402854"/>
                </a:lnTo>
                <a:lnTo>
                  <a:pt x="260869" y="418819"/>
                </a:lnTo>
                <a:lnTo>
                  <a:pt x="212211" y="424423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696101" y="1174082"/>
            <a:ext cx="567055" cy="635"/>
          </a:xfrm>
          <a:custGeom>
            <a:avLst/>
            <a:gdLst/>
            <a:ahLst/>
            <a:cxnLst/>
            <a:rect l="l" t="t" r="r" b="b"/>
            <a:pathLst>
              <a:path w="567054" h="634">
                <a:moveTo>
                  <a:pt x="0" y="0"/>
                </a:moveTo>
                <a:lnTo>
                  <a:pt x="283374" y="0"/>
                </a:lnTo>
                <a:lnTo>
                  <a:pt x="283374" y="442"/>
                </a:lnTo>
                <a:lnTo>
                  <a:pt x="566783" y="442"/>
                </a:lnTo>
              </a:path>
            </a:pathLst>
          </a:custGeom>
          <a:ln w="19049">
            <a:solidFill>
              <a:srgbClr val="37495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6833123" y="970442"/>
            <a:ext cx="1601470" cy="752475"/>
            <a:chOff x="6833123" y="970442"/>
            <a:chExt cx="1601470" cy="752475"/>
          </a:xfrm>
        </p:grpSpPr>
        <p:sp>
          <p:nvSpPr>
            <p:cNvPr id="39" name="object 39"/>
            <p:cNvSpPr/>
            <p:nvPr/>
          </p:nvSpPr>
          <p:spPr>
            <a:xfrm>
              <a:off x="6991288" y="1277246"/>
              <a:ext cx="1284605" cy="138430"/>
            </a:xfrm>
            <a:custGeom>
              <a:avLst/>
              <a:gdLst/>
              <a:ahLst/>
              <a:cxnLst/>
              <a:rect l="l" t="t" r="r" b="b"/>
              <a:pathLst>
                <a:path w="1284604" h="138430">
                  <a:moveTo>
                    <a:pt x="0" y="0"/>
                  </a:moveTo>
                  <a:lnTo>
                    <a:pt x="297128" y="138237"/>
                  </a:lnTo>
                </a:path>
                <a:path w="1284604" h="138430">
                  <a:moveTo>
                    <a:pt x="297174" y="138260"/>
                  </a:moveTo>
                  <a:lnTo>
                    <a:pt x="642241" y="22"/>
                  </a:lnTo>
                </a:path>
                <a:path w="1284604" h="138430">
                  <a:moveTo>
                    <a:pt x="642284" y="0"/>
                  </a:moveTo>
                  <a:lnTo>
                    <a:pt x="987350" y="138237"/>
                  </a:lnTo>
                </a:path>
                <a:path w="1284604" h="138430">
                  <a:moveTo>
                    <a:pt x="987391" y="138259"/>
                  </a:moveTo>
                  <a:lnTo>
                    <a:pt x="1284519" y="21"/>
                  </a:lnTo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127213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148639" y="297278"/>
                  </a:moveTo>
                  <a:lnTo>
                    <a:pt x="101658" y="289701"/>
                  </a:lnTo>
                  <a:lnTo>
                    <a:pt x="60855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lnTo>
                    <a:pt x="7577" y="101657"/>
                  </a:lnTo>
                  <a:lnTo>
                    <a:pt x="28678" y="60854"/>
                  </a:lnTo>
                  <a:lnTo>
                    <a:pt x="60855" y="28678"/>
                  </a:lnTo>
                  <a:lnTo>
                    <a:pt x="101658" y="7577"/>
                  </a:lnTo>
                  <a:lnTo>
                    <a:pt x="148639" y="0"/>
                  </a:lnTo>
                  <a:lnTo>
                    <a:pt x="177773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4" y="268600"/>
                  </a:lnTo>
                  <a:lnTo>
                    <a:pt x="195621" y="289701"/>
                  </a:lnTo>
                  <a:lnTo>
                    <a:pt x="148639" y="297278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127213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0" y="148639"/>
                  </a:moveTo>
                  <a:lnTo>
                    <a:pt x="7577" y="101657"/>
                  </a:lnTo>
                  <a:lnTo>
                    <a:pt x="28678" y="60854"/>
                  </a:lnTo>
                  <a:lnTo>
                    <a:pt x="60855" y="28678"/>
                  </a:lnTo>
                  <a:lnTo>
                    <a:pt x="101658" y="7577"/>
                  </a:lnTo>
                  <a:lnTo>
                    <a:pt x="148639" y="0"/>
                  </a:lnTo>
                  <a:lnTo>
                    <a:pt x="177773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4" y="268600"/>
                  </a:lnTo>
                  <a:lnTo>
                    <a:pt x="195621" y="289701"/>
                  </a:lnTo>
                  <a:lnTo>
                    <a:pt x="148639" y="297278"/>
                  </a:lnTo>
                  <a:lnTo>
                    <a:pt x="101658" y="289701"/>
                  </a:lnTo>
                  <a:lnTo>
                    <a:pt x="60855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close/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484932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148639" y="297278"/>
                  </a:moveTo>
                  <a:lnTo>
                    <a:pt x="101658" y="289701"/>
                  </a:lnTo>
                  <a:lnTo>
                    <a:pt x="60855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lnTo>
                    <a:pt x="7577" y="101657"/>
                  </a:lnTo>
                  <a:lnTo>
                    <a:pt x="28678" y="60854"/>
                  </a:lnTo>
                  <a:lnTo>
                    <a:pt x="60855" y="28678"/>
                  </a:lnTo>
                  <a:lnTo>
                    <a:pt x="101658" y="7577"/>
                  </a:lnTo>
                  <a:lnTo>
                    <a:pt x="148639" y="0"/>
                  </a:lnTo>
                  <a:lnTo>
                    <a:pt x="177773" y="2882"/>
                  </a:lnTo>
                  <a:lnTo>
                    <a:pt x="231105" y="24973"/>
                  </a:lnTo>
                  <a:lnTo>
                    <a:pt x="272306" y="66174"/>
                  </a:lnTo>
                  <a:lnTo>
                    <a:pt x="294396" y="119505"/>
                  </a:lnTo>
                  <a:lnTo>
                    <a:pt x="297279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4" y="268600"/>
                  </a:lnTo>
                  <a:lnTo>
                    <a:pt x="195621" y="289701"/>
                  </a:lnTo>
                  <a:lnTo>
                    <a:pt x="148639" y="297278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484932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0" y="148639"/>
                  </a:moveTo>
                  <a:lnTo>
                    <a:pt x="7577" y="101657"/>
                  </a:lnTo>
                  <a:lnTo>
                    <a:pt x="28678" y="60854"/>
                  </a:lnTo>
                  <a:lnTo>
                    <a:pt x="60855" y="28678"/>
                  </a:lnTo>
                  <a:lnTo>
                    <a:pt x="101658" y="7577"/>
                  </a:lnTo>
                  <a:lnTo>
                    <a:pt x="148639" y="0"/>
                  </a:lnTo>
                  <a:lnTo>
                    <a:pt x="177773" y="2882"/>
                  </a:lnTo>
                  <a:lnTo>
                    <a:pt x="231105" y="24973"/>
                  </a:lnTo>
                  <a:lnTo>
                    <a:pt x="272306" y="66174"/>
                  </a:lnTo>
                  <a:lnTo>
                    <a:pt x="294396" y="119505"/>
                  </a:lnTo>
                  <a:lnTo>
                    <a:pt x="297279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4" y="268600"/>
                  </a:lnTo>
                  <a:lnTo>
                    <a:pt x="195621" y="289701"/>
                  </a:lnTo>
                  <a:lnTo>
                    <a:pt x="148639" y="297278"/>
                  </a:lnTo>
                  <a:lnTo>
                    <a:pt x="101658" y="289701"/>
                  </a:lnTo>
                  <a:lnTo>
                    <a:pt x="60855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close/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842648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148638" y="297278"/>
                  </a:move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8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599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8" y="297278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842648" y="979967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5">
                  <a:moveTo>
                    <a:pt x="0" y="148639"/>
                  </a:move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8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599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8" y="297278"/>
                  </a:ln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close/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830040" y="1415505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4">
                  <a:moveTo>
                    <a:pt x="148639" y="297279"/>
                  </a:move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9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6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9" y="297279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830040" y="1415505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4">
                  <a:moveTo>
                    <a:pt x="0" y="148639"/>
                  </a:move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9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6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9" y="297279"/>
                  </a:ln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close/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139823" y="1415506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4">
                  <a:moveTo>
                    <a:pt x="148638" y="297278"/>
                  </a:move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8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8" y="297278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139823" y="1415506"/>
              <a:ext cx="297815" cy="297815"/>
            </a:xfrm>
            <a:custGeom>
              <a:avLst/>
              <a:gdLst/>
              <a:ahLst/>
              <a:cxnLst/>
              <a:rect l="l" t="t" r="r" b="b"/>
              <a:pathLst>
                <a:path w="297815" h="297814">
                  <a:moveTo>
                    <a:pt x="0" y="148639"/>
                  </a:moveTo>
                  <a:lnTo>
                    <a:pt x="7577" y="101657"/>
                  </a:lnTo>
                  <a:lnTo>
                    <a:pt x="28678" y="60854"/>
                  </a:lnTo>
                  <a:lnTo>
                    <a:pt x="60854" y="28678"/>
                  </a:lnTo>
                  <a:lnTo>
                    <a:pt x="101657" y="7577"/>
                  </a:lnTo>
                  <a:lnTo>
                    <a:pt x="148638" y="0"/>
                  </a:lnTo>
                  <a:lnTo>
                    <a:pt x="177772" y="2882"/>
                  </a:lnTo>
                  <a:lnTo>
                    <a:pt x="231104" y="24973"/>
                  </a:lnTo>
                  <a:lnTo>
                    <a:pt x="272305" y="66174"/>
                  </a:lnTo>
                  <a:lnTo>
                    <a:pt x="294396" y="119505"/>
                  </a:lnTo>
                  <a:lnTo>
                    <a:pt x="297278" y="148639"/>
                  </a:lnTo>
                  <a:lnTo>
                    <a:pt x="289701" y="195621"/>
                  </a:lnTo>
                  <a:lnTo>
                    <a:pt x="268600" y="236424"/>
                  </a:lnTo>
                  <a:lnTo>
                    <a:pt x="236423" y="268600"/>
                  </a:lnTo>
                  <a:lnTo>
                    <a:pt x="195620" y="289701"/>
                  </a:lnTo>
                  <a:lnTo>
                    <a:pt x="148638" y="297278"/>
                  </a:lnTo>
                  <a:lnTo>
                    <a:pt x="101657" y="289701"/>
                  </a:lnTo>
                  <a:lnTo>
                    <a:pt x="60854" y="268600"/>
                  </a:lnTo>
                  <a:lnTo>
                    <a:pt x="28678" y="236424"/>
                  </a:lnTo>
                  <a:lnTo>
                    <a:pt x="7577" y="195621"/>
                  </a:lnTo>
                  <a:lnTo>
                    <a:pt x="0" y="148639"/>
                  </a:lnTo>
                  <a:close/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/>
          <p:cNvGrpSpPr/>
          <p:nvPr/>
        </p:nvGrpSpPr>
        <p:grpSpPr>
          <a:xfrm>
            <a:off x="1969680" y="1351784"/>
            <a:ext cx="633730" cy="674370"/>
            <a:chOff x="1969680" y="1351784"/>
            <a:chExt cx="633730" cy="674370"/>
          </a:xfrm>
        </p:grpSpPr>
        <p:sp>
          <p:nvSpPr>
            <p:cNvPr id="116" name="object 116"/>
            <p:cNvSpPr/>
            <p:nvPr/>
          </p:nvSpPr>
          <p:spPr>
            <a:xfrm>
              <a:off x="2037910" y="1356547"/>
              <a:ext cx="560705" cy="664845"/>
            </a:xfrm>
            <a:custGeom>
              <a:avLst/>
              <a:gdLst/>
              <a:ahLst/>
              <a:cxnLst/>
              <a:rect l="l" t="t" r="r" b="b"/>
              <a:pathLst>
                <a:path w="560705" h="664844">
                  <a:moveTo>
                    <a:pt x="0" y="344734"/>
                  </a:moveTo>
                  <a:lnTo>
                    <a:pt x="280213" y="344734"/>
                  </a:lnTo>
                  <a:lnTo>
                    <a:pt x="280213" y="0"/>
                  </a:lnTo>
                  <a:lnTo>
                    <a:pt x="560427" y="0"/>
                  </a:lnTo>
                </a:path>
                <a:path w="560705" h="664844">
                  <a:moveTo>
                    <a:pt x="1172" y="344312"/>
                  </a:moveTo>
                  <a:lnTo>
                    <a:pt x="278674" y="344312"/>
                  </a:lnTo>
                  <a:lnTo>
                    <a:pt x="278674" y="664401"/>
                  </a:lnTo>
                  <a:lnTo>
                    <a:pt x="556177" y="664401"/>
                  </a:lnTo>
                </a:path>
              </a:pathLst>
            </a:custGeom>
            <a:ln w="9524">
              <a:solidFill>
                <a:srgbClr val="BAC8D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969680" y="1606340"/>
              <a:ext cx="164965" cy="165236"/>
            </a:xfrm>
            <a:prstGeom prst="rect">
              <a:avLst/>
            </a:prstGeom>
          </p:spPr>
        </p:pic>
      </p:grpSp>
      <p:sp>
        <p:nvSpPr>
          <p:cNvPr id="114" name="object 114"/>
          <p:cNvSpPr/>
          <p:nvPr/>
        </p:nvSpPr>
        <p:spPr>
          <a:xfrm>
            <a:off x="2684907" y="1355897"/>
            <a:ext cx="464184" cy="214629"/>
          </a:xfrm>
          <a:custGeom>
            <a:avLst/>
            <a:gdLst/>
            <a:ahLst/>
            <a:cxnLst/>
            <a:rect l="l" t="t" r="r" b="b"/>
            <a:pathLst>
              <a:path w="464185" h="214630">
                <a:moveTo>
                  <a:pt x="250220" y="443"/>
                </a:moveTo>
                <a:lnTo>
                  <a:pt x="250220" y="107255"/>
                </a:lnTo>
                <a:lnTo>
                  <a:pt x="463843" y="107255"/>
                </a:lnTo>
                <a:lnTo>
                  <a:pt x="463843" y="214066"/>
                </a:lnTo>
              </a:path>
              <a:path w="464185" h="214630">
                <a:moveTo>
                  <a:pt x="0" y="0"/>
                </a:moveTo>
                <a:lnTo>
                  <a:pt x="231761" y="0"/>
                </a:lnTo>
                <a:lnTo>
                  <a:pt x="231761" y="591"/>
                </a:lnTo>
                <a:lnTo>
                  <a:pt x="463523" y="591"/>
                </a:lnTo>
              </a:path>
            </a:pathLst>
          </a:custGeom>
          <a:ln w="9524">
            <a:solidFill>
              <a:srgbClr val="869FB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0" name="object 1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587376" y="1294680"/>
            <a:ext cx="121943" cy="122173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39018" y="1306709"/>
            <a:ext cx="87136" cy="88335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139018" y="1522637"/>
            <a:ext cx="87136" cy="8826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409981" y="1290141"/>
            <a:ext cx="1648460" cy="758825"/>
            <a:chOff x="3409981" y="1290141"/>
            <a:chExt cx="1648460" cy="758825"/>
          </a:xfrm>
        </p:grpSpPr>
        <p:sp>
          <p:nvSpPr>
            <p:cNvPr id="18" name="object 18"/>
            <p:cNvSpPr/>
            <p:nvPr/>
          </p:nvSpPr>
          <p:spPr>
            <a:xfrm>
              <a:off x="3467167" y="1677862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 h="0">
                  <a:moveTo>
                    <a:pt x="0" y="0"/>
                  </a:moveTo>
                  <a:lnTo>
                    <a:pt x="1447233" y="0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0113" y="1616377"/>
              <a:ext cx="158251" cy="1229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13084" y="1397324"/>
              <a:ext cx="0" cy="280670"/>
            </a:xfrm>
            <a:custGeom>
              <a:avLst/>
              <a:gdLst/>
              <a:ahLst/>
              <a:cxnLst/>
              <a:rect l="l" t="t" r="r" b="b"/>
              <a:pathLst>
                <a:path w="0" h="280669">
                  <a:moveTo>
                    <a:pt x="0" y="0"/>
                  </a:moveTo>
                  <a:lnTo>
                    <a:pt x="0" y="280537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449603" y="1290141"/>
              <a:ext cx="307975" cy="107314"/>
            </a:xfrm>
            <a:custGeom>
              <a:avLst/>
              <a:gdLst/>
              <a:ahLst/>
              <a:cxnLst/>
              <a:rect l="l" t="t" r="r" b="b"/>
              <a:pathLst>
                <a:path w="307975" h="107315">
                  <a:moveTo>
                    <a:pt x="307385" y="107182"/>
                  </a:moveTo>
                  <a:lnTo>
                    <a:pt x="0" y="107182"/>
                  </a:lnTo>
                  <a:lnTo>
                    <a:pt x="0" y="0"/>
                  </a:lnTo>
                  <a:lnTo>
                    <a:pt x="307385" y="0"/>
                  </a:lnTo>
                  <a:lnTo>
                    <a:pt x="307385" y="10718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9981" y="1586033"/>
              <a:ext cx="201490" cy="2014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901215" y="1703694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w="0" h="238125">
                  <a:moveTo>
                    <a:pt x="0" y="0"/>
                  </a:moveTo>
                  <a:lnTo>
                    <a:pt x="0" y="237516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7513" y="1941210"/>
              <a:ext cx="307975" cy="107314"/>
            </a:xfrm>
            <a:custGeom>
              <a:avLst/>
              <a:gdLst/>
              <a:ahLst/>
              <a:cxnLst/>
              <a:rect l="l" t="t" r="r" b="b"/>
              <a:pathLst>
                <a:path w="307975" h="107314">
                  <a:moveTo>
                    <a:pt x="307385" y="107182"/>
                  </a:moveTo>
                  <a:lnTo>
                    <a:pt x="0" y="107182"/>
                  </a:lnTo>
                  <a:lnTo>
                    <a:pt x="0" y="0"/>
                  </a:lnTo>
                  <a:lnTo>
                    <a:pt x="307385" y="0"/>
                  </a:lnTo>
                  <a:lnTo>
                    <a:pt x="307385" y="10718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7338" y="1593798"/>
              <a:ext cx="201490" cy="2014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89183" y="1397324"/>
              <a:ext cx="0" cy="280670"/>
            </a:xfrm>
            <a:custGeom>
              <a:avLst/>
              <a:gdLst/>
              <a:ahLst/>
              <a:cxnLst/>
              <a:rect l="l" t="t" r="r" b="b"/>
              <a:pathLst>
                <a:path w="0" h="280669">
                  <a:moveTo>
                    <a:pt x="0" y="0"/>
                  </a:moveTo>
                  <a:lnTo>
                    <a:pt x="0" y="280537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25702" y="1290141"/>
              <a:ext cx="307975" cy="107314"/>
            </a:xfrm>
            <a:custGeom>
              <a:avLst/>
              <a:gdLst/>
              <a:ahLst/>
              <a:cxnLst/>
              <a:rect l="l" t="t" r="r" b="b"/>
              <a:pathLst>
                <a:path w="307975" h="107315">
                  <a:moveTo>
                    <a:pt x="307385" y="107182"/>
                  </a:moveTo>
                  <a:lnTo>
                    <a:pt x="0" y="107182"/>
                  </a:lnTo>
                  <a:lnTo>
                    <a:pt x="0" y="0"/>
                  </a:lnTo>
                  <a:lnTo>
                    <a:pt x="307385" y="0"/>
                  </a:lnTo>
                  <a:lnTo>
                    <a:pt x="307385" y="10718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4695" y="1586033"/>
              <a:ext cx="201490" cy="20149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72735" y="1701441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w="0" h="240030">
                  <a:moveTo>
                    <a:pt x="0" y="0"/>
                  </a:moveTo>
                  <a:lnTo>
                    <a:pt x="0" y="239769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13688" y="1941210"/>
              <a:ext cx="307975" cy="107314"/>
            </a:xfrm>
            <a:custGeom>
              <a:avLst/>
              <a:gdLst/>
              <a:ahLst/>
              <a:cxnLst/>
              <a:rect l="l" t="t" r="r" b="b"/>
              <a:pathLst>
                <a:path w="307975" h="107314">
                  <a:moveTo>
                    <a:pt x="307385" y="107182"/>
                  </a:moveTo>
                  <a:lnTo>
                    <a:pt x="0" y="107182"/>
                  </a:lnTo>
                  <a:lnTo>
                    <a:pt x="0" y="0"/>
                  </a:lnTo>
                  <a:lnTo>
                    <a:pt x="307385" y="0"/>
                  </a:lnTo>
                  <a:lnTo>
                    <a:pt x="307385" y="10718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51" y="1577175"/>
              <a:ext cx="201490" cy="201490"/>
            </a:xfrm>
            <a:prstGeom prst="rect">
              <a:avLst/>
            </a:prstGeom>
          </p:spPr>
        </p:pic>
      </p:grpSp>
      <p:sp>
        <p:nvSpPr>
          <p:cNvPr id="98" name="object 98"/>
          <p:cNvSpPr/>
          <p:nvPr/>
        </p:nvSpPr>
        <p:spPr>
          <a:xfrm>
            <a:off x="6262855" y="1575592"/>
            <a:ext cx="424815" cy="424815"/>
          </a:xfrm>
          <a:custGeom>
            <a:avLst/>
            <a:gdLst/>
            <a:ahLst/>
            <a:cxnLst/>
            <a:rect l="l" t="t" r="r" b="b"/>
            <a:pathLst>
              <a:path w="424815" h="424814">
                <a:moveTo>
                  <a:pt x="212211" y="424423"/>
                </a:moveTo>
                <a:lnTo>
                  <a:pt x="163553" y="418819"/>
                </a:lnTo>
                <a:lnTo>
                  <a:pt x="118886" y="402854"/>
                </a:lnTo>
                <a:lnTo>
                  <a:pt x="79484" y="377803"/>
                </a:lnTo>
                <a:lnTo>
                  <a:pt x="46620" y="344939"/>
                </a:lnTo>
                <a:lnTo>
                  <a:pt x="21569" y="305537"/>
                </a:lnTo>
                <a:lnTo>
                  <a:pt x="5604" y="260870"/>
                </a:lnTo>
                <a:lnTo>
                  <a:pt x="0" y="212211"/>
                </a:lnTo>
                <a:lnTo>
                  <a:pt x="5604" y="163553"/>
                </a:lnTo>
                <a:lnTo>
                  <a:pt x="21569" y="118886"/>
                </a:lnTo>
                <a:lnTo>
                  <a:pt x="46620" y="79484"/>
                </a:lnTo>
                <a:lnTo>
                  <a:pt x="79484" y="46620"/>
                </a:lnTo>
                <a:lnTo>
                  <a:pt x="118886" y="21569"/>
                </a:lnTo>
                <a:lnTo>
                  <a:pt x="163553" y="5604"/>
                </a:lnTo>
                <a:lnTo>
                  <a:pt x="212211" y="0"/>
                </a:lnTo>
                <a:lnTo>
                  <a:pt x="253805" y="4115"/>
                </a:lnTo>
                <a:lnTo>
                  <a:pt x="293421" y="16153"/>
                </a:lnTo>
                <a:lnTo>
                  <a:pt x="329947" y="35654"/>
                </a:lnTo>
                <a:lnTo>
                  <a:pt x="362268" y="62155"/>
                </a:lnTo>
                <a:lnTo>
                  <a:pt x="388770" y="94476"/>
                </a:lnTo>
                <a:lnTo>
                  <a:pt x="408270" y="131001"/>
                </a:lnTo>
                <a:lnTo>
                  <a:pt x="420308" y="170618"/>
                </a:lnTo>
                <a:lnTo>
                  <a:pt x="424424" y="212211"/>
                </a:lnTo>
                <a:lnTo>
                  <a:pt x="418819" y="260870"/>
                </a:lnTo>
                <a:lnTo>
                  <a:pt x="402854" y="305537"/>
                </a:lnTo>
                <a:lnTo>
                  <a:pt x="377803" y="344939"/>
                </a:lnTo>
                <a:lnTo>
                  <a:pt x="344939" y="377803"/>
                </a:lnTo>
                <a:lnTo>
                  <a:pt x="305537" y="402854"/>
                </a:lnTo>
                <a:lnTo>
                  <a:pt x="260869" y="418819"/>
                </a:lnTo>
                <a:lnTo>
                  <a:pt x="212211" y="424423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483859" y="1386294"/>
            <a:ext cx="991235" cy="189865"/>
          </a:xfrm>
          <a:custGeom>
            <a:avLst/>
            <a:gdLst/>
            <a:ahLst/>
            <a:cxnLst/>
            <a:rect l="l" t="t" r="r" b="b"/>
            <a:pathLst>
              <a:path w="991235" h="189865">
                <a:moveTo>
                  <a:pt x="991207" y="0"/>
                </a:moveTo>
                <a:lnTo>
                  <a:pt x="991207" y="94648"/>
                </a:lnTo>
                <a:lnTo>
                  <a:pt x="0" y="94648"/>
                </a:lnTo>
                <a:lnTo>
                  <a:pt x="0" y="189297"/>
                </a:lnTo>
              </a:path>
            </a:pathLst>
          </a:custGeom>
          <a:ln w="19049">
            <a:solidFill>
              <a:srgbClr val="37495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5" name="object 18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28161" y="1641400"/>
            <a:ext cx="133639" cy="133858"/>
          </a:xfrm>
          <a:prstGeom prst="rect">
            <a:avLst/>
          </a:prstGeom>
        </p:spPr>
      </p:pic>
      <p:grpSp>
        <p:nvGrpSpPr>
          <p:cNvPr id="186" name="object 186"/>
          <p:cNvGrpSpPr/>
          <p:nvPr/>
        </p:nvGrpSpPr>
        <p:grpSpPr>
          <a:xfrm>
            <a:off x="981023" y="1419985"/>
            <a:ext cx="193040" cy="576580"/>
            <a:chOff x="981023" y="1419985"/>
            <a:chExt cx="193040" cy="576580"/>
          </a:xfrm>
        </p:grpSpPr>
        <p:sp>
          <p:nvSpPr>
            <p:cNvPr id="187" name="object 187"/>
            <p:cNvSpPr/>
            <p:nvPr/>
          </p:nvSpPr>
          <p:spPr>
            <a:xfrm>
              <a:off x="991908" y="1439173"/>
              <a:ext cx="167640" cy="538480"/>
            </a:xfrm>
            <a:custGeom>
              <a:avLst/>
              <a:gdLst/>
              <a:ahLst/>
              <a:cxnLst/>
              <a:rect l="l" t="t" r="r" b="b"/>
              <a:pathLst>
                <a:path w="167640" h="538480">
                  <a:moveTo>
                    <a:pt x="167442" y="538324"/>
                  </a:moveTo>
                  <a:lnTo>
                    <a:pt x="139674" y="529174"/>
                  </a:lnTo>
                  <a:lnTo>
                    <a:pt x="115674" y="503764"/>
                  </a:lnTo>
                  <a:lnTo>
                    <a:pt x="96961" y="465154"/>
                  </a:lnTo>
                  <a:lnTo>
                    <a:pt x="85056" y="416406"/>
                  </a:lnTo>
                  <a:lnTo>
                    <a:pt x="85275" y="417737"/>
                  </a:lnTo>
                  <a:lnTo>
                    <a:pt x="71546" y="353078"/>
                  </a:lnTo>
                  <a:lnTo>
                    <a:pt x="52881" y="306534"/>
                  </a:lnTo>
                  <a:lnTo>
                    <a:pt x="29094" y="278393"/>
                  </a:lnTo>
                  <a:lnTo>
                    <a:pt x="0" y="268949"/>
                  </a:lnTo>
                </a:path>
                <a:path w="167640" h="538480">
                  <a:moveTo>
                    <a:pt x="167442" y="0"/>
                  </a:moveTo>
                  <a:lnTo>
                    <a:pt x="139674" y="9119"/>
                  </a:lnTo>
                  <a:lnTo>
                    <a:pt x="115674" y="34478"/>
                  </a:lnTo>
                  <a:lnTo>
                    <a:pt x="96961" y="73077"/>
                  </a:lnTo>
                  <a:lnTo>
                    <a:pt x="85056" y="121918"/>
                  </a:lnTo>
                  <a:lnTo>
                    <a:pt x="85275" y="120587"/>
                  </a:lnTo>
                  <a:lnTo>
                    <a:pt x="71546" y="185246"/>
                  </a:lnTo>
                  <a:lnTo>
                    <a:pt x="52881" y="231790"/>
                  </a:lnTo>
                  <a:lnTo>
                    <a:pt x="29094" y="259931"/>
                  </a:lnTo>
                  <a:lnTo>
                    <a:pt x="0" y="269375"/>
                  </a:lnTo>
                </a:path>
              </a:pathLst>
            </a:custGeom>
            <a:ln w="9524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1011" y="1419986"/>
              <a:ext cx="193040" cy="576580"/>
            </a:xfrm>
            <a:custGeom>
              <a:avLst/>
              <a:gdLst/>
              <a:ahLst/>
              <a:cxnLst/>
              <a:rect l="l" t="t" r="r" b="b"/>
              <a:pathLst>
                <a:path w="193040" h="576580">
                  <a:moveTo>
                    <a:pt x="40652" y="288137"/>
                  </a:moveTo>
                  <a:lnTo>
                    <a:pt x="39052" y="280301"/>
                  </a:lnTo>
                  <a:lnTo>
                    <a:pt x="34709" y="273875"/>
                  </a:lnTo>
                  <a:lnTo>
                    <a:pt x="28282" y="269519"/>
                  </a:lnTo>
                  <a:lnTo>
                    <a:pt x="20434" y="267931"/>
                  </a:lnTo>
                  <a:lnTo>
                    <a:pt x="12471" y="269519"/>
                  </a:lnTo>
                  <a:lnTo>
                    <a:pt x="5969" y="273875"/>
                  </a:lnTo>
                  <a:lnTo>
                    <a:pt x="1600" y="280301"/>
                  </a:lnTo>
                  <a:lnTo>
                    <a:pt x="0" y="288137"/>
                  </a:lnTo>
                  <a:lnTo>
                    <a:pt x="1600" y="296113"/>
                  </a:lnTo>
                  <a:lnTo>
                    <a:pt x="5969" y="302602"/>
                  </a:lnTo>
                  <a:lnTo>
                    <a:pt x="12471" y="306971"/>
                  </a:lnTo>
                  <a:lnTo>
                    <a:pt x="20434" y="308571"/>
                  </a:lnTo>
                  <a:lnTo>
                    <a:pt x="28282" y="306971"/>
                  </a:lnTo>
                  <a:lnTo>
                    <a:pt x="34709" y="302602"/>
                  </a:lnTo>
                  <a:lnTo>
                    <a:pt x="39052" y="296113"/>
                  </a:lnTo>
                  <a:lnTo>
                    <a:pt x="40652" y="288137"/>
                  </a:lnTo>
                  <a:close/>
                </a:path>
                <a:path w="193040" h="576580">
                  <a:moveTo>
                    <a:pt x="193001" y="556869"/>
                  </a:moveTo>
                  <a:lnTo>
                    <a:pt x="191223" y="555536"/>
                  </a:lnTo>
                  <a:lnTo>
                    <a:pt x="169684" y="538873"/>
                  </a:lnTo>
                  <a:lnTo>
                    <a:pt x="169075" y="538454"/>
                  </a:lnTo>
                  <a:lnTo>
                    <a:pt x="168389" y="538251"/>
                  </a:lnTo>
                  <a:lnTo>
                    <a:pt x="167741" y="538251"/>
                  </a:lnTo>
                  <a:lnTo>
                    <a:pt x="165989" y="538251"/>
                  </a:lnTo>
                  <a:lnTo>
                    <a:pt x="164350" y="539610"/>
                  </a:lnTo>
                  <a:lnTo>
                    <a:pt x="164350" y="575233"/>
                  </a:lnTo>
                  <a:lnTo>
                    <a:pt x="165874" y="576580"/>
                  </a:lnTo>
                  <a:lnTo>
                    <a:pt x="168186" y="576580"/>
                  </a:lnTo>
                  <a:lnTo>
                    <a:pt x="168846" y="576389"/>
                  </a:lnTo>
                  <a:lnTo>
                    <a:pt x="169456" y="575970"/>
                  </a:lnTo>
                  <a:lnTo>
                    <a:pt x="190995" y="560857"/>
                  </a:lnTo>
                  <a:lnTo>
                    <a:pt x="193001" y="559523"/>
                  </a:lnTo>
                  <a:lnTo>
                    <a:pt x="193001" y="556869"/>
                  </a:lnTo>
                  <a:close/>
                </a:path>
                <a:path w="193040" h="576580">
                  <a:moveTo>
                    <a:pt x="193001" y="18529"/>
                  </a:moveTo>
                  <a:lnTo>
                    <a:pt x="191223" y="17195"/>
                  </a:lnTo>
                  <a:lnTo>
                    <a:pt x="169684" y="762"/>
                  </a:lnTo>
                  <a:lnTo>
                    <a:pt x="169037" y="241"/>
                  </a:lnTo>
                  <a:lnTo>
                    <a:pt x="168313" y="0"/>
                  </a:lnTo>
                  <a:lnTo>
                    <a:pt x="167601" y="0"/>
                  </a:lnTo>
                  <a:lnTo>
                    <a:pt x="165900" y="0"/>
                  </a:lnTo>
                  <a:lnTo>
                    <a:pt x="164350" y="1384"/>
                  </a:lnTo>
                  <a:lnTo>
                    <a:pt x="164350" y="37109"/>
                  </a:lnTo>
                  <a:lnTo>
                    <a:pt x="165874" y="38468"/>
                  </a:lnTo>
                  <a:lnTo>
                    <a:pt x="168186" y="38468"/>
                  </a:lnTo>
                  <a:lnTo>
                    <a:pt x="168846" y="38277"/>
                  </a:lnTo>
                  <a:lnTo>
                    <a:pt x="169456" y="37846"/>
                  </a:lnTo>
                  <a:lnTo>
                    <a:pt x="190995" y="22517"/>
                  </a:lnTo>
                  <a:lnTo>
                    <a:pt x="193001" y="21183"/>
                  </a:lnTo>
                  <a:lnTo>
                    <a:pt x="193001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9" name="object 18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98183" y="1389645"/>
            <a:ext cx="98823" cy="99010"/>
          </a:xfrm>
          <a:prstGeom prst="rect">
            <a:avLst/>
          </a:prstGeom>
        </p:spPr>
      </p:pic>
      <p:grpSp>
        <p:nvGrpSpPr>
          <p:cNvPr id="190" name="object 190"/>
          <p:cNvGrpSpPr/>
          <p:nvPr/>
        </p:nvGrpSpPr>
        <p:grpSpPr>
          <a:xfrm>
            <a:off x="1515959" y="1268329"/>
            <a:ext cx="295910" cy="342265"/>
            <a:chOff x="1515959" y="1268329"/>
            <a:chExt cx="295910" cy="342265"/>
          </a:xfrm>
        </p:grpSpPr>
        <p:pic>
          <p:nvPicPr>
            <p:cNvPr id="191" name="object 19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15959" y="1283784"/>
              <a:ext cx="195718" cy="308601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740929" y="1538437"/>
              <a:ext cx="70615" cy="71528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740929" y="1268329"/>
              <a:ext cx="70615" cy="71588"/>
            </a:xfrm>
            <a:prstGeom prst="rect">
              <a:avLst/>
            </a:prstGeom>
          </p:spPr>
        </p:pic>
      </p:grpSp>
      <p:sp>
        <p:nvSpPr>
          <p:cNvPr id="101" name="object 101"/>
          <p:cNvSpPr/>
          <p:nvPr/>
        </p:nvSpPr>
        <p:spPr>
          <a:xfrm>
            <a:off x="5696101" y="1787804"/>
            <a:ext cx="567055" cy="635"/>
          </a:xfrm>
          <a:custGeom>
            <a:avLst/>
            <a:gdLst/>
            <a:ahLst/>
            <a:cxnLst/>
            <a:rect l="l" t="t" r="r" b="b"/>
            <a:pathLst>
              <a:path w="567054" h="635">
                <a:moveTo>
                  <a:pt x="0" y="0"/>
                </a:moveTo>
                <a:lnTo>
                  <a:pt x="283374" y="0"/>
                </a:lnTo>
                <a:lnTo>
                  <a:pt x="283374" y="442"/>
                </a:lnTo>
                <a:lnTo>
                  <a:pt x="566783" y="442"/>
                </a:lnTo>
              </a:path>
            </a:pathLst>
          </a:custGeom>
          <a:ln w="19049">
            <a:solidFill>
              <a:srgbClr val="3749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935128" y="1796961"/>
            <a:ext cx="244475" cy="227329"/>
          </a:xfrm>
          <a:custGeom>
            <a:avLst/>
            <a:gdLst/>
            <a:ahLst/>
            <a:cxnLst/>
            <a:rect l="l" t="t" r="r" b="b"/>
            <a:pathLst>
              <a:path w="244475" h="227330">
                <a:moveTo>
                  <a:pt x="0" y="226832"/>
                </a:moveTo>
                <a:lnTo>
                  <a:pt x="121943" y="226832"/>
                </a:lnTo>
                <a:lnTo>
                  <a:pt x="121943" y="0"/>
                </a:lnTo>
                <a:lnTo>
                  <a:pt x="243886" y="0"/>
                </a:lnTo>
              </a:path>
            </a:pathLst>
          </a:custGeom>
          <a:ln w="9524">
            <a:solidFill>
              <a:srgbClr val="869FB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3" name="object 1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139018" y="1749154"/>
            <a:ext cx="87136" cy="88327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298409" y="1927965"/>
            <a:ext cx="98823" cy="99010"/>
          </a:xfrm>
          <a:prstGeom prst="rect">
            <a:avLst/>
          </a:prstGeom>
        </p:spPr>
      </p:pic>
      <p:grpSp>
        <p:nvGrpSpPr>
          <p:cNvPr id="195" name="object 195"/>
          <p:cNvGrpSpPr/>
          <p:nvPr/>
        </p:nvGrpSpPr>
        <p:grpSpPr>
          <a:xfrm>
            <a:off x="1515959" y="1806995"/>
            <a:ext cx="295910" cy="340995"/>
            <a:chOff x="1515959" y="1806995"/>
            <a:chExt cx="295910" cy="340995"/>
          </a:xfrm>
        </p:grpSpPr>
        <p:pic>
          <p:nvPicPr>
            <p:cNvPr id="196" name="object 19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15959" y="1822402"/>
              <a:ext cx="195718" cy="308780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40929" y="2076068"/>
              <a:ext cx="70615" cy="71741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40929" y="1806995"/>
              <a:ext cx="70615" cy="71581"/>
            </a:xfrm>
            <a:prstGeom prst="rect">
              <a:avLst/>
            </a:prstGeom>
          </p:spPr>
        </p:pic>
      </p:grpSp>
      <p:pic>
        <p:nvPicPr>
          <p:cNvPr id="91" name="object 9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24834" y="1808680"/>
            <a:ext cx="227457" cy="197010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25557" y="1808680"/>
            <a:ext cx="227492" cy="197010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2684907" y="2023949"/>
            <a:ext cx="465455" cy="635"/>
          </a:xfrm>
          <a:custGeom>
            <a:avLst/>
            <a:gdLst/>
            <a:ahLst/>
            <a:cxnLst/>
            <a:rect l="l" t="t" r="r" b="b"/>
            <a:pathLst>
              <a:path w="465455" h="635">
                <a:moveTo>
                  <a:pt x="0" y="0"/>
                </a:moveTo>
                <a:lnTo>
                  <a:pt x="232648" y="0"/>
                </a:lnTo>
                <a:lnTo>
                  <a:pt x="232648" y="591"/>
                </a:lnTo>
                <a:lnTo>
                  <a:pt x="465297" y="591"/>
                </a:lnTo>
              </a:path>
            </a:pathLst>
          </a:custGeom>
          <a:ln w="9524">
            <a:solidFill>
              <a:srgbClr val="869FB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4" name="object 1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587655" y="1957897"/>
            <a:ext cx="121943" cy="122173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141359" y="1979788"/>
            <a:ext cx="87136" cy="88524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24596" y="1983261"/>
            <a:ext cx="227473" cy="196921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821439" y="1983226"/>
            <a:ext cx="227487" cy="197011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6830882" y="1808680"/>
            <a:ext cx="1605915" cy="282575"/>
            <a:chOff x="6830882" y="1808680"/>
            <a:chExt cx="1605915" cy="282575"/>
          </a:xfrm>
        </p:grpSpPr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20354" y="1808680"/>
              <a:ext cx="227490" cy="19701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840407" y="1907678"/>
              <a:ext cx="1586865" cy="174625"/>
            </a:xfrm>
            <a:custGeom>
              <a:avLst/>
              <a:gdLst/>
              <a:ahLst/>
              <a:cxnLst/>
              <a:rect l="l" t="t" r="r" b="b"/>
              <a:pathLst>
                <a:path w="1586865" h="174625">
                  <a:moveTo>
                    <a:pt x="1586326" y="18438"/>
                  </a:moveTo>
                  <a:lnTo>
                    <a:pt x="1496736" y="174039"/>
                  </a:lnTo>
                  <a:lnTo>
                    <a:pt x="1295724" y="174039"/>
                  </a:lnTo>
                  <a:lnTo>
                    <a:pt x="1195511" y="1956"/>
                  </a:lnTo>
                  <a:lnTo>
                    <a:pt x="997389" y="1956"/>
                  </a:lnTo>
                  <a:lnTo>
                    <a:pt x="898332" y="173533"/>
                  </a:lnTo>
                  <a:lnTo>
                    <a:pt x="698839" y="174039"/>
                  </a:lnTo>
                  <a:lnTo>
                    <a:pt x="598408" y="0"/>
                  </a:lnTo>
                  <a:lnTo>
                    <a:pt x="397397" y="0"/>
                  </a:lnTo>
                  <a:lnTo>
                    <a:pt x="298334" y="172739"/>
                  </a:lnTo>
                  <a:lnTo>
                    <a:pt x="100291" y="172739"/>
                  </a:lnTo>
                  <a:lnTo>
                    <a:pt x="0" y="655"/>
                  </a:lnTo>
                </a:path>
              </a:pathLst>
            </a:custGeom>
            <a:ln w="19049">
              <a:solidFill>
                <a:srgbClr val="869F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/>
          <p:nvPr/>
        </p:nvSpPr>
        <p:spPr>
          <a:xfrm>
            <a:off x="1303413" y="2401549"/>
            <a:ext cx="321310" cy="125095"/>
          </a:xfrm>
          <a:custGeom>
            <a:avLst/>
            <a:gdLst/>
            <a:ahLst/>
            <a:cxnLst/>
            <a:rect l="l" t="t" r="r" b="b"/>
            <a:pathLst>
              <a:path w="321309" h="125094">
                <a:moveTo>
                  <a:pt x="258322" y="125050"/>
                </a:moveTo>
                <a:lnTo>
                  <a:pt x="62525" y="125050"/>
                </a:lnTo>
                <a:lnTo>
                  <a:pt x="38187" y="120136"/>
                </a:lnTo>
                <a:lnTo>
                  <a:pt x="18313" y="106737"/>
                </a:lnTo>
                <a:lnTo>
                  <a:pt x="4913" y="86862"/>
                </a:lnTo>
                <a:lnTo>
                  <a:pt x="0" y="62525"/>
                </a:lnTo>
                <a:lnTo>
                  <a:pt x="4830" y="38597"/>
                </a:lnTo>
                <a:lnTo>
                  <a:pt x="4913" y="38187"/>
                </a:lnTo>
                <a:lnTo>
                  <a:pt x="18313" y="18313"/>
                </a:lnTo>
                <a:lnTo>
                  <a:pt x="38187" y="4913"/>
                </a:lnTo>
                <a:lnTo>
                  <a:pt x="62525" y="0"/>
                </a:lnTo>
                <a:lnTo>
                  <a:pt x="258322" y="0"/>
                </a:lnTo>
                <a:lnTo>
                  <a:pt x="302534" y="18313"/>
                </a:lnTo>
                <a:lnTo>
                  <a:pt x="320847" y="62525"/>
                </a:lnTo>
                <a:lnTo>
                  <a:pt x="315934" y="86862"/>
                </a:lnTo>
                <a:lnTo>
                  <a:pt x="302534" y="106737"/>
                </a:lnTo>
                <a:lnTo>
                  <a:pt x="282660" y="120136"/>
                </a:lnTo>
                <a:lnTo>
                  <a:pt x="258322" y="125050"/>
                </a:lnTo>
                <a:close/>
              </a:path>
            </a:pathLst>
          </a:custGeom>
          <a:solidFill>
            <a:srgbClr val="667E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/>
          <p:cNvGrpSpPr/>
          <p:nvPr/>
        </p:nvGrpSpPr>
        <p:grpSpPr>
          <a:xfrm>
            <a:off x="3412316" y="2143767"/>
            <a:ext cx="1671320" cy="391795"/>
            <a:chOff x="3412316" y="2143767"/>
            <a:chExt cx="1671320" cy="391795"/>
          </a:xfrm>
        </p:grpSpPr>
        <p:sp>
          <p:nvSpPr>
            <p:cNvPr id="33" name="object 33"/>
            <p:cNvSpPr/>
            <p:nvPr/>
          </p:nvSpPr>
          <p:spPr>
            <a:xfrm>
              <a:off x="3655228" y="2345298"/>
              <a:ext cx="1185545" cy="0"/>
            </a:xfrm>
            <a:custGeom>
              <a:avLst/>
              <a:gdLst/>
              <a:ahLst/>
              <a:cxnLst/>
              <a:rect l="l" t="t" r="r" b="b"/>
              <a:pathLst>
                <a:path w="1185545" h="0">
                  <a:moveTo>
                    <a:pt x="0" y="0"/>
                  </a:moveTo>
                  <a:lnTo>
                    <a:pt x="1185307" y="0"/>
                  </a:lnTo>
                </a:path>
              </a:pathLst>
            </a:custGeom>
            <a:ln w="190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2316" y="2143767"/>
              <a:ext cx="252436" cy="32779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5087" y="2218933"/>
              <a:ext cx="252649" cy="3163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8183" y="2143767"/>
              <a:ext cx="252436" cy="32779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1102" y="2219036"/>
              <a:ext cx="252436" cy="316227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5271677" y="1575592"/>
            <a:ext cx="1416050" cy="1035050"/>
            <a:chOff x="5271677" y="1575592"/>
            <a:chExt cx="1416050" cy="1035050"/>
          </a:xfrm>
        </p:grpSpPr>
        <p:sp>
          <p:nvSpPr>
            <p:cNvPr id="103" name="object 103"/>
            <p:cNvSpPr/>
            <p:nvPr/>
          </p:nvSpPr>
          <p:spPr>
            <a:xfrm>
              <a:off x="5483859" y="2000016"/>
              <a:ext cx="991235" cy="186055"/>
            </a:xfrm>
            <a:custGeom>
              <a:avLst/>
              <a:gdLst/>
              <a:ahLst/>
              <a:cxnLst/>
              <a:rect l="l" t="t" r="r" b="b"/>
              <a:pathLst>
                <a:path w="991235" h="186055">
                  <a:moveTo>
                    <a:pt x="991207" y="0"/>
                  </a:moveTo>
                  <a:lnTo>
                    <a:pt x="991207" y="92980"/>
                  </a:lnTo>
                  <a:lnTo>
                    <a:pt x="0" y="92980"/>
                  </a:lnTo>
                  <a:lnTo>
                    <a:pt x="0" y="185975"/>
                  </a:lnTo>
                </a:path>
              </a:pathLst>
            </a:custGeom>
            <a:ln w="19049">
              <a:solidFill>
                <a:srgbClr val="3749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5271668" y="1575599"/>
              <a:ext cx="1416050" cy="1035050"/>
            </a:xfrm>
            <a:custGeom>
              <a:avLst/>
              <a:gdLst/>
              <a:ahLst/>
              <a:cxnLst/>
              <a:rect l="l" t="t" r="r" b="b"/>
              <a:pathLst>
                <a:path w="1416050" h="1035050">
                  <a:moveTo>
                    <a:pt x="424421" y="822591"/>
                  </a:moveTo>
                  <a:lnTo>
                    <a:pt x="420306" y="780999"/>
                  </a:lnTo>
                  <a:lnTo>
                    <a:pt x="408279" y="741387"/>
                  </a:lnTo>
                  <a:lnTo>
                    <a:pt x="388772" y="704862"/>
                  </a:lnTo>
                  <a:lnTo>
                    <a:pt x="362267" y="672541"/>
                  </a:lnTo>
                  <a:lnTo>
                    <a:pt x="329946" y="646036"/>
                  </a:lnTo>
                  <a:lnTo>
                    <a:pt x="293420" y="626541"/>
                  </a:lnTo>
                  <a:lnTo>
                    <a:pt x="253809" y="614502"/>
                  </a:lnTo>
                  <a:lnTo>
                    <a:pt x="212217" y="610387"/>
                  </a:lnTo>
                  <a:lnTo>
                    <a:pt x="163563" y="615988"/>
                  </a:lnTo>
                  <a:lnTo>
                    <a:pt x="118884" y="631952"/>
                  </a:lnTo>
                  <a:lnTo>
                    <a:pt x="79489" y="657009"/>
                  </a:lnTo>
                  <a:lnTo>
                    <a:pt x="46621" y="689864"/>
                  </a:lnTo>
                  <a:lnTo>
                    <a:pt x="21577" y="729272"/>
                  </a:lnTo>
                  <a:lnTo>
                    <a:pt x="5613" y="773938"/>
                  </a:lnTo>
                  <a:lnTo>
                    <a:pt x="0" y="822591"/>
                  </a:lnTo>
                  <a:lnTo>
                    <a:pt x="5613" y="871258"/>
                  </a:lnTo>
                  <a:lnTo>
                    <a:pt x="21577" y="915924"/>
                  </a:lnTo>
                  <a:lnTo>
                    <a:pt x="46621" y="955319"/>
                  </a:lnTo>
                  <a:lnTo>
                    <a:pt x="79489" y="988187"/>
                  </a:lnTo>
                  <a:lnTo>
                    <a:pt x="118884" y="1013244"/>
                  </a:lnTo>
                  <a:lnTo>
                    <a:pt x="163563" y="1029208"/>
                  </a:lnTo>
                  <a:lnTo>
                    <a:pt x="212217" y="1034808"/>
                  </a:lnTo>
                  <a:lnTo>
                    <a:pt x="260870" y="1029208"/>
                  </a:lnTo>
                  <a:lnTo>
                    <a:pt x="305536" y="1013244"/>
                  </a:lnTo>
                  <a:lnTo>
                    <a:pt x="344944" y="988187"/>
                  </a:lnTo>
                  <a:lnTo>
                    <a:pt x="377812" y="955319"/>
                  </a:lnTo>
                  <a:lnTo>
                    <a:pt x="402856" y="915924"/>
                  </a:lnTo>
                  <a:lnTo>
                    <a:pt x="418820" y="871258"/>
                  </a:lnTo>
                  <a:lnTo>
                    <a:pt x="424421" y="822591"/>
                  </a:lnTo>
                  <a:close/>
                </a:path>
                <a:path w="1416050" h="1035050">
                  <a:moveTo>
                    <a:pt x="424421" y="212217"/>
                  </a:moveTo>
                  <a:lnTo>
                    <a:pt x="420306" y="170611"/>
                  </a:lnTo>
                  <a:lnTo>
                    <a:pt x="408279" y="131000"/>
                  </a:lnTo>
                  <a:lnTo>
                    <a:pt x="388772" y="94475"/>
                  </a:lnTo>
                  <a:lnTo>
                    <a:pt x="362267" y="62153"/>
                  </a:lnTo>
                  <a:lnTo>
                    <a:pt x="329946" y="35648"/>
                  </a:lnTo>
                  <a:lnTo>
                    <a:pt x="293420" y="16154"/>
                  </a:lnTo>
                  <a:lnTo>
                    <a:pt x="253809" y="4114"/>
                  </a:lnTo>
                  <a:lnTo>
                    <a:pt x="212217" y="0"/>
                  </a:lnTo>
                  <a:lnTo>
                    <a:pt x="163563" y="5600"/>
                  </a:lnTo>
                  <a:lnTo>
                    <a:pt x="118884" y="21564"/>
                  </a:lnTo>
                  <a:lnTo>
                    <a:pt x="79489" y="46621"/>
                  </a:lnTo>
                  <a:lnTo>
                    <a:pt x="46621" y="79489"/>
                  </a:lnTo>
                  <a:lnTo>
                    <a:pt x="21577" y="118884"/>
                  </a:lnTo>
                  <a:lnTo>
                    <a:pt x="5613" y="163550"/>
                  </a:lnTo>
                  <a:lnTo>
                    <a:pt x="0" y="212217"/>
                  </a:lnTo>
                  <a:lnTo>
                    <a:pt x="5613" y="260870"/>
                  </a:lnTo>
                  <a:lnTo>
                    <a:pt x="21577" y="305536"/>
                  </a:lnTo>
                  <a:lnTo>
                    <a:pt x="46621" y="344944"/>
                  </a:lnTo>
                  <a:lnTo>
                    <a:pt x="79489" y="377799"/>
                  </a:lnTo>
                  <a:lnTo>
                    <a:pt x="118884" y="402856"/>
                  </a:lnTo>
                  <a:lnTo>
                    <a:pt x="163563" y="418820"/>
                  </a:lnTo>
                  <a:lnTo>
                    <a:pt x="212217" y="424421"/>
                  </a:lnTo>
                  <a:lnTo>
                    <a:pt x="260870" y="418820"/>
                  </a:lnTo>
                  <a:lnTo>
                    <a:pt x="305536" y="402856"/>
                  </a:lnTo>
                  <a:lnTo>
                    <a:pt x="344944" y="377799"/>
                  </a:lnTo>
                  <a:lnTo>
                    <a:pt x="377812" y="344944"/>
                  </a:lnTo>
                  <a:lnTo>
                    <a:pt x="402856" y="305536"/>
                  </a:lnTo>
                  <a:lnTo>
                    <a:pt x="418820" y="260870"/>
                  </a:lnTo>
                  <a:lnTo>
                    <a:pt x="424421" y="212217"/>
                  </a:lnTo>
                  <a:close/>
                </a:path>
                <a:path w="1416050" h="1035050">
                  <a:moveTo>
                    <a:pt x="1415605" y="822591"/>
                  </a:moveTo>
                  <a:lnTo>
                    <a:pt x="1411490" y="780999"/>
                  </a:lnTo>
                  <a:lnTo>
                    <a:pt x="1399451" y="741387"/>
                  </a:lnTo>
                  <a:lnTo>
                    <a:pt x="1379956" y="704862"/>
                  </a:lnTo>
                  <a:lnTo>
                    <a:pt x="1353451" y="672541"/>
                  </a:lnTo>
                  <a:lnTo>
                    <a:pt x="1321130" y="646036"/>
                  </a:lnTo>
                  <a:lnTo>
                    <a:pt x="1284605" y="626541"/>
                  </a:lnTo>
                  <a:lnTo>
                    <a:pt x="1244981" y="614502"/>
                  </a:lnTo>
                  <a:lnTo>
                    <a:pt x="1203388" y="610387"/>
                  </a:lnTo>
                  <a:lnTo>
                    <a:pt x="1154734" y="615988"/>
                  </a:lnTo>
                  <a:lnTo>
                    <a:pt x="1110068" y="631952"/>
                  </a:lnTo>
                  <a:lnTo>
                    <a:pt x="1070660" y="657009"/>
                  </a:lnTo>
                  <a:lnTo>
                    <a:pt x="1037805" y="689864"/>
                  </a:lnTo>
                  <a:lnTo>
                    <a:pt x="1012748" y="729272"/>
                  </a:lnTo>
                  <a:lnTo>
                    <a:pt x="996784" y="773938"/>
                  </a:lnTo>
                  <a:lnTo>
                    <a:pt x="991184" y="822591"/>
                  </a:lnTo>
                  <a:lnTo>
                    <a:pt x="996784" y="871258"/>
                  </a:lnTo>
                  <a:lnTo>
                    <a:pt x="1012748" y="915924"/>
                  </a:lnTo>
                  <a:lnTo>
                    <a:pt x="1037805" y="955319"/>
                  </a:lnTo>
                  <a:lnTo>
                    <a:pt x="1070660" y="988187"/>
                  </a:lnTo>
                  <a:lnTo>
                    <a:pt x="1110068" y="1013244"/>
                  </a:lnTo>
                  <a:lnTo>
                    <a:pt x="1154734" y="1029208"/>
                  </a:lnTo>
                  <a:lnTo>
                    <a:pt x="1203388" y="1034808"/>
                  </a:lnTo>
                  <a:lnTo>
                    <a:pt x="1252054" y="1029208"/>
                  </a:lnTo>
                  <a:lnTo>
                    <a:pt x="1296720" y="1013244"/>
                  </a:lnTo>
                  <a:lnTo>
                    <a:pt x="1336116" y="988187"/>
                  </a:lnTo>
                  <a:lnTo>
                    <a:pt x="1368983" y="955319"/>
                  </a:lnTo>
                  <a:lnTo>
                    <a:pt x="1394040" y="915924"/>
                  </a:lnTo>
                  <a:lnTo>
                    <a:pt x="1410004" y="871258"/>
                  </a:lnTo>
                  <a:lnTo>
                    <a:pt x="1415605" y="822591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695850" y="2397527"/>
              <a:ext cx="567055" cy="1270"/>
            </a:xfrm>
            <a:custGeom>
              <a:avLst/>
              <a:gdLst/>
              <a:ahLst/>
              <a:cxnLst/>
              <a:rect l="l" t="t" r="r" b="b"/>
              <a:pathLst>
                <a:path w="567054" h="1269">
                  <a:moveTo>
                    <a:pt x="0" y="0"/>
                  </a:moveTo>
                  <a:lnTo>
                    <a:pt x="283502" y="0"/>
                  </a:lnTo>
                  <a:lnTo>
                    <a:pt x="283502" y="664"/>
                  </a:lnTo>
                  <a:lnTo>
                    <a:pt x="567005" y="664"/>
                  </a:lnTo>
                </a:path>
              </a:pathLst>
            </a:custGeom>
            <a:ln w="19049">
              <a:solidFill>
                <a:srgbClr val="3749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7464782" y="2364533"/>
            <a:ext cx="648335" cy="338455"/>
            <a:chOff x="7464782" y="2364533"/>
            <a:chExt cx="648335" cy="338455"/>
          </a:xfrm>
        </p:grpSpPr>
        <p:sp>
          <p:nvSpPr>
            <p:cNvPr id="66" name="object 66"/>
            <p:cNvSpPr/>
            <p:nvPr/>
          </p:nvSpPr>
          <p:spPr>
            <a:xfrm>
              <a:off x="7774892" y="2533632"/>
              <a:ext cx="338455" cy="169545"/>
            </a:xfrm>
            <a:custGeom>
              <a:avLst/>
              <a:gdLst/>
              <a:ahLst/>
              <a:cxnLst/>
              <a:rect l="l" t="t" r="r" b="b"/>
              <a:pathLst>
                <a:path w="338454" h="169544">
                  <a:moveTo>
                    <a:pt x="169087" y="169056"/>
                  </a:moveTo>
                  <a:lnTo>
                    <a:pt x="119264" y="161568"/>
                  </a:lnTo>
                  <a:lnTo>
                    <a:pt x="75312" y="140602"/>
                  </a:lnTo>
                  <a:lnTo>
                    <a:pt x="39463" y="108403"/>
                  </a:lnTo>
                  <a:lnTo>
                    <a:pt x="13947" y="67220"/>
                  </a:lnTo>
                  <a:lnTo>
                    <a:pt x="891" y="17266"/>
                  </a:lnTo>
                  <a:lnTo>
                    <a:pt x="0" y="0"/>
                  </a:lnTo>
                  <a:lnTo>
                    <a:pt x="28066" y="0"/>
                  </a:lnTo>
                  <a:lnTo>
                    <a:pt x="35265" y="44538"/>
                  </a:lnTo>
                  <a:lnTo>
                    <a:pt x="55304" y="83247"/>
                  </a:lnTo>
                  <a:lnTo>
                    <a:pt x="85846" y="113790"/>
                  </a:lnTo>
                  <a:lnTo>
                    <a:pt x="124552" y="133830"/>
                  </a:lnTo>
                  <a:lnTo>
                    <a:pt x="169087" y="141029"/>
                  </a:lnTo>
                  <a:lnTo>
                    <a:pt x="213602" y="133830"/>
                  </a:lnTo>
                  <a:lnTo>
                    <a:pt x="252296" y="113790"/>
                  </a:lnTo>
                  <a:lnTo>
                    <a:pt x="282831" y="83247"/>
                  </a:lnTo>
                  <a:lnTo>
                    <a:pt x="302868" y="44538"/>
                  </a:lnTo>
                  <a:lnTo>
                    <a:pt x="310066" y="0"/>
                  </a:lnTo>
                  <a:lnTo>
                    <a:pt x="338090" y="0"/>
                  </a:lnTo>
                  <a:lnTo>
                    <a:pt x="332046" y="44881"/>
                  </a:lnTo>
                  <a:lnTo>
                    <a:pt x="314993" y="85248"/>
                  </a:lnTo>
                  <a:lnTo>
                    <a:pt x="288550" y="119475"/>
                  </a:lnTo>
                  <a:lnTo>
                    <a:pt x="254339" y="145936"/>
                  </a:lnTo>
                  <a:lnTo>
                    <a:pt x="213978" y="163005"/>
                  </a:lnTo>
                  <a:lnTo>
                    <a:pt x="169087" y="169056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464782" y="2364533"/>
              <a:ext cx="338455" cy="169545"/>
            </a:xfrm>
            <a:custGeom>
              <a:avLst/>
              <a:gdLst/>
              <a:ahLst/>
              <a:cxnLst/>
              <a:rect l="l" t="t" r="r" b="b"/>
              <a:pathLst>
                <a:path w="338454" h="169544">
                  <a:moveTo>
                    <a:pt x="338049" y="169056"/>
                  </a:moveTo>
                  <a:lnTo>
                    <a:pt x="310024" y="169056"/>
                  </a:lnTo>
                  <a:lnTo>
                    <a:pt x="302821" y="124559"/>
                  </a:lnTo>
                  <a:lnTo>
                    <a:pt x="282777" y="85875"/>
                  </a:lnTo>
                  <a:lnTo>
                    <a:pt x="252236" y="55345"/>
                  </a:lnTo>
                  <a:lnTo>
                    <a:pt x="213543" y="35310"/>
                  </a:lnTo>
                  <a:lnTo>
                    <a:pt x="169045" y="28111"/>
                  </a:lnTo>
                  <a:lnTo>
                    <a:pt x="124501" y="35310"/>
                  </a:lnTo>
                  <a:lnTo>
                    <a:pt x="85773" y="55345"/>
                  </a:lnTo>
                  <a:lnTo>
                    <a:pt x="55206" y="85875"/>
                  </a:lnTo>
                  <a:lnTo>
                    <a:pt x="35146" y="124559"/>
                  </a:lnTo>
                  <a:lnTo>
                    <a:pt x="27938" y="169056"/>
                  </a:lnTo>
                  <a:lnTo>
                    <a:pt x="0" y="169056"/>
                  </a:lnTo>
                  <a:lnTo>
                    <a:pt x="7905" y="117995"/>
                  </a:lnTo>
                  <a:lnTo>
                    <a:pt x="39439" y="60688"/>
                  </a:lnTo>
                  <a:lnTo>
                    <a:pt x="75265" y="28486"/>
                  </a:lnTo>
                  <a:lnTo>
                    <a:pt x="119217" y="7499"/>
                  </a:lnTo>
                  <a:lnTo>
                    <a:pt x="169045" y="0"/>
                  </a:lnTo>
                  <a:lnTo>
                    <a:pt x="218849" y="7500"/>
                  </a:lnTo>
                  <a:lnTo>
                    <a:pt x="262789" y="28491"/>
                  </a:lnTo>
                  <a:lnTo>
                    <a:pt x="298609" y="60706"/>
                  </a:lnTo>
                  <a:lnTo>
                    <a:pt x="324057" y="101878"/>
                  </a:lnTo>
                  <a:lnTo>
                    <a:pt x="337168" y="151790"/>
                  </a:lnTo>
                  <a:lnTo>
                    <a:pt x="338049" y="169056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6844304" y="2364533"/>
            <a:ext cx="648970" cy="338455"/>
            <a:chOff x="6844304" y="2364533"/>
            <a:chExt cx="648970" cy="338455"/>
          </a:xfrm>
        </p:grpSpPr>
        <p:sp>
          <p:nvSpPr>
            <p:cNvPr id="69" name="object 69"/>
            <p:cNvSpPr/>
            <p:nvPr/>
          </p:nvSpPr>
          <p:spPr>
            <a:xfrm>
              <a:off x="6844304" y="2364533"/>
              <a:ext cx="338455" cy="170180"/>
            </a:xfrm>
            <a:custGeom>
              <a:avLst/>
              <a:gdLst/>
              <a:ahLst/>
              <a:cxnLst/>
              <a:rect l="l" t="t" r="r" b="b"/>
              <a:pathLst>
                <a:path w="338454" h="170180">
                  <a:moveTo>
                    <a:pt x="0" y="169569"/>
                  </a:moveTo>
                  <a:lnTo>
                    <a:pt x="5926" y="124653"/>
                  </a:lnTo>
                  <a:lnTo>
                    <a:pt x="22881" y="84226"/>
                  </a:lnTo>
                  <a:lnTo>
                    <a:pt x="49245" y="49917"/>
                  </a:lnTo>
                  <a:lnTo>
                    <a:pt x="83396" y="23357"/>
                  </a:lnTo>
                  <a:lnTo>
                    <a:pt x="123713" y="6175"/>
                  </a:lnTo>
                  <a:lnTo>
                    <a:pt x="168574" y="0"/>
                  </a:lnTo>
                  <a:lnTo>
                    <a:pt x="169088" y="0"/>
                  </a:lnTo>
                  <a:lnTo>
                    <a:pt x="218758" y="7455"/>
                  </a:lnTo>
                  <a:lnTo>
                    <a:pt x="262623" y="28325"/>
                  </a:lnTo>
                  <a:lnTo>
                    <a:pt x="298442" y="60363"/>
                  </a:lnTo>
                  <a:lnTo>
                    <a:pt x="323972" y="101322"/>
                  </a:lnTo>
                  <a:lnTo>
                    <a:pt x="337191" y="151234"/>
                  </a:lnTo>
                  <a:lnTo>
                    <a:pt x="338134" y="168499"/>
                  </a:lnTo>
                  <a:lnTo>
                    <a:pt x="310109" y="168542"/>
                  </a:lnTo>
                  <a:lnTo>
                    <a:pt x="302791" y="124156"/>
                  </a:lnTo>
                  <a:lnTo>
                    <a:pt x="282702" y="85586"/>
                  </a:lnTo>
                  <a:lnTo>
                    <a:pt x="252173" y="55158"/>
                  </a:lnTo>
                  <a:lnTo>
                    <a:pt x="213538" y="35196"/>
                  </a:lnTo>
                  <a:lnTo>
                    <a:pt x="169130" y="28026"/>
                  </a:lnTo>
                  <a:lnTo>
                    <a:pt x="168617" y="28026"/>
                  </a:lnTo>
                  <a:lnTo>
                    <a:pt x="124143" y="35373"/>
                  </a:lnTo>
                  <a:lnTo>
                    <a:pt x="85513" y="55542"/>
                  </a:lnTo>
                  <a:lnTo>
                    <a:pt x="55061" y="86187"/>
                  </a:lnTo>
                  <a:lnTo>
                    <a:pt x="35120" y="124964"/>
                  </a:lnTo>
                  <a:lnTo>
                    <a:pt x="28023" y="169526"/>
                  </a:lnTo>
                  <a:lnTo>
                    <a:pt x="0" y="169569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154628" y="2533632"/>
              <a:ext cx="338455" cy="169545"/>
            </a:xfrm>
            <a:custGeom>
              <a:avLst/>
              <a:gdLst/>
              <a:ahLst/>
              <a:cxnLst/>
              <a:rect l="l" t="t" r="r" b="b"/>
              <a:pathLst>
                <a:path w="338454" h="169544">
                  <a:moveTo>
                    <a:pt x="169088" y="169056"/>
                  </a:moveTo>
                  <a:lnTo>
                    <a:pt x="119265" y="161568"/>
                  </a:lnTo>
                  <a:lnTo>
                    <a:pt x="75318" y="140602"/>
                  </a:lnTo>
                  <a:lnTo>
                    <a:pt x="39482" y="108403"/>
                  </a:lnTo>
                  <a:lnTo>
                    <a:pt x="13990" y="67220"/>
                  </a:lnTo>
                  <a:lnTo>
                    <a:pt x="880" y="17266"/>
                  </a:lnTo>
                  <a:lnTo>
                    <a:pt x="0" y="0"/>
                  </a:lnTo>
                  <a:lnTo>
                    <a:pt x="28066" y="0"/>
                  </a:lnTo>
                  <a:lnTo>
                    <a:pt x="35265" y="44538"/>
                  </a:lnTo>
                  <a:lnTo>
                    <a:pt x="55304" y="83247"/>
                  </a:lnTo>
                  <a:lnTo>
                    <a:pt x="85846" y="113790"/>
                  </a:lnTo>
                  <a:lnTo>
                    <a:pt x="124553" y="133830"/>
                  </a:lnTo>
                  <a:lnTo>
                    <a:pt x="169088" y="141029"/>
                  </a:lnTo>
                  <a:lnTo>
                    <a:pt x="213607" y="133830"/>
                  </a:lnTo>
                  <a:lnTo>
                    <a:pt x="252312" y="113790"/>
                  </a:lnTo>
                  <a:lnTo>
                    <a:pt x="282860" y="83247"/>
                  </a:lnTo>
                  <a:lnTo>
                    <a:pt x="302906" y="44538"/>
                  </a:lnTo>
                  <a:lnTo>
                    <a:pt x="310109" y="0"/>
                  </a:lnTo>
                  <a:lnTo>
                    <a:pt x="338091" y="0"/>
                  </a:lnTo>
                  <a:lnTo>
                    <a:pt x="330149" y="51072"/>
                  </a:lnTo>
                  <a:lnTo>
                    <a:pt x="298622" y="108439"/>
                  </a:lnTo>
                  <a:lnTo>
                    <a:pt x="262826" y="140612"/>
                  </a:lnTo>
                  <a:lnTo>
                    <a:pt x="218904" y="161569"/>
                  </a:lnTo>
                  <a:lnTo>
                    <a:pt x="169088" y="169056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/>
          <p:nvPr/>
        </p:nvSpPr>
        <p:spPr>
          <a:xfrm>
            <a:off x="6897230" y="2421783"/>
            <a:ext cx="229235" cy="376555"/>
          </a:xfrm>
          <a:custGeom>
            <a:avLst/>
            <a:gdLst/>
            <a:ahLst/>
            <a:cxnLst/>
            <a:rect l="l" t="t" r="r" b="b"/>
            <a:pathLst>
              <a:path w="229234" h="376555">
                <a:moveTo>
                  <a:pt x="146797" y="286852"/>
                </a:moveTo>
                <a:lnTo>
                  <a:pt x="74788" y="286852"/>
                </a:lnTo>
                <a:lnTo>
                  <a:pt x="74788" y="223140"/>
                </a:lnTo>
                <a:lnTo>
                  <a:pt x="46869" y="208438"/>
                </a:lnTo>
                <a:lnTo>
                  <a:pt x="24366" y="187128"/>
                </a:lnTo>
                <a:lnTo>
                  <a:pt x="8376" y="160580"/>
                </a:lnTo>
                <a:lnTo>
                  <a:pt x="0" y="130161"/>
                </a:lnTo>
                <a:lnTo>
                  <a:pt x="51" y="121054"/>
                </a:lnTo>
                <a:lnTo>
                  <a:pt x="177" y="98579"/>
                </a:lnTo>
                <a:lnTo>
                  <a:pt x="24872" y="42330"/>
                </a:lnTo>
                <a:lnTo>
                  <a:pt x="63338" y="11769"/>
                </a:lnTo>
                <a:lnTo>
                  <a:pt x="113981" y="0"/>
                </a:lnTo>
                <a:lnTo>
                  <a:pt x="127602" y="804"/>
                </a:lnTo>
                <a:lnTo>
                  <a:pt x="167077" y="12964"/>
                </a:lnTo>
                <a:lnTo>
                  <a:pt x="208981" y="51174"/>
                </a:lnTo>
                <a:lnTo>
                  <a:pt x="114066" y="51174"/>
                </a:lnTo>
                <a:lnTo>
                  <a:pt x="101724" y="52375"/>
                </a:lnTo>
                <a:lnTo>
                  <a:pt x="57688" y="85093"/>
                </a:lnTo>
                <a:lnTo>
                  <a:pt x="50516" y="121054"/>
                </a:lnTo>
                <a:lnTo>
                  <a:pt x="55064" y="139404"/>
                </a:lnTo>
                <a:lnTo>
                  <a:pt x="64818" y="155616"/>
                </a:lnTo>
                <a:lnTo>
                  <a:pt x="78570" y="168045"/>
                </a:lnTo>
                <a:lnTo>
                  <a:pt x="95299" y="176006"/>
                </a:lnTo>
                <a:lnTo>
                  <a:pt x="113981" y="178811"/>
                </a:lnTo>
                <a:lnTo>
                  <a:pt x="208794" y="178811"/>
                </a:lnTo>
                <a:lnTo>
                  <a:pt x="206205" y="183748"/>
                </a:lnTo>
                <a:lnTo>
                  <a:pt x="180223" y="209043"/>
                </a:lnTo>
                <a:lnTo>
                  <a:pt x="146797" y="225237"/>
                </a:lnTo>
                <a:lnTo>
                  <a:pt x="146797" y="286852"/>
                </a:lnTo>
                <a:close/>
              </a:path>
              <a:path w="229234" h="376555">
                <a:moveTo>
                  <a:pt x="208794" y="178811"/>
                </a:moveTo>
                <a:lnTo>
                  <a:pt x="113981" y="178811"/>
                </a:lnTo>
                <a:lnTo>
                  <a:pt x="138804" y="173759"/>
                </a:lnTo>
                <a:lnTo>
                  <a:pt x="159082" y="160086"/>
                </a:lnTo>
                <a:lnTo>
                  <a:pt x="172758" y="139827"/>
                </a:lnTo>
                <a:lnTo>
                  <a:pt x="177774" y="115014"/>
                </a:lnTo>
                <a:lnTo>
                  <a:pt x="174974" y="96288"/>
                </a:lnTo>
                <a:lnTo>
                  <a:pt x="138188" y="55934"/>
                </a:lnTo>
                <a:lnTo>
                  <a:pt x="122238" y="51174"/>
                </a:lnTo>
                <a:lnTo>
                  <a:pt x="208981" y="51174"/>
                </a:lnTo>
                <a:lnTo>
                  <a:pt x="212318" y="55293"/>
                </a:lnTo>
                <a:lnTo>
                  <a:pt x="224699" y="83725"/>
                </a:lnTo>
                <a:lnTo>
                  <a:pt x="229031" y="115014"/>
                </a:lnTo>
                <a:lnTo>
                  <a:pt x="223041" y="151642"/>
                </a:lnTo>
                <a:lnTo>
                  <a:pt x="208794" y="178811"/>
                </a:lnTo>
                <a:close/>
              </a:path>
              <a:path w="229234" h="376555">
                <a:moveTo>
                  <a:pt x="110857" y="376536"/>
                </a:moveTo>
                <a:lnTo>
                  <a:pt x="40004" y="286852"/>
                </a:lnTo>
                <a:lnTo>
                  <a:pt x="181624" y="286852"/>
                </a:lnTo>
                <a:lnTo>
                  <a:pt x="110857" y="376536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211490" y="2276132"/>
            <a:ext cx="227329" cy="375920"/>
          </a:xfrm>
          <a:custGeom>
            <a:avLst/>
            <a:gdLst/>
            <a:ahLst/>
            <a:cxnLst/>
            <a:rect l="l" t="t" r="r" b="b"/>
            <a:pathLst>
              <a:path w="227329" h="375919">
                <a:moveTo>
                  <a:pt x="185817" y="89726"/>
                </a:moveTo>
                <a:lnTo>
                  <a:pt x="44112" y="89726"/>
                </a:lnTo>
                <a:lnTo>
                  <a:pt x="114965" y="0"/>
                </a:lnTo>
                <a:lnTo>
                  <a:pt x="185817" y="89726"/>
                </a:lnTo>
                <a:close/>
              </a:path>
              <a:path w="227329" h="375919">
                <a:moveTo>
                  <a:pt x="113853" y="375637"/>
                </a:moveTo>
                <a:lnTo>
                  <a:pt x="112569" y="375637"/>
                </a:lnTo>
                <a:lnTo>
                  <a:pt x="72339" y="367958"/>
                </a:lnTo>
                <a:lnTo>
                  <a:pt x="38266" y="347419"/>
                </a:lnTo>
                <a:lnTo>
                  <a:pt x="13202" y="316513"/>
                </a:lnTo>
                <a:lnTo>
                  <a:pt x="0" y="277738"/>
                </a:lnTo>
                <a:lnTo>
                  <a:pt x="1082" y="241939"/>
                </a:lnTo>
                <a:lnTo>
                  <a:pt x="1168" y="239101"/>
                </a:lnTo>
                <a:lnTo>
                  <a:pt x="1239" y="236756"/>
                </a:lnTo>
                <a:lnTo>
                  <a:pt x="16141" y="199837"/>
                </a:lnTo>
                <a:lnTo>
                  <a:pt x="42707" y="170194"/>
                </a:lnTo>
                <a:lnTo>
                  <a:pt x="78939" y="151042"/>
                </a:lnTo>
                <a:lnTo>
                  <a:pt x="78939" y="89726"/>
                </a:lnTo>
                <a:lnTo>
                  <a:pt x="150947" y="89726"/>
                </a:lnTo>
                <a:lnTo>
                  <a:pt x="150947" y="151769"/>
                </a:lnTo>
                <a:lnTo>
                  <a:pt x="186765" y="171681"/>
                </a:lnTo>
                <a:lnTo>
                  <a:pt x="208358" y="196825"/>
                </a:lnTo>
                <a:lnTo>
                  <a:pt x="113895" y="196825"/>
                </a:lnTo>
                <a:lnTo>
                  <a:pt x="101529" y="198026"/>
                </a:lnTo>
                <a:lnTo>
                  <a:pt x="57475" y="230744"/>
                </a:lnTo>
                <a:lnTo>
                  <a:pt x="50321" y="266705"/>
                </a:lnTo>
                <a:lnTo>
                  <a:pt x="54894" y="285055"/>
                </a:lnTo>
                <a:lnTo>
                  <a:pt x="64629" y="301267"/>
                </a:lnTo>
                <a:lnTo>
                  <a:pt x="78383" y="313696"/>
                </a:lnTo>
                <a:lnTo>
                  <a:pt x="95122" y="321657"/>
                </a:lnTo>
                <a:lnTo>
                  <a:pt x="113810" y="324463"/>
                </a:lnTo>
                <a:lnTo>
                  <a:pt x="208197" y="324463"/>
                </a:lnTo>
                <a:lnTo>
                  <a:pt x="187962" y="348574"/>
                </a:lnTo>
                <a:lnTo>
                  <a:pt x="153842" y="368476"/>
                </a:lnTo>
                <a:lnTo>
                  <a:pt x="113853" y="375637"/>
                </a:lnTo>
                <a:close/>
              </a:path>
              <a:path w="227329" h="375919">
                <a:moveTo>
                  <a:pt x="208197" y="324463"/>
                </a:moveTo>
                <a:lnTo>
                  <a:pt x="113810" y="324463"/>
                </a:lnTo>
                <a:lnTo>
                  <a:pt x="138633" y="319410"/>
                </a:lnTo>
                <a:lnTo>
                  <a:pt x="158911" y="305737"/>
                </a:lnTo>
                <a:lnTo>
                  <a:pt x="172587" y="285478"/>
                </a:lnTo>
                <a:lnTo>
                  <a:pt x="177603" y="260665"/>
                </a:lnTo>
                <a:lnTo>
                  <a:pt x="174810" y="241939"/>
                </a:lnTo>
                <a:lnTo>
                  <a:pt x="138613" y="201885"/>
                </a:lnTo>
                <a:lnTo>
                  <a:pt x="122110" y="196825"/>
                </a:lnTo>
                <a:lnTo>
                  <a:pt x="208358" y="196825"/>
                </a:lnTo>
                <a:lnTo>
                  <a:pt x="212703" y="201885"/>
                </a:lnTo>
                <a:lnTo>
                  <a:pt x="226824" y="239101"/>
                </a:lnTo>
                <a:lnTo>
                  <a:pt x="226906" y="248203"/>
                </a:lnTo>
                <a:lnTo>
                  <a:pt x="227018" y="260665"/>
                </a:lnTo>
                <a:lnTo>
                  <a:pt x="227072" y="266705"/>
                </a:lnTo>
                <a:lnTo>
                  <a:pt x="227191" y="280049"/>
                </a:lnTo>
                <a:lnTo>
                  <a:pt x="213363" y="318307"/>
                </a:lnTo>
                <a:lnTo>
                  <a:pt x="208197" y="324463"/>
                </a:lnTo>
                <a:close/>
              </a:path>
            </a:pathLst>
          </a:custGeom>
          <a:solidFill>
            <a:srgbClr val="CED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16294" y="2421783"/>
            <a:ext cx="229235" cy="376555"/>
          </a:xfrm>
          <a:custGeom>
            <a:avLst/>
            <a:gdLst/>
            <a:ahLst/>
            <a:cxnLst/>
            <a:rect l="l" t="t" r="r" b="b"/>
            <a:pathLst>
              <a:path w="229234" h="376555">
                <a:moveTo>
                  <a:pt x="146241" y="286852"/>
                </a:moveTo>
                <a:lnTo>
                  <a:pt x="74233" y="286852"/>
                </a:lnTo>
                <a:lnTo>
                  <a:pt x="74233" y="222926"/>
                </a:lnTo>
                <a:lnTo>
                  <a:pt x="46455" y="208038"/>
                </a:lnTo>
                <a:lnTo>
                  <a:pt x="24104" y="186615"/>
                </a:lnTo>
                <a:lnTo>
                  <a:pt x="8259" y="160017"/>
                </a:lnTo>
                <a:lnTo>
                  <a:pt x="0" y="129605"/>
                </a:lnTo>
                <a:lnTo>
                  <a:pt x="293" y="102552"/>
                </a:lnTo>
                <a:lnTo>
                  <a:pt x="341" y="98094"/>
                </a:lnTo>
                <a:lnTo>
                  <a:pt x="25234" y="42020"/>
                </a:lnTo>
                <a:lnTo>
                  <a:pt x="63695" y="11643"/>
                </a:lnTo>
                <a:lnTo>
                  <a:pt x="114109" y="0"/>
                </a:lnTo>
                <a:lnTo>
                  <a:pt x="127763" y="811"/>
                </a:lnTo>
                <a:lnTo>
                  <a:pt x="167377" y="13050"/>
                </a:lnTo>
                <a:lnTo>
                  <a:pt x="209093" y="51174"/>
                </a:lnTo>
                <a:lnTo>
                  <a:pt x="114195" y="51174"/>
                </a:lnTo>
                <a:lnTo>
                  <a:pt x="101853" y="52375"/>
                </a:lnTo>
                <a:lnTo>
                  <a:pt x="57781" y="85093"/>
                </a:lnTo>
                <a:lnTo>
                  <a:pt x="50656" y="121054"/>
                </a:lnTo>
                <a:lnTo>
                  <a:pt x="55236" y="139404"/>
                </a:lnTo>
                <a:lnTo>
                  <a:pt x="64978" y="155616"/>
                </a:lnTo>
                <a:lnTo>
                  <a:pt x="78710" y="168045"/>
                </a:lnTo>
                <a:lnTo>
                  <a:pt x="95434" y="176006"/>
                </a:lnTo>
                <a:lnTo>
                  <a:pt x="114152" y="178811"/>
                </a:lnTo>
                <a:lnTo>
                  <a:pt x="208889" y="178811"/>
                </a:lnTo>
                <a:lnTo>
                  <a:pt x="206141" y="184016"/>
                </a:lnTo>
                <a:lnTo>
                  <a:pt x="179926" y="209332"/>
                </a:lnTo>
                <a:lnTo>
                  <a:pt x="146241" y="225451"/>
                </a:lnTo>
                <a:lnTo>
                  <a:pt x="146241" y="286852"/>
                </a:lnTo>
                <a:close/>
              </a:path>
              <a:path w="229234" h="376555">
                <a:moveTo>
                  <a:pt x="208889" y="178811"/>
                </a:moveTo>
                <a:lnTo>
                  <a:pt x="114152" y="178811"/>
                </a:lnTo>
                <a:lnTo>
                  <a:pt x="138963" y="173759"/>
                </a:lnTo>
                <a:lnTo>
                  <a:pt x="159268" y="160017"/>
                </a:lnTo>
                <a:lnTo>
                  <a:pt x="172894" y="139827"/>
                </a:lnTo>
                <a:lnTo>
                  <a:pt x="177946" y="115014"/>
                </a:lnTo>
                <a:lnTo>
                  <a:pt x="175140" y="96288"/>
                </a:lnTo>
                <a:lnTo>
                  <a:pt x="138358" y="55934"/>
                </a:lnTo>
                <a:lnTo>
                  <a:pt x="122410" y="51174"/>
                </a:lnTo>
                <a:lnTo>
                  <a:pt x="209093" y="51174"/>
                </a:lnTo>
                <a:lnTo>
                  <a:pt x="212505" y="55400"/>
                </a:lnTo>
                <a:lnTo>
                  <a:pt x="224849" y="83799"/>
                </a:lnTo>
                <a:lnTo>
                  <a:pt x="229203" y="115014"/>
                </a:lnTo>
                <a:lnTo>
                  <a:pt x="223147" y="151808"/>
                </a:lnTo>
                <a:lnTo>
                  <a:pt x="208889" y="178811"/>
                </a:lnTo>
                <a:close/>
              </a:path>
              <a:path w="229234" h="376555">
                <a:moveTo>
                  <a:pt x="110258" y="376536"/>
                </a:moveTo>
                <a:lnTo>
                  <a:pt x="39406" y="286852"/>
                </a:lnTo>
                <a:lnTo>
                  <a:pt x="181111" y="286852"/>
                </a:lnTo>
                <a:lnTo>
                  <a:pt x="110258" y="376536"/>
                </a:lnTo>
                <a:close/>
              </a:path>
            </a:pathLst>
          </a:custGeom>
          <a:solidFill>
            <a:srgbClr val="869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830855" y="2276132"/>
            <a:ext cx="227329" cy="375920"/>
          </a:xfrm>
          <a:custGeom>
            <a:avLst/>
            <a:gdLst/>
            <a:ahLst/>
            <a:cxnLst/>
            <a:rect l="l" t="t" r="r" b="b"/>
            <a:pathLst>
              <a:path w="227329" h="375919">
                <a:moveTo>
                  <a:pt x="184919" y="89726"/>
                </a:moveTo>
                <a:lnTo>
                  <a:pt x="43213" y="89726"/>
                </a:lnTo>
                <a:lnTo>
                  <a:pt x="114066" y="0"/>
                </a:lnTo>
                <a:lnTo>
                  <a:pt x="184919" y="89726"/>
                </a:lnTo>
                <a:close/>
              </a:path>
              <a:path w="227329" h="375919">
                <a:moveTo>
                  <a:pt x="113681" y="375637"/>
                </a:moveTo>
                <a:lnTo>
                  <a:pt x="113253" y="375637"/>
                </a:lnTo>
                <a:lnTo>
                  <a:pt x="72983" y="368252"/>
                </a:lnTo>
                <a:lnTo>
                  <a:pt x="38753" y="347943"/>
                </a:lnTo>
                <a:lnTo>
                  <a:pt x="13460" y="317187"/>
                </a:lnTo>
                <a:lnTo>
                  <a:pt x="0" y="278465"/>
                </a:lnTo>
                <a:lnTo>
                  <a:pt x="873" y="241940"/>
                </a:lnTo>
                <a:lnTo>
                  <a:pt x="978" y="237530"/>
                </a:lnTo>
                <a:lnTo>
                  <a:pt x="15627" y="200521"/>
                </a:lnTo>
                <a:lnTo>
                  <a:pt x="41973" y="170693"/>
                </a:lnTo>
                <a:lnTo>
                  <a:pt x="78041" y="151299"/>
                </a:lnTo>
                <a:lnTo>
                  <a:pt x="78041" y="89726"/>
                </a:lnTo>
                <a:lnTo>
                  <a:pt x="150134" y="89726"/>
                </a:lnTo>
                <a:lnTo>
                  <a:pt x="150134" y="151598"/>
                </a:lnTo>
                <a:lnTo>
                  <a:pt x="186067" y="171223"/>
                </a:lnTo>
                <a:lnTo>
                  <a:pt x="208407" y="196868"/>
                </a:lnTo>
                <a:lnTo>
                  <a:pt x="113681" y="196868"/>
                </a:lnTo>
                <a:lnTo>
                  <a:pt x="101346" y="198069"/>
                </a:lnTo>
                <a:lnTo>
                  <a:pt x="57345" y="230762"/>
                </a:lnTo>
                <a:lnTo>
                  <a:pt x="50173" y="266706"/>
                </a:lnTo>
                <a:lnTo>
                  <a:pt x="54722" y="285055"/>
                </a:lnTo>
                <a:lnTo>
                  <a:pt x="64482" y="301267"/>
                </a:lnTo>
                <a:lnTo>
                  <a:pt x="78249" y="313696"/>
                </a:lnTo>
                <a:lnTo>
                  <a:pt x="94992" y="321657"/>
                </a:lnTo>
                <a:lnTo>
                  <a:pt x="113681" y="324463"/>
                </a:lnTo>
                <a:lnTo>
                  <a:pt x="207990" y="324463"/>
                </a:lnTo>
                <a:lnTo>
                  <a:pt x="188134" y="348333"/>
                </a:lnTo>
                <a:lnTo>
                  <a:pt x="153902" y="368410"/>
                </a:lnTo>
                <a:lnTo>
                  <a:pt x="113681" y="375637"/>
                </a:lnTo>
                <a:close/>
              </a:path>
              <a:path w="227329" h="375919">
                <a:moveTo>
                  <a:pt x="207990" y="324463"/>
                </a:moveTo>
                <a:lnTo>
                  <a:pt x="113681" y="324463"/>
                </a:lnTo>
                <a:lnTo>
                  <a:pt x="138491" y="319410"/>
                </a:lnTo>
                <a:lnTo>
                  <a:pt x="158745" y="305737"/>
                </a:lnTo>
                <a:lnTo>
                  <a:pt x="172404" y="285478"/>
                </a:lnTo>
                <a:lnTo>
                  <a:pt x="177431" y="260665"/>
                </a:lnTo>
                <a:lnTo>
                  <a:pt x="174632" y="241940"/>
                </a:lnTo>
                <a:lnTo>
                  <a:pt x="137788" y="201628"/>
                </a:lnTo>
                <a:lnTo>
                  <a:pt x="121895" y="196868"/>
                </a:lnTo>
                <a:lnTo>
                  <a:pt x="208407" y="196868"/>
                </a:lnTo>
                <a:lnTo>
                  <a:pt x="212200" y="201222"/>
                </a:lnTo>
                <a:lnTo>
                  <a:pt x="226565" y="238329"/>
                </a:lnTo>
                <a:lnTo>
                  <a:pt x="227179" y="278465"/>
                </a:lnTo>
                <a:lnTo>
                  <a:pt x="227191" y="279278"/>
                </a:lnTo>
                <a:lnTo>
                  <a:pt x="213517" y="317819"/>
                </a:lnTo>
                <a:lnTo>
                  <a:pt x="207990" y="324463"/>
                </a:lnTo>
                <a:close/>
              </a:path>
            </a:pathLst>
          </a:custGeom>
          <a:solidFill>
            <a:srgbClr val="A5B7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084959" y="2364533"/>
            <a:ext cx="338455" cy="170180"/>
          </a:xfrm>
          <a:custGeom>
            <a:avLst/>
            <a:gdLst/>
            <a:ahLst/>
            <a:cxnLst/>
            <a:rect l="l" t="t" r="r" b="b"/>
            <a:pathLst>
              <a:path w="338454" h="170180">
                <a:moveTo>
                  <a:pt x="0" y="169569"/>
                </a:moveTo>
                <a:lnTo>
                  <a:pt x="5926" y="124689"/>
                </a:lnTo>
                <a:lnTo>
                  <a:pt x="22882" y="84283"/>
                </a:lnTo>
                <a:lnTo>
                  <a:pt x="49245" y="49981"/>
                </a:lnTo>
                <a:lnTo>
                  <a:pt x="83396" y="23414"/>
                </a:lnTo>
                <a:lnTo>
                  <a:pt x="123713" y="6210"/>
                </a:lnTo>
                <a:lnTo>
                  <a:pt x="168574" y="0"/>
                </a:lnTo>
                <a:lnTo>
                  <a:pt x="169088" y="0"/>
                </a:lnTo>
                <a:lnTo>
                  <a:pt x="218757" y="7457"/>
                </a:lnTo>
                <a:lnTo>
                  <a:pt x="262618" y="28336"/>
                </a:lnTo>
                <a:lnTo>
                  <a:pt x="298424" y="60399"/>
                </a:lnTo>
                <a:lnTo>
                  <a:pt x="323929" y="101407"/>
                </a:lnTo>
                <a:lnTo>
                  <a:pt x="337190" y="151265"/>
                </a:lnTo>
                <a:lnTo>
                  <a:pt x="338134" y="168542"/>
                </a:lnTo>
                <a:lnTo>
                  <a:pt x="310195" y="168628"/>
                </a:lnTo>
                <a:lnTo>
                  <a:pt x="302792" y="124209"/>
                </a:lnTo>
                <a:lnTo>
                  <a:pt x="282702" y="85635"/>
                </a:lnTo>
                <a:lnTo>
                  <a:pt x="252173" y="55219"/>
                </a:lnTo>
                <a:lnTo>
                  <a:pt x="213538" y="35274"/>
                </a:lnTo>
                <a:lnTo>
                  <a:pt x="169130" y="28111"/>
                </a:lnTo>
                <a:lnTo>
                  <a:pt x="168617" y="28111"/>
                </a:lnTo>
                <a:lnTo>
                  <a:pt x="124144" y="35416"/>
                </a:lnTo>
                <a:lnTo>
                  <a:pt x="85519" y="55560"/>
                </a:lnTo>
                <a:lnTo>
                  <a:pt x="55080" y="86193"/>
                </a:lnTo>
                <a:lnTo>
                  <a:pt x="35165" y="124965"/>
                </a:lnTo>
                <a:lnTo>
                  <a:pt x="28109" y="169526"/>
                </a:lnTo>
                <a:lnTo>
                  <a:pt x="0" y="169569"/>
                </a:lnTo>
                <a:close/>
              </a:path>
            </a:pathLst>
          </a:custGeom>
          <a:solidFill>
            <a:srgbClr val="667E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934130" y="2655804"/>
            <a:ext cx="321310" cy="125095"/>
          </a:xfrm>
          <a:custGeom>
            <a:avLst/>
            <a:gdLst/>
            <a:ahLst/>
            <a:cxnLst/>
            <a:rect l="l" t="t" r="r" b="b"/>
            <a:pathLst>
              <a:path w="321309" h="125094">
                <a:moveTo>
                  <a:pt x="258322" y="125050"/>
                </a:moveTo>
                <a:lnTo>
                  <a:pt x="62525" y="125050"/>
                </a:lnTo>
                <a:lnTo>
                  <a:pt x="38187" y="120137"/>
                </a:lnTo>
                <a:lnTo>
                  <a:pt x="18313" y="106737"/>
                </a:lnTo>
                <a:lnTo>
                  <a:pt x="4913" y="86862"/>
                </a:lnTo>
                <a:lnTo>
                  <a:pt x="0" y="62525"/>
                </a:lnTo>
                <a:lnTo>
                  <a:pt x="4830" y="38598"/>
                </a:lnTo>
                <a:lnTo>
                  <a:pt x="4913" y="38187"/>
                </a:lnTo>
                <a:lnTo>
                  <a:pt x="18313" y="18313"/>
                </a:lnTo>
                <a:lnTo>
                  <a:pt x="38187" y="4913"/>
                </a:lnTo>
                <a:lnTo>
                  <a:pt x="62525" y="0"/>
                </a:lnTo>
                <a:lnTo>
                  <a:pt x="258322" y="0"/>
                </a:lnTo>
                <a:lnTo>
                  <a:pt x="302534" y="18313"/>
                </a:lnTo>
                <a:lnTo>
                  <a:pt x="320847" y="62525"/>
                </a:lnTo>
                <a:lnTo>
                  <a:pt x="315934" y="86862"/>
                </a:lnTo>
                <a:lnTo>
                  <a:pt x="302534" y="106737"/>
                </a:lnTo>
                <a:lnTo>
                  <a:pt x="282660" y="120137"/>
                </a:lnTo>
                <a:lnTo>
                  <a:pt x="258322" y="125050"/>
                </a:lnTo>
                <a:close/>
              </a:path>
            </a:pathLst>
          </a:custGeom>
          <a:solidFill>
            <a:srgbClr val="869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1672697" y="2655804"/>
            <a:ext cx="321310" cy="125095"/>
          </a:xfrm>
          <a:custGeom>
            <a:avLst/>
            <a:gdLst/>
            <a:ahLst/>
            <a:cxnLst/>
            <a:rect l="l" t="t" r="r" b="b"/>
            <a:pathLst>
              <a:path w="321310" h="125094">
                <a:moveTo>
                  <a:pt x="258322" y="125050"/>
                </a:moveTo>
                <a:lnTo>
                  <a:pt x="62525" y="125050"/>
                </a:lnTo>
                <a:lnTo>
                  <a:pt x="38187" y="120137"/>
                </a:lnTo>
                <a:lnTo>
                  <a:pt x="18313" y="106737"/>
                </a:lnTo>
                <a:lnTo>
                  <a:pt x="4913" y="86862"/>
                </a:lnTo>
                <a:lnTo>
                  <a:pt x="0" y="62525"/>
                </a:lnTo>
                <a:lnTo>
                  <a:pt x="4830" y="38598"/>
                </a:lnTo>
                <a:lnTo>
                  <a:pt x="4913" y="38187"/>
                </a:lnTo>
                <a:lnTo>
                  <a:pt x="18313" y="18313"/>
                </a:lnTo>
                <a:lnTo>
                  <a:pt x="38187" y="4913"/>
                </a:lnTo>
                <a:lnTo>
                  <a:pt x="62525" y="0"/>
                </a:lnTo>
                <a:lnTo>
                  <a:pt x="258322" y="0"/>
                </a:lnTo>
                <a:lnTo>
                  <a:pt x="302534" y="18313"/>
                </a:lnTo>
                <a:lnTo>
                  <a:pt x="320847" y="62525"/>
                </a:lnTo>
                <a:lnTo>
                  <a:pt x="315934" y="86862"/>
                </a:lnTo>
                <a:lnTo>
                  <a:pt x="302534" y="106737"/>
                </a:lnTo>
                <a:lnTo>
                  <a:pt x="282660" y="120137"/>
                </a:lnTo>
                <a:lnTo>
                  <a:pt x="258322" y="125050"/>
                </a:lnTo>
                <a:close/>
              </a:path>
            </a:pathLst>
          </a:custGeom>
          <a:solidFill>
            <a:srgbClr val="869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094553" y="2526600"/>
            <a:ext cx="739140" cy="129539"/>
          </a:xfrm>
          <a:custGeom>
            <a:avLst/>
            <a:gdLst/>
            <a:ahLst/>
            <a:cxnLst/>
            <a:rect l="l" t="t" r="r" b="b"/>
            <a:pathLst>
              <a:path w="739139" h="129539">
                <a:moveTo>
                  <a:pt x="369283" y="0"/>
                </a:moveTo>
                <a:lnTo>
                  <a:pt x="369283" y="64559"/>
                </a:lnTo>
                <a:lnTo>
                  <a:pt x="738568" y="64559"/>
                </a:lnTo>
                <a:lnTo>
                  <a:pt x="738568" y="129204"/>
                </a:lnTo>
              </a:path>
              <a:path w="739139" h="129539">
                <a:moveTo>
                  <a:pt x="0" y="129204"/>
                </a:moveTo>
                <a:lnTo>
                  <a:pt x="0" y="64645"/>
                </a:lnTo>
                <a:lnTo>
                  <a:pt x="369284" y="64645"/>
                </a:lnTo>
                <a:lnTo>
                  <a:pt x="369284" y="0"/>
                </a:lnTo>
              </a:path>
            </a:pathLst>
          </a:custGeom>
          <a:ln w="9524">
            <a:solidFill>
              <a:srgbClr val="C1C1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138517" y="2421740"/>
            <a:ext cx="229235" cy="377190"/>
          </a:xfrm>
          <a:custGeom>
            <a:avLst/>
            <a:gdLst/>
            <a:ahLst/>
            <a:cxnLst/>
            <a:rect l="l" t="t" r="r" b="b"/>
            <a:pathLst>
              <a:path w="229234" h="377189">
                <a:moveTo>
                  <a:pt x="149801" y="286895"/>
                </a:moveTo>
                <a:lnTo>
                  <a:pt x="77792" y="286895"/>
                </a:lnTo>
                <a:lnTo>
                  <a:pt x="77792" y="224124"/>
                </a:lnTo>
                <a:lnTo>
                  <a:pt x="49346" y="210037"/>
                </a:lnTo>
                <a:lnTo>
                  <a:pt x="9509" y="162816"/>
                </a:lnTo>
                <a:lnTo>
                  <a:pt x="27" y="102595"/>
                </a:lnTo>
                <a:lnTo>
                  <a:pt x="0" y="100626"/>
                </a:lnTo>
                <a:lnTo>
                  <a:pt x="8047" y="70498"/>
                </a:lnTo>
                <a:lnTo>
                  <a:pt x="46816" y="21736"/>
                </a:lnTo>
                <a:lnTo>
                  <a:pt x="96435" y="1368"/>
                </a:lnTo>
                <a:lnTo>
                  <a:pt x="114160" y="0"/>
                </a:lnTo>
                <a:lnTo>
                  <a:pt x="127565" y="780"/>
                </a:lnTo>
                <a:lnTo>
                  <a:pt x="166530" y="12622"/>
                </a:lnTo>
                <a:lnTo>
                  <a:pt x="209162" y="51217"/>
                </a:lnTo>
                <a:lnTo>
                  <a:pt x="114117" y="51217"/>
                </a:lnTo>
                <a:lnTo>
                  <a:pt x="101782" y="52418"/>
                </a:lnTo>
                <a:lnTo>
                  <a:pt x="57765" y="85136"/>
                </a:lnTo>
                <a:lnTo>
                  <a:pt x="50622" y="121097"/>
                </a:lnTo>
                <a:lnTo>
                  <a:pt x="55201" y="139446"/>
                </a:lnTo>
                <a:lnTo>
                  <a:pt x="64937" y="155658"/>
                </a:lnTo>
                <a:lnTo>
                  <a:pt x="78691" y="168088"/>
                </a:lnTo>
                <a:lnTo>
                  <a:pt x="95430" y="176048"/>
                </a:lnTo>
                <a:lnTo>
                  <a:pt x="114117" y="178854"/>
                </a:lnTo>
                <a:lnTo>
                  <a:pt x="209077" y="178854"/>
                </a:lnTo>
                <a:lnTo>
                  <a:pt x="207192" y="182534"/>
                </a:lnTo>
                <a:lnTo>
                  <a:pt x="182140" y="207720"/>
                </a:lnTo>
                <a:lnTo>
                  <a:pt x="149801" y="224338"/>
                </a:lnTo>
                <a:lnTo>
                  <a:pt x="149801" y="286895"/>
                </a:lnTo>
                <a:close/>
              </a:path>
              <a:path w="229234" h="377189">
                <a:moveTo>
                  <a:pt x="209077" y="178854"/>
                </a:moveTo>
                <a:lnTo>
                  <a:pt x="114117" y="178854"/>
                </a:lnTo>
                <a:lnTo>
                  <a:pt x="138928" y="173802"/>
                </a:lnTo>
                <a:lnTo>
                  <a:pt x="159187" y="160129"/>
                </a:lnTo>
                <a:lnTo>
                  <a:pt x="172859" y="139870"/>
                </a:lnTo>
                <a:lnTo>
                  <a:pt x="177911" y="115057"/>
                </a:lnTo>
                <a:lnTo>
                  <a:pt x="175105" y="96331"/>
                </a:lnTo>
                <a:lnTo>
                  <a:pt x="138324" y="55977"/>
                </a:lnTo>
                <a:lnTo>
                  <a:pt x="122332" y="51217"/>
                </a:lnTo>
                <a:lnTo>
                  <a:pt x="209162" y="51217"/>
                </a:lnTo>
                <a:lnTo>
                  <a:pt x="212235" y="54982"/>
                </a:lnTo>
                <a:lnTo>
                  <a:pt x="224747" y="83564"/>
                </a:lnTo>
                <a:lnTo>
                  <a:pt x="229125" y="115057"/>
                </a:lnTo>
                <a:lnTo>
                  <a:pt x="223379" y="150930"/>
                </a:lnTo>
                <a:lnTo>
                  <a:pt x="209077" y="178854"/>
                </a:lnTo>
                <a:close/>
              </a:path>
              <a:path w="229234" h="377189">
                <a:moveTo>
                  <a:pt x="113818" y="376579"/>
                </a:moveTo>
                <a:lnTo>
                  <a:pt x="43008" y="286895"/>
                </a:lnTo>
                <a:lnTo>
                  <a:pt x="184671" y="286895"/>
                </a:lnTo>
                <a:lnTo>
                  <a:pt x="113818" y="376579"/>
                </a:lnTo>
                <a:close/>
              </a:path>
            </a:pathLst>
          </a:custGeom>
          <a:solidFill>
            <a:srgbClr val="667E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57809" y="2910065"/>
            <a:ext cx="673735" cy="125095"/>
          </a:xfrm>
          <a:custGeom>
            <a:avLst/>
            <a:gdLst/>
            <a:ahLst/>
            <a:cxnLst/>
            <a:rect l="l" t="t" r="r" b="b"/>
            <a:pathLst>
              <a:path w="673735" h="125094">
                <a:moveTo>
                  <a:pt x="320840" y="62522"/>
                </a:moveTo>
                <a:lnTo>
                  <a:pt x="302526" y="18313"/>
                </a:lnTo>
                <a:lnTo>
                  <a:pt x="258318" y="0"/>
                </a:lnTo>
                <a:lnTo>
                  <a:pt x="62522" y="0"/>
                </a:lnTo>
                <a:lnTo>
                  <a:pt x="18313" y="18313"/>
                </a:lnTo>
                <a:lnTo>
                  <a:pt x="0" y="62522"/>
                </a:lnTo>
                <a:lnTo>
                  <a:pt x="4914" y="86868"/>
                </a:lnTo>
                <a:lnTo>
                  <a:pt x="18313" y="106743"/>
                </a:lnTo>
                <a:lnTo>
                  <a:pt x="38188" y="120142"/>
                </a:lnTo>
                <a:lnTo>
                  <a:pt x="62522" y="125056"/>
                </a:lnTo>
                <a:lnTo>
                  <a:pt x="258318" y="125056"/>
                </a:lnTo>
                <a:lnTo>
                  <a:pt x="282651" y="120142"/>
                </a:lnTo>
                <a:lnTo>
                  <a:pt x="302526" y="106743"/>
                </a:lnTo>
                <a:lnTo>
                  <a:pt x="315925" y="86868"/>
                </a:lnTo>
                <a:lnTo>
                  <a:pt x="320840" y="62522"/>
                </a:lnTo>
                <a:close/>
              </a:path>
              <a:path w="673735" h="125094">
                <a:moveTo>
                  <a:pt x="673481" y="62522"/>
                </a:moveTo>
                <a:lnTo>
                  <a:pt x="655167" y="18313"/>
                </a:lnTo>
                <a:lnTo>
                  <a:pt x="610958" y="0"/>
                </a:lnTo>
                <a:lnTo>
                  <a:pt x="415163" y="0"/>
                </a:lnTo>
                <a:lnTo>
                  <a:pt x="390817" y="4914"/>
                </a:lnTo>
                <a:lnTo>
                  <a:pt x="370941" y="18313"/>
                </a:lnTo>
                <a:lnTo>
                  <a:pt x="357543" y="38188"/>
                </a:lnTo>
                <a:lnTo>
                  <a:pt x="357466" y="38595"/>
                </a:lnTo>
                <a:lnTo>
                  <a:pt x="352628" y="62522"/>
                </a:lnTo>
                <a:lnTo>
                  <a:pt x="357543" y="86868"/>
                </a:lnTo>
                <a:lnTo>
                  <a:pt x="370941" y="106743"/>
                </a:lnTo>
                <a:lnTo>
                  <a:pt x="390817" y="120142"/>
                </a:lnTo>
                <a:lnTo>
                  <a:pt x="415163" y="125056"/>
                </a:lnTo>
                <a:lnTo>
                  <a:pt x="610958" y="125056"/>
                </a:lnTo>
                <a:lnTo>
                  <a:pt x="635292" y="120142"/>
                </a:lnTo>
                <a:lnTo>
                  <a:pt x="655167" y="106743"/>
                </a:lnTo>
                <a:lnTo>
                  <a:pt x="668566" y="86868"/>
                </a:lnTo>
                <a:lnTo>
                  <a:pt x="673481" y="62522"/>
                </a:lnTo>
                <a:close/>
              </a:path>
            </a:pathLst>
          </a:custGeom>
          <a:solidFill>
            <a:srgbClr val="CED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918235" y="2780855"/>
            <a:ext cx="353060" cy="129539"/>
          </a:xfrm>
          <a:custGeom>
            <a:avLst/>
            <a:gdLst/>
            <a:ahLst/>
            <a:cxnLst/>
            <a:rect l="l" t="t" r="r" b="b"/>
            <a:pathLst>
              <a:path w="353059" h="129539">
                <a:moveTo>
                  <a:pt x="176318" y="0"/>
                </a:moveTo>
                <a:lnTo>
                  <a:pt x="176318" y="64559"/>
                </a:lnTo>
                <a:lnTo>
                  <a:pt x="352606" y="64559"/>
                </a:lnTo>
                <a:lnTo>
                  <a:pt x="352606" y="129204"/>
                </a:lnTo>
              </a:path>
              <a:path w="353059" h="129539">
                <a:moveTo>
                  <a:pt x="0" y="129204"/>
                </a:moveTo>
                <a:lnTo>
                  <a:pt x="0" y="64645"/>
                </a:lnTo>
                <a:lnTo>
                  <a:pt x="176287" y="64645"/>
                </a:lnTo>
                <a:lnTo>
                  <a:pt x="176287" y="0"/>
                </a:lnTo>
              </a:path>
            </a:pathLst>
          </a:custGeom>
          <a:ln w="9524">
            <a:solidFill>
              <a:srgbClr val="C1C1C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1496377" y="2910065"/>
            <a:ext cx="673735" cy="125095"/>
          </a:xfrm>
          <a:custGeom>
            <a:avLst/>
            <a:gdLst/>
            <a:ahLst/>
            <a:cxnLst/>
            <a:rect l="l" t="t" r="r" b="b"/>
            <a:pathLst>
              <a:path w="673735" h="125094">
                <a:moveTo>
                  <a:pt x="320840" y="62522"/>
                </a:moveTo>
                <a:lnTo>
                  <a:pt x="302526" y="18313"/>
                </a:lnTo>
                <a:lnTo>
                  <a:pt x="258318" y="0"/>
                </a:lnTo>
                <a:lnTo>
                  <a:pt x="62522" y="0"/>
                </a:lnTo>
                <a:lnTo>
                  <a:pt x="18313" y="18313"/>
                </a:lnTo>
                <a:lnTo>
                  <a:pt x="0" y="62522"/>
                </a:lnTo>
                <a:lnTo>
                  <a:pt x="4914" y="86868"/>
                </a:lnTo>
                <a:lnTo>
                  <a:pt x="18313" y="106743"/>
                </a:lnTo>
                <a:lnTo>
                  <a:pt x="38188" y="120142"/>
                </a:lnTo>
                <a:lnTo>
                  <a:pt x="62522" y="125056"/>
                </a:lnTo>
                <a:lnTo>
                  <a:pt x="258318" y="125056"/>
                </a:lnTo>
                <a:lnTo>
                  <a:pt x="282651" y="120142"/>
                </a:lnTo>
                <a:lnTo>
                  <a:pt x="302526" y="106743"/>
                </a:lnTo>
                <a:lnTo>
                  <a:pt x="315925" y="86868"/>
                </a:lnTo>
                <a:lnTo>
                  <a:pt x="320840" y="62522"/>
                </a:lnTo>
                <a:close/>
              </a:path>
              <a:path w="673735" h="125094">
                <a:moveTo>
                  <a:pt x="673481" y="62522"/>
                </a:moveTo>
                <a:lnTo>
                  <a:pt x="655167" y="18313"/>
                </a:lnTo>
                <a:lnTo>
                  <a:pt x="610958" y="0"/>
                </a:lnTo>
                <a:lnTo>
                  <a:pt x="415163" y="0"/>
                </a:lnTo>
                <a:lnTo>
                  <a:pt x="390817" y="4914"/>
                </a:lnTo>
                <a:lnTo>
                  <a:pt x="370941" y="18313"/>
                </a:lnTo>
                <a:lnTo>
                  <a:pt x="357543" y="38188"/>
                </a:lnTo>
                <a:lnTo>
                  <a:pt x="357466" y="38595"/>
                </a:lnTo>
                <a:lnTo>
                  <a:pt x="352628" y="62522"/>
                </a:lnTo>
                <a:lnTo>
                  <a:pt x="357543" y="86868"/>
                </a:lnTo>
                <a:lnTo>
                  <a:pt x="370941" y="106743"/>
                </a:lnTo>
                <a:lnTo>
                  <a:pt x="390817" y="120142"/>
                </a:lnTo>
                <a:lnTo>
                  <a:pt x="415163" y="125056"/>
                </a:lnTo>
                <a:lnTo>
                  <a:pt x="610958" y="125056"/>
                </a:lnTo>
                <a:lnTo>
                  <a:pt x="635292" y="120142"/>
                </a:lnTo>
                <a:lnTo>
                  <a:pt x="655167" y="106743"/>
                </a:lnTo>
                <a:lnTo>
                  <a:pt x="668566" y="86868"/>
                </a:lnTo>
                <a:lnTo>
                  <a:pt x="673481" y="62522"/>
                </a:lnTo>
                <a:close/>
              </a:path>
            </a:pathLst>
          </a:custGeom>
          <a:solidFill>
            <a:srgbClr val="CED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1656804" y="2780855"/>
            <a:ext cx="353060" cy="129539"/>
          </a:xfrm>
          <a:custGeom>
            <a:avLst/>
            <a:gdLst/>
            <a:ahLst/>
            <a:cxnLst/>
            <a:rect l="l" t="t" r="r" b="b"/>
            <a:pathLst>
              <a:path w="353060" h="129539">
                <a:moveTo>
                  <a:pt x="176316" y="0"/>
                </a:moveTo>
                <a:lnTo>
                  <a:pt x="176316" y="64559"/>
                </a:lnTo>
                <a:lnTo>
                  <a:pt x="352667" y="64559"/>
                </a:lnTo>
                <a:lnTo>
                  <a:pt x="352667" y="129204"/>
                </a:lnTo>
              </a:path>
              <a:path w="353060" h="129539">
                <a:moveTo>
                  <a:pt x="0" y="129204"/>
                </a:moveTo>
                <a:lnTo>
                  <a:pt x="0" y="64645"/>
                </a:lnTo>
                <a:lnTo>
                  <a:pt x="176287" y="64645"/>
                </a:lnTo>
                <a:lnTo>
                  <a:pt x="176287" y="0"/>
                </a:lnTo>
              </a:path>
            </a:pathLst>
          </a:custGeom>
          <a:ln w="9524">
            <a:solidFill>
              <a:srgbClr val="C1C1C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9" name="object 199"/>
          <p:cNvGrpSpPr/>
          <p:nvPr/>
        </p:nvGrpSpPr>
        <p:grpSpPr>
          <a:xfrm>
            <a:off x="2253297" y="2249682"/>
            <a:ext cx="948690" cy="935990"/>
            <a:chOff x="2253297" y="2249682"/>
            <a:chExt cx="948690" cy="935990"/>
          </a:xfrm>
        </p:grpSpPr>
        <p:sp>
          <p:nvSpPr>
            <p:cNvPr id="200" name="object 200"/>
            <p:cNvSpPr/>
            <p:nvPr/>
          </p:nvSpPr>
          <p:spPr>
            <a:xfrm>
              <a:off x="2418070" y="2620699"/>
              <a:ext cx="619760" cy="193675"/>
            </a:xfrm>
            <a:custGeom>
              <a:avLst/>
              <a:gdLst/>
              <a:ahLst/>
              <a:cxnLst/>
              <a:rect l="l" t="t" r="r" b="b"/>
              <a:pathLst>
                <a:path w="619760" h="193675">
                  <a:moveTo>
                    <a:pt x="522479" y="193348"/>
                  </a:moveTo>
                  <a:lnTo>
                    <a:pt x="96676" y="193348"/>
                  </a:lnTo>
                  <a:lnTo>
                    <a:pt x="59044" y="185751"/>
                  </a:lnTo>
                  <a:lnTo>
                    <a:pt x="28314" y="165033"/>
                  </a:lnTo>
                  <a:lnTo>
                    <a:pt x="7596" y="134303"/>
                  </a:lnTo>
                  <a:lnTo>
                    <a:pt x="0" y="96671"/>
                  </a:lnTo>
                  <a:lnTo>
                    <a:pt x="7596" y="59042"/>
                  </a:lnTo>
                  <a:lnTo>
                    <a:pt x="28314" y="28314"/>
                  </a:lnTo>
                  <a:lnTo>
                    <a:pt x="59044" y="7596"/>
                  </a:lnTo>
                  <a:lnTo>
                    <a:pt x="96676" y="0"/>
                  </a:lnTo>
                  <a:lnTo>
                    <a:pt x="522479" y="0"/>
                  </a:lnTo>
                  <a:lnTo>
                    <a:pt x="560111" y="7596"/>
                  </a:lnTo>
                  <a:lnTo>
                    <a:pt x="590840" y="28314"/>
                  </a:lnTo>
                  <a:lnTo>
                    <a:pt x="611558" y="59042"/>
                  </a:lnTo>
                  <a:lnTo>
                    <a:pt x="619155" y="96671"/>
                  </a:lnTo>
                  <a:lnTo>
                    <a:pt x="611558" y="134303"/>
                  </a:lnTo>
                  <a:lnTo>
                    <a:pt x="590840" y="165033"/>
                  </a:lnTo>
                  <a:lnTo>
                    <a:pt x="560111" y="185751"/>
                  </a:lnTo>
                  <a:lnTo>
                    <a:pt x="522479" y="193348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2373234" y="2583327"/>
              <a:ext cx="248920" cy="268605"/>
            </a:xfrm>
            <a:custGeom>
              <a:avLst/>
              <a:gdLst/>
              <a:ahLst/>
              <a:cxnLst/>
              <a:rect l="l" t="t" r="r" b="b"/>
              <a:pathLst>
                <a:path w="248919" h="268605">
                  <a:moveTo>
                    <a:pt x="248481" y="268095"/>
                  </a:moveTo>
                  <a:lnTo>
                    <a:pt x="134044" y="268095"/>
                  </a:lnTo>
                  <a:lnTo>
                    <a:pt x="91721" y="261249"/>
                  </a:lnTo>
                  <a:lnTo>
                    <a:pt x="54930" y="242196"/>
                  </a:lnTo>
                  <a:lnTo>
                    <a:pt x="25896" y="213161"/>
                  </a:lnTo>
                  <a:lnTo>
                    <a:pt x="6845" y="176368"/>
                  </a:lnTo>
                  <a:lnTo>
                    <a:pt x="0" y="134044"/>
                  </a:lnTo>
                  <a:lnTo>
                    <a:pt x="6845" y="91725"/>
                  </a:lnTo>
                  <a:lnTo>
                    <a:pt x="25896" y="54935"/>
                  </a:lnTo>
                  <a:lnTo>
                    <a:pt x="54930" y="25899"/>
                  </a:lnTo>
                  <a:lnTo>
                    <a:pt x="91721" y="6846"/>
                  </a:lnTo>
                  <a:lnTo>
                    <a:pt x="134044" y="0"/>
                  </a:lnTo>
                  <a:lnTo>
                    <a:pt x="248481" y="0"/>
                  </a:lnTo>
                  <a:lnTo>
                    <a:pt x="248481" y="7734"/>
                  </a:lnTo>
                  <a:lnTo>
                    <a:pt x="134044" y="7734"/>
                  </a:lnTo>
                  <a:lnTo>
                    <a:pt x="84931" y="17676"/>
                  </a:lnTo>
                  <a:lnTo>
                    <a:pt x="44776" y="44772"/>
                  </a:lnTo>
                  <a:lnTo>
                    <a:pt x="17678" y="84926"/>
                  </a:lnTo>
                  <a:lnTo>
                    <a:pt x="7734" y="134044"/>
                  </a:lnTo>
                  <a:lnTo>
                    <a:pt x="17678" y="183163"/>
                  </a:lnTo>
                  <a:lnTo>
                    <a:pt x="44776" y="223314"/>
                  </a:lnTo>
                  <a:lnTo>
                    <a:pt x="84931" y="250404"/>
                  </a:lnTo>
                  <a:lnTo>
                    <a:pt x="134044" y="260344"/>
                  </a:lnTo>
                  <a:lnTo>
                    <a:pt x="248481" y="260344"/>
                  </a:lnTo>
                  <a:lnTo>
                    <a:pt x="248481" y="268095"/>
                  </a:lnTo>
                  <a:close/>
                </a:path>
              </a:pathLst>
            </a:custGeom>
            <a:solidFill>
              <a:srgbClr val="9697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2382901" y="2846082"/>
              <a:ext cx="689610" cy="99695"/>
            </a:xfrm>
            <a:custGeom>
              <a:avLst/>
              <a:gdLst/>
              <a:ahLst/>
              <a:cxnLst/>
              <a:rect l="l" t="t" r="r" b="b"/>
              <a:pathLst>
                <a:path w="689610" h="99694">
                  <a:moveTo>
                    <a:pt x="287210" y="749"/>
                  </a:moveTo>
                  <a:lnTo>
                    <a:pt x="286626" y="165"/>
                  </a:lnTo>
                  <a:lnTo>
                    <a:pt x="285915" y="165"/>
                  </a:lnTo>
                  <a:lnTo>
                    <a:pt x="285203" y="165"/>
                  </a:lnTo>
                  <a:lnTo>
                    <a:pt x="284632" y="749"/>
                  </a:lnTo>
                  <a:lnTo>
                    <a:pt x="284632" y="28244"/>
                  </a:lnTo>
                  <a:lnTo>
                    <a:pt x="282143" y="40576"/>
                  </a:lnTo>
                  <a:lnTo>
                    <a:pt x="275336" y="50647"/>
                  </a:lnTo>
                  <a:lnTo>
                    <a:pt x="265264" y="57442"/>
                  </a:lnTo>
                  <a:lnTo>
                    <a:pt x="252945" y="59931"/>
                  </a:lnTo>
                  <a:lnTo>
                    <a:pt x="38277" y="59931"/>
                  </a:lnTo>
                  <a:lnTo>
                    <a:pt x="23380" y="62953"/>
                  </a:lnTo>
                  <a:lnTo>
                    <a:pt x="11214" y="71158"/>
                  </a:lnTo>
                  <a:lnTo>
                    <a:pt x="3009" y="83337"/>
                  </a:lnTo>
                  <a:lnTo>
                    <a:pt x="0" y="98209"/>
                  </a:lnTo>
                  <a:lnTo>
                    <a:pt x="0" y="98920"/>
                  </a:lnTo>
                  <a:lnTo>
                    <a:pt x="571" y="99504"/>
                  </a:lnTo>
                  <a:lnTo>
                    <a:pt x="1993" y="99504"/>
                  </a:lnTo>
                  <a:lnTo>
                    <a:pt x="2578" y="98920"/>
                  </a:lnTo>
                  <a:lnTo>
                    <a:pt x="2578" y="98209"/>
                  </a:lnTo>
                  <a:lnTo>
                    <a:pt x="5384" y="84328"/>
                  </a:lnTo>
                  <a:lnTo>
                    <a:pt x="13042" y="72986"/>
                  </a:lnTo>
                  <a:lnTo>
                    <a:pt x="24384" y="65328"/>
                  </a:lnTo>
                  <a:lnTo>
                    <a:pt x="38252" y="62509"/>
                  </a:lnTo>
                  <a:lnTo>
                    <a:pt x="252933" y="62509"/>
                  </a:lnTo>
                  <a:lnTo>
                    <a:pt x="266255" y="59817"/>
                  </a:lnTo>
                  <a:lnTo>
                    <a:pt x="277152" y="52463"/>
                  </a:lnTo>
                  <a:lnTo>
                    <a:pt x="284505" y="41579"/>
                  </a:lnTo>
                  <a:lnTo>
                    <a:pt x="287210" y="28244"/>
                  </a:lnTo>
                  <a:lnTo>
                    <a:pt x="287210" y="749"/>
                  </a:lnTo>
                  <a:close/>
                </a:path>
                <a:path w="689610" h="99694">
                  <a:moveTo>
                    <a:pt x="346024" y="1270"/>
                  </a:moveTo>
                  <a:lnTo>
                    <a:pt x="345897" y="1270"/>
                  </a:lnTo>
                  <a:lnTo>
                    <a:pt x="345897" y="0"/>
                  </a:lnTo>
                  <a:lnTo>
                    <a:pt x="343573" y="0"/>
                  </a:lnTo>
                  <a:lnTo>
                    <a:pt x="343573" y="1270"/>
                  </a:lnTo>
                  <a:lnTo>
                    <a:pt x="343458" y="99060"/>
                  </a:lnTo>
                  <a:lnTo>
                    <a:pt x="346024" y="99060"/>
                  </a:lnTo>
                  <a:lnTo>
                    <a:pt x="346024" y="1270"/>
                  </a:lnTo>
                  <a:close/>
                </a:path>
                <a:path w="689610" h="99694">
                  <a:moveTo>
                    <a:pt x="689483" y="98209"/>
                  </a:moveTo>
                  <a:lnTo>
                    <a:pt x="686460" y="83337"/>
                  </a:lnTo>
                  <a:lnTo>
                    <a:pt x="678256" y="71158"/>
                  </a:lnTo>
                  <a:lnTo>
                    <a:pt x="666089" y="62953"/>
                  </a:lnTo>
                  <a:lnTo>
                    <a:pt x="651205" y="59931"/>
                  </a:lnTo>
                  <a:lnTo>
                    <a:pt x="436524" y="59931"/>
                  </a:lnTo>
                  <a:lnTo>
                    <a:pt x="424205" y="57442"/>
                  </a:lnTo>
                  <a:lnTo>
                    <a:pt x="414134" y="50647"/>
                  </a:lnTo>
                  <a:lnTo>
                    <a:pt x="407327" y="40576"/>
                  </a:lnTo>
                  <a:lnTo>
                    <a:pt x="404837" y="28244"/>
                  </a:lnTo>
                  <a:lnTo>
                    <a:pt x="404837" y="749"/>
                  </a:lnTo>
                  <a:lnTo>
                    <a:pt x="404266" y="165"/>
                  </a:lnTo>
                  <a:lnTo>
                    <a:pt x="403555" y="165"/>
                  </a:lnTo>
                  <a:lnTo>
                    <a:pt x="402844" y="165"/>
                  </a:lnTo>
                  <a:lnTo>
                    <a:pt x="402272" y="749"/>
                  </a:lnTo>
                  <a:lnTo>
                    <a:pt x="402272" y="28244"/>
                  </a:lnTo>
                  <a:lnTo>
                    <a:pt x="404964" y="41579"/>
                  </a:lnTo>
                  <a:lnTo>
                    <a:pt x="412318" y="52463"/>
                  </a:lnTo>
                  <a:lnTo>
                    <a:pt x="423214" y="59817"/>
                  </a:lnTo>
                  <a:lnTo>
                    <a:pt x="436537" y="62509"/>
                  </a:lnTo>
                  <a:lnTo>
                    <a:pt x="651217" y="62509"/>
                  </a:lnTo>
                  <a:lnTo>
                    <a:pt x="665099" y="65328"/>
                  </a:lnTo>
                  <a:lnTo>
                    <a:pt x="676452" y="72986"/>
                  </a:lnTo>
                  <a:lnTo>
                    <a:pt x="684098" y="84328"/>
                  </a:lnTo>
                  <a:lnTo>
                    <a:pt x="686904" y="98209"/>
                  </a:lnTo>
                  <a:lnTo>
                    <a:pt x="686904" y="98920"/>
                  </a:lnTo>
                  <a:lnTo>
                    <a:pt x="687489" y="99504"/>
                  </a:lnTo>
                  <a:lnTo>
                    <a:pt x="688911" y="99504"/>
                  </a:lnTo>
                  <a:lnTo>
                    <a:pt x="689483" y="98920"/>
                  </a:lnTo>
                  <a:lnTo>
                    <a:pt x="689483" y="98209"/>
                  </a:lnTo>
                  <a:close/>
                </a:path>
              </a:pathLst>
            </a:custGeom>
            <a:solidFill>
              <a:srgbClr val="9FA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2253297" y="2972625"/>
              <a:ext cx="948690" cy="212725"/>
            </a:xfrm>
            <a:custGeom>
              <a:avLst/>
              <a:gdLst/>
              <a:ahLst/>
              <a:cxnLst/>
              <a:rect l="l" t="t" r="r" b="b"/>
              <a:pathLst>
                <a:path w="948689" h="212725">
                  <a:moveTo>
                    <a:pt x="261772" y="42468"/>
                  </a:moveTo>
                  <a:lnTo>
                    <a:pt x="258445" y="25933"/>
                  </a:lnTo>
                  <a:lnTo>
                    <a:pt x="249339" y="12433"/>
                  </a:lnTo>
                  <a:lnTo>
                    <a:pt x="235839" y="3340"/>
                  </a:lnTo>
                  <a:lnTo>
                    <a:pt x="219303" y="0"/>
                  </a:lnTo>
                  <a:lnTo>
                    <a:pt x="42481" y="0"/>
                  </a:lnTo>
                  <a:lnTo>
                    <a:pt x="25946" y="3340"/>
                  </a:lnTo>
                  <a:lnTo>
                    <a:pt x="12433" y="12433"/>
                  </a:lnTo>
                  <a:lnTo>
                    <a:pt x="3327" y="25933"/>
                  </a:lnTo>
                  <a:lnTo>
                    <a:pt x="0" y="42468"/>
                  </a:lnTo>
                  <a:lnTo>
                    <a:pt x="0" y="169964"/>
                  </a:lnTo>
                  <a:lnTo>
                    <a:pt x="3327" y="186499"/>
                  </a:lnTo>
                  <a:lnTo>
                    <a:pt x="12433" y="199999"/>
                  </a:lnTo>
                  <a:lnTo>
                    <a:pt x="25946" y="209092"/>
                  </a:lnTo>
                  <a:lnTo>
                    <a:pt x="42481" y="212432"/>
                  </a:lnTo>
                  <a:lnTo>
                    <a:pt x="219303" y="212432"/>
                  </a:lnTo>
                  <a:lnTo>
                    <a:pt x="235839" y="209092"/>
                  </a:lnTo>
                  <a:lnTo>
                    <a:pt x="249339" y="199999"/>
                  </a:lnTo>
                  <a:lnTo>
                    <a:pt x="258445" y="186499"/>
                  </a:lnTo>
                  <a:lnTo>
                    <a:pt x="261772" y="169964"/>
                  </a:lnTo>
                  <a:lnTo>
                    <a:pt x="261772" y="42468"/>
                  </a:lnTo>
                  <a:close/>
                </a:path>
                <a:path w="948689" h="212725">
                  <a:moveTo>
                    <a:pt x="605231" y="42468"/>
                  </a:moveTo>
                  <a:lnTo>
                    <a:pt x="601903" y="25933"/>
                  </a:lnTo>
                  <a:lnTo>
                    <a:pt x="592797" y="12433"/>
                  </a:lnTo>
                  <a:lnTo>
                    <a:pt x="579285" y="3340"/>
                  </a:lnTo>
                  <a:lnTo>
                    <a:pt x="562749" y="0"/>
                  </a:lnTo>
                  <a:lnTo>
                    <a:pt x="385927" y="0"/>
                  </a:lnTo>
                  <a:lnTo>
                    <a:pt x="369392" y="3340"/>
                  </a:lnTo>
                  <a:lnTo>
                    <a:pt x="355892" y="12433"/>
                  </a:lnTo>
                  <a:lnTo>
                    <a:pt x="346786" y="25933"/>
                  </a:lnTo>
                  <a:lnTo>
                    <a:pt x="343446" y="42468"/>
                  </a:lnTo>
                  <a:lnTo>
                    <a:pt x="343446" y="169964"/>
                  </a:lnTo>
                  <a:lnTo>
                    <a:pt x="346786" y="186499"/>
                  </a:lnTo>
                  <a:lnTo>
                    <a:pt x="355892" y="199999"/>
                  </a:lnTo>
                  <a:lnTo>
                    <a:pt x="369392" y="209092"/>
                  </a:lnTo>
                  <a:lnTo>
                    <a:pt x="385927" y="212432"/>
                  </a:lnTo>
                  <a:lnTo>
                    <a:pt x="562749" y="212432"/>
                  </a:lnTo>
                  <a:lnTo>
                    <a:pt x="579285" y="209092"/>
                  </a:lnTo>
                  <a:lnTo>
                    <a:pt x="592797" y="199999"/>
                  </a:lnTo>
                  <a:lnTo>
                    <a:pt x="601903" y="186499"/>
                  </a:lnTo>
                  <a:lnTo>
                    <a:pt x="605231" y="169964"/>
                  </a:lnTo>
                  <a:lnTo>
                    <a:pt x="605231" y="42468"/>
                  </a:lnTo>
                  <a:close/>
                </a:path>
                <a:path w="948689" h="212725">
                  <a:moveTo>
                    <a:pt x="948690" y="42468"/>
                  </a:moveTo>
                  <a:lnTo>
                    <a:pt x="945349" y="25933"/>
                  </a:lnTo>
                  <a:lnTo>
                    <a:pt x="936244" y="12433"/>
                  </a:lnTo>
                  <a:lnTo>
                    <a:pt x="922743" y="3340"/>
                  </a:lnTo>
                  <a:lnTo>
                    <a:pt x="906208" y="0"/>
                  </a:lnTo>
                  <a:lnTo>
                    <a:pt x="729373" y="0"/>
                  </a:lnTo>
                  <a:lnTo>
                    <a:pt x="712838" y="3340"/>
                  </a:lnTo>
                  <a:lnTo>
                    <a:pt x="699338" y="12433"/>
                  </a:lnTo>
                  <a:lnTo>
                    <a:pt x="690232" y="25933"/>
                  </a:lnTo>
                  <a:lnTo>
                    <a:pt x="686904" y="42468"/>
                  </a:lnTo>
                  <a:lnTo>
                    <a:pt x="686904" y="169964"/>
                  </a:lnTo>
                  <a:lnTo>
                    <a:pt x="690232" y="186499"/>
                  </a:lnTo>
                  <a:lnTo>
                    <a:pt x="699338" y="199999"/>
                  </a:lnTo>
                  <a:lnTo>
                    <a:pt x="712838" y="209092"/>
                  </a:lnTo>
                  <a:lnTo>
                    <a:pt x="729373" y="212432"/>
                  </a:lnTo>
                  <a:lnTo>
                    <a:pt x="906208" y="212432"/>
                  </a:lnTo>
                  <a:lnTo>
                    <a:pt x="922743" y="209092"/>
                  </a:lnTo>
                  <a:lnTo>
                    <a:pt x="936244" y="199999"/>
                  </a:lnTo>
                  <a:lnTo>
                    <a:pt x="945349" y="186499"/>
                  </a:lnTo>
                  <a:lnTo>
                    <a:pt x="948690" y="169964"/>
                  </a:lnTo>
                  <a:lnTo>
                    <a:pt x="948690" y="42468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2375230" y="2838589"/>
              <a:ext cx="704850" cy="114935"/>
            </a:xfrm>
            <a:custGeom>
              <a:avLst/>
              <a:gdLst/>
              <a:ahLst/>
              <a:cxnLst/>
              <a:rect l="l" t="t" r="r" b="b"/>
              <a:pathLst>
                <a:path w="704850" h="114935">
                  <a:moveTo>
                    <a:pt x="17919" y="100749"/>
                  </a:moveTo>
                  <a:lnTo>
                    <a:pt x="13906" y="96748"/>
                  </a:lnTo>
                  <a:lnTo>
                    <a:pt x="8953" y="96748"/>
                  </a:lnTo>
                  <a:lnTo>
                    <a:pt x="4000" y="96748"/>
                  </a:lnTo>
                  <a:lnTo>
                    <a:pt x="0" y="100749"/>
                  </a:lnTo>
                  <a:lnTo>
                    <a:pt x="0" y="110655"/>
                  </a:lnTo>
                  <a:lnTo>
                    <a:pt x="4000" y="114668"/>
                  </a:lnTo>
                  <a:lnTo>
                    <a:pt x="13906" y="114668"/>
                  </a:lnTo>
                  <a:lnTo>
                    <a:pt x="17919" y="110655"/>
                  </a:lnTo>
                  <a:lnTo>
                    <a:pt x="17919" y="100749"/>
                  </a:lnTo>
                  <a:close/>
                </a:path>
                <a:path w="704850" h="114935">
                  <a:moveTo>
                    <a:pt x="302539" y="4000"/>
                  </a:moveTo>
                  <a:lnTo>
                    <a:pt x="298538" y="0"/>
                  </a:lnTo>
                  <a:lnTo>
                    <a:pt x="293585" y="0"/>
                  </a:lnTo>
                  <a:lnTo>
                    <a:pt x="288632" y="0"/>
                  </a:lnTo>
                  <a:lnTo>
                    <a:pt x="284619" y="4000"/>
                  </a:lnTo>
                  <a:lnTo>
                    <a:pt x="284619" y="13906"/>
                  </a:lnTo>
                  <a:lnTo>
                    <a:pt x="288632" y="17919"/>
                  </a:lnTo>
                  <a:lnTo>
                    <a:pt x="298538" y="17919"/>
                  </a:lnTo>
                  <a:lnTo>
                    <a:pt x="302539" y="13906"/>
                  </a:lnTo>
                  <a:lnTo>
                    <a:pt x="302539" y="4000"/>
                  </a:lnTo>
                  <a:close/>
                </a:path>
                <a:path w="704850" h="114935">
                  <a:moveTo>
                    <a:pt x="361365" y="100749"/>
                  </a:moveTo>
                  <a:lnTo>
                    <a:pt x="357352" y="96748"/>
                  </a:lnTo>
                  <a:lnTo>
                    <a:pt x="352412" y="96748"/>
                  </a:lnTo>
                  <a:lnTo>
                    <a:pt x="347459" y="96748"/>
                  </a:lnTo>
                  <a:lnTo>
                    <a:pt x="343458" y="100749"/>
                  </a:lnTo>
                  <a:lnTo>
                    <a:pt x="343458" y="110655"/>
                  </a:lnTo>
                  <a:lnTo>
                    <a:pt x="347459" y="114668"/>
                  </a:lnTo>
                  <a:lnTo>
                    <a:pt x="357352" y="114668"/>
                  </a:lnTo>
                  <a:lnTo>
                    <a:pt x="361365" y="110655"/>
                  </a:lnTo>
                  <a:lnTo>
                    <a:pt x="361365" y="100749"/>
                  </a:lnTo>
                  <a:close/>
                </a:path>
                <a:path w="704850" h="114935">
                  <a:moveTo>
                    <a:pt x="361365" y="4000"/>
                  </a:moveTo>
                  <a:lnTo>
                    <a:pt x="357352" y="0"/>
                  </a:lnTo>
                  <a:lnTo>
                    <a:pt x="352412" y="0"/>
                  </a:lnTo>
                  <a:lnTo>
                    <a:pt x="347459" y="0"/>
                  </a:lnTo>
                  <a:lnTo>
                    <a:pt x="343458" y="4000"/>
                  </a:lnTo>
                  <a:lnTo>
                    <a:pt x="343458" y="13906"/>
                  </a:lnTo>
                  <a:lnTo>
                    <a:pt x="347459" y="17919"/>
                  </a:lnTo>
                  <a:lnTo>
                    <a:pt x="357352" y="17919"/>
                  </a:lnTo>
                  <a:lnTo>
                    <a:pt x="361365" y="13906"/>
                  </a:lnTo>
                  <a:lnTo>
                    <a:pt x="361365" y="4000"/>
                  </a:lnTo>
                  <a:close/>
                </a:path>
                <a:path w="704850" h="114935">
                  <a:moveTo>
                    <a:pt x="420179" y="4000"/>
                  </a:moveTo>
                  <a:lnTo>
                    <a:pt x="416179" y="0"/>
                  </a:lnTo>
                  <a:lnTo>
                    <a:pt x="411226" y="0"/>
                  </a:lnTo>
                  <a:lnTo>
                    <a:pt x="406273" y="0"/>
                  </a:lnTo>
                  <a:lnTo>
                    <a:pt x="402272" y="4000"/>
                  </a:lnTo>
                  <a:lnTo>
                    <a:pt x="402272" y="13906"/>
                  </a:lnTo>
                  <a:lnTo>
                    <a:pt x="406273" y="17919"/>
                  </a:lnTo>
                  <a:lnTo>
                    <a:pt x="416179" y="17919"/>
                  </a:lnTo>
                  <a:lnTo>
                    <a:pt x="420179" y="13906"/>
                  </a:lnTo>
                  <a:lnTo>
                    <a:pt x="420179" y="4000"/>
                  </a:lnTo>
                  <a:close/>
                </a:path>
                <a:path w="704850" h="114935">
                  <a:moveTo>
                    <a:pt x="704811" y="100749"/>
                  </a:moveTo>
                  <a:lnTo>
                    <a:pt x="700798" y="96748"/>
                  </a:lnTo>
                  <a:lnTo>
                    <a:pt x="695858" y="96748"/>
                  </a:lnTo>
                  <a:lnTo>
                    <a:pt x="690905" y="96748"/>
                  </a:lnTo>
                  <a:lnTo>
                    <a:pt x="686892" y="100749"/>
                  </a:lnTo>
                  <a:lnTo>
                    <a:pt x="686892" y="110655"/>
                  </a:lnTo>
                  <a:lnTo>
                    <a:pt x="690905" y="114668"/>
                  </a:lnTo>
                  <a:lnTo>
                    <a:pt x="700798" y="114668"/>
                  </a:lnTo>
                  <a:lnTo>
                    <a:pt x="704811" y="110655"/>
                  </a:lnTo>
                  <a:lnTo>
                    <a:pt x="704811" y="100749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2382888" y="2489161"/>
              <a:ext cx="689610" cy="99695"/>
            </a:xfrm>
            <a:custGeom>
              <a:avLst/>
              <a:gdLst/>
              <a:ahLst/>
              <a:cxnLst/>
              <a:rect l="l" t="t" r="r" b="b"/>
              <a:pathLst>
                <a:path w="689610" h="99694">
                  <a:moveTo>
                    <a:pt x="287223" y="98755"/>
                  </a:moveTo>
                  <a:lnTo>
                    <a:pt x="287197" y="98044"/>
                  </a:lnTo>
                  <a:lnTo>
                    <a:pt x="287197" y="71247"/>
                  </a:lnTo>
                  <a:lnTo>
                    <a:pt x="284505" y="57924"/>
                  </a:lnTo>
                  <a:lnTo>
                    <a:pt x="277152" y="47028"/>
                  </a:lnTo>
                  <a:lnTo>
                    <a:pt x="266255" y="39674"/>
                  </a:lnTo>
                  <a:lnTo>
                    <a:pt x="252933" y="36982"/>
                  </a:lnTo>
                  <a:lnTo>
                    <a:pt x="38265" y="36982"/>
                  </a:lnTo>
                  <a:lnTo>
                    <a:pt x="24384" y="34175"/>
                  </a:lnTo>
                  <a:lnTo>
                    <a:pt x="13042" y="26517"/>
                  </a:lnTo>
                  <a:lnTo>
                    <a:pt x="5384" y="15163"/>
                  </a:lnTo>
                  <a:lnTo>
                    <a:pt x="2578" y="1295"/>
                  </a:lnTo>
                  <a:lnTo>
                    <a:pt x="2578" y="571"/>
                  </a:lnTo>
                  <a:lnTo>
                    <a:pt x="2006" y="0"/>
                  </a:lnTo>
                  <a:lnTo>
                    <a:pt x="1282" y="0"/>
                  </a:lnTo>
                  <a:lnTo>
                    <a:pt x="571" y="0"/>
                  </a:lnTo>
                  <a:lnTo>
                    <a:pt x="0" y="571"/>
                  </a:lnTo>
                  <a:lnTo>
                    <a:pt x="0" y="1295"/>
                  </a:lnTo>
                  <a:lnTo>
                    <a:pt x="3009" y="16179"/>
                  </a:lnTo>
                  <a:lnTo>
                    <a:pt x="11226" y="28346"/>
                  </a:lnTo>
                  <a:lnTo>
                    <a:pt x="23393" y="36550"/>
                  </a:lnTo>
                  <a:lnTo>
                    <a:pt x="38265" y="39560"/>
                  </a:lnTo>
                  <a:lnTo>
                    <a:pt x="252958" y="39560"/>
                  </a:lnTo>
                  <a:lnTo>
                    <a:pt x="265277" y="42062"/>
                  </a:lnTo>
                  <a:lnTo>
                    <a:pt x="275348" y="48856"/>
                  </a:lnTo>
                  <a:lnTo>
                    <a:pt x="282155" y="58928"/>
                  </a:lnTo>
                  <a:lnTo>
                    <a:pt x="284645" y="71247"/>
                  </a:lnTo>
                  <a:lnTo>
                    <a:pt x="284645" y="98755"/>
                  </a:lnTo>
                  <a:lnTo>
                    <a:pt x="285216" y="99326"/>
                  </a:lnTo>
                  <a:lnTo>
                    <a:pt x="286639" y="99326"/>
                  </a:lnTo>
                  <a:lnTo>
                    <a:pt x="287223" y="98755"/>
                  </a:lnTo>
                  <a:close/>
                </a:path>
                <a:path w="689610" h="99694">
                  <a:moveTo>
                    <a:pt x="346036" y="584"/>
                  </a:moveTo>
                  <a:lnTo>
                    <a:pt x="345465" y="12"/>
                  </a:lnTo>
                  <a:lnTo>
                    <a:pt x="344754" y="12"/>
                  </a:lnTo>
                  <a:lnTo>
                    <a:pt x="344030" y="12"/>
                  </a:lnTo>
                  <a:lnTo>
                    <a:pt x="343471" y="584"/>
                  </a:lnTo>
                  <a:lnTo>
                    <a:pt x="343471" y="98755"/>
                  </a:lnTo>
                  <a:lnTo>
                    <a:pt x="344030" y="99326"/>
                  </a:lnTo>
                  <a:lnTo>
                    <a:pt x="345465" y="99326"/>
                  </a:lnTo>
                  <a:lnTo>
                    <a:pt x="346036" y="98755"/>
                  </a:lnTo>
                  <a:lnTo>
                    <a:pt x="346036" y="584"/>
                  </a:lnTo>
                  <a:close/>
                </a:path>
                <a:path w="689610" h="99694">
                  <a:moveTo>
                    <a:pt x="689495" y="571"/>
                  </a:moveTo>
                  <a:lnTo>
                    <a:pt x="688911" y="0"/>
                  </a:lnTo>
                  <a:lnTo>
                    <a:pt x="688200" y="0"/>
                  </a:lnTo>
                  <a:lnTo>
                    <a:pt x="687489" y="0"/>
                  </a:lnTo>
                  <a:lnTo>
                    <a:pt x="686917" y="571"/>
                  </a:lnTo>
                  <a:lnTo>
                    <a:pt x="686917" y="1295"/>
                  </a:lnTo>
                  <a:lnTo>
                    <a:pt x="684110" y="15163"/>
                  </a:lnTo>
                  <a:lnTo>
                    <a:pt x="676452" y="26517"/>
                  </a:lnTo>
                  <a:lnTo>
                    <a:pt x="665099" y="34175"/>
                  </a:lnTo>
                  <a:lnTo>
                    <a:pt x="651230" y="36982"/>
                  </a:lnTo>
                  <a:lnTo>
                    <a:pt x="436549" y="36982"/>
                  </a:lnTo>
                  <a:lnTo>
                    <a:pt x="423227" y="39674"/>
                  </a:lnTo>
                  <a:lnTo>
                    <a:pt x="412330" y="47028"/>
                  </a:lnTo>
                  <a:lnTo>
                    <a:pt x="404977" y="57924"/>
                  </a:lnTo>
                  <a:lnTo>
                    <a:pt x="402285" y="71247"/>
                  </a:lnTo>
                  <a:lnTo>
                    <a:pt x="402285" y="98755"/>
                  </a:lnTo>
                  <a:lnTo>
                    <a:pt x="402856" y="99326"/>
                  </a:lnTo>
                  <a:lnTo>
                    <a:pt x="404291" y="99326"/>
                  </a:lnTo>
                  <a:lnTo>
                    <a:pt x="404863" y="98755"/>
                  </a:lnTo>
                  <a:lnTo>
                    <a:pt x="404863" y="98044"/>
                  </a:lnTo>
                  <a:lnTo>
                    <a:pt x="404863" y="71247"/>
                  </a:lnTo>
                  <a:lnTo>
                    <a:pt x="407352" y="58928"/>
                  </a:lnTo>
                  <a:lnTo>
                    <a:pt x="414159" y="48856"/>
                  </a:lnTo>
                  <a:lnTo>
                    <a:pt x="424230" y="42062"/>
                  </a:lnTo>
                  <a:lnTo>
                    <a:pt x="436549" y="39560"/>
                  </a:lnTo>
                  <a:lnTo>
                    <a:pt x="651217" y="39560"/>
                  </a:lnTo>
                  <a:lnTo>
                    <a:pt x="666102" y="36550"/>
                  </a:lnTo>
                  <a:lnTo>
                    <a:pt x="678268" y="28346"/>
                  </a:lnTo>
                  <a:lnTo>
                    <a:pt x="686473" y="16179"/>
                  </a:lnTo>
                  <a:lnTo>
                    <a:pt x="689495" y="1295"/>
                  </a:lnTo>
                  <a:lnTo>
                    <a:pt x="689495" y="571"/>
                  </a:lnTo>
                  <a:close/>
                </a:path>
              </a:pathLst>
            </a:custGeom>
            <a:solidFill>
              <a:srgbClr val="9FA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2253297" y="2249690"/>
              <a:ext cx="948690" cy="212725"/>
            </a:xfrm>
            <a:custGeom>
              <a:avLst/>
              <a:gdLst/>
              <a:ahLst/>
              <a:cxnLst/>
              <a:rect l="l" t="t" r="r" b="b"/>
              <a:pathLst>
                <a:path w="948689" h="212725">
                  <a:moveTo>
                    <a:pt x="261772" y="42468"/>
                  </a:moveTo>
                  <a:lnTo>
                    <a:pt x="258445" y="25933"/>
                  </a:lnTo>
                  <a:lnTo>
                    <a:pt x="249339" y="12433"/>
                  </a:lnTo>
                  <a:lnTo>
                    <a:pt x="235839" y="3340"/>
                  </a:lnTo>
                  <a:lnTo>
                    <a:pt x="219303" y="0"/>
                  </a:lnTo>
                  <a:lnTo>
                    <a:pt x="42481" y="0"/>
                  </a:lnTo>
                  <a:lnTo>
                    <a:pt x="25946" y="3340"/>
                  </a:lnTo>
                  <a:lnTo>
                    <a:pt x="12433" y="12433"/>
                  </a:lnTo>
                  <a:lnTo>
                    <a:pt x="3327" y="25933"/>
                  </a:lnTo>
                  <a:lnTo>
                    <a:pt x="0" y="42468"/>
                  </a:lnTo>
                  <a:lnTo>
                    <a:pt x="0" y="169951"/>
                  </a:lnTo>
                  <a:lnTo>
                    <a:pt x="3327" y="186486"/>
                  </a:lnTo>
                  <a:lnTo>
                    <a:pt x="12433" y="199986"/>
                  </a:lnTo>
                  <a:lnTo>
                    <a:pt x="25946" y="209092"/>
                  </a:lnTo>
                  <a:lnTo>
                    <a:pt x="42481" y="212432"/>
                  </a:lnTo>
                  <a:lnTo>
                    <a:pt x="219303" y="212432"/>
                  </a:lnTo>
                  <a:lnTo>
                    <a:pt x="235839" y="209092"/>
                  </a:lnTo>
                  <a:lnTo>
                    <a:pt x="249339" y="199986"/>
                  </a:lnTo>
                  <a:lnTo>
                    <a:pt x="258445" y="186486"/>
                  </a:lnTo>
                  <a:lnTo>
                    <a:pt x="261772" y="169951"/>
                  </a:lnTo>
                  <a:lnTo>
                    <a:pt x="261772" y="42468"/>
                  </a:lnTo>
                  <a:close/>
                </a:path>
                <a:path w="948689" h="212725">
                  <a:moveTo>
                    <a:pt x="605231" y="42468"/>
                  </a:moveTo>
                  <a:lnTo>
                    <a:pt x="601903" y="25933"/>
                  </a:lnTo>
                  <a:lnTo>
                    <a:pt x="592797" y="12433"/>
                  </a:lnTo>
                  <a:lnTo>
                    <a:pt x="579285" y="3340"/>
                  </a:lnTo>
                  <a:lnTo>
                    <a:pt x="562749" y="0"/>
                  </a:lnTo>
                  <a:lnTo>
                    <a:pt x="385927" y="0"/>
                  </a:lnTo>
                  <a:lnTo>
                    <a:pt x="369392" y="3340"/>
                  </a:lnTo>
                  <a:lnTo>
                    <a:pt x="355892" y="12433"/>
                  </a:lnTo>
                  <a:lnTo>
                    <a:pt x="346786" y="25933"/>
                  </a:lnTo>
                  <a:lnTo>
                    <a:pt x="343446" y="42468"/>
                  </a:lnTo>
                  <a:lnTo>
                    <a:pt x="343446" y="169951"/>
                  </a:lnTo>
                  <a:lnTo>
                    <a:pt x="346786" y="186486"/>
                  </a:lnTo>
                  <a:lnTo>
                    <a:pt x="355892" y="199986"/>
                  </a:lnTo>
                  <a:lnTo>
                    <a:pt x="369392" y="209092"/>
                  </a:lnTo>
                  <a:lnTo>
                    <a:pt x="385927" y="212432"/>
                  </a:lnTo>
                  <a:lnTo>
                    <a:pt x="562749" y="212432"/>
                  </a:lnTo>
                  <a:lnTo>
                    <a:pt x="579285" y="209092"/>
                  </a:lnTo>
                  <a:lnTo>
                    <a:pt x="592797" y="199986"/>
                  </a:lnTo>
                  <a:lnTo>
                    <a:pt x="601903" y="186486"/>
                  </a:lnTo>
                  <a:lnTo>
                    <a:pt x="605231" y="169951"/>
                  </a:lnTo>
                  <a:lnTo>
                    <a:pt x="605231" y="42468"/>
                  </a:lnTo>
                  <a:close/>
                </a:path>
                <a:path w="948689" h="212725">
                  <a:moveTo>
                    <a:pt x="948690" y="42468"/>
                  </a:moveTo>
                  <a:lnTo>
                    <a:pt x="945349" y="25933"/>
                  </a:lnTo>
                  <a:lnTo>
                    <a:pt x="936244" y="12433"/>
                  </a:lnTo>
                  <a:lnTo>
                    <a:pt x="922743" y="3340"/>
                  </a:lnTo>
                  <a:lnTo>
                    <a:pt x="906208" y="0"/>
                  </a:lnTo>
                  <a:lnTo>
                    <a:pt x="729373" y="0"/>
                  </a:lnTo>
                  <a:lnTo>
                    <a:pt x="712838" y="3340"/>
                  </a:lnTo>
                  <a:lnTo>
                    <a:pt x="699338" y="12433"/>
                  </a:lnTo>
                  <a:lnTo>
                    <a:pt x="690232" y="25933"/>
                  </a:lnTo>
                  <a:lnTo>
                    <a:pt x="686904" y="42468"/>
                  </a:lnTo>
                  <a:lnTo>
                    <a:pt x="686904" y="169951"/>
                  </a:lnTo>
                  <a:lnTo>
                    <a:pt x="690232" y="186486"/>
                  </a:lnTo>
                  <a:lnTo>
                    <a:pt x="699338" y="199986"/>
                  </a:lnTo>
                  <a:lnTo>
                    <a:pt x="712838" y="209092"/>
                  </a:lnTo>
                  <a:lnTo>
                    <a:pt x="729373" y="212432"/>
                  </a:lnTo>
                  <a:lnTo>
                    <a:pt x="906208" y="212432"/>
                  </a:lnTo>
                  <a:lnTo>
                    <a:pt x="922743" y="209092"/>
                  </a:lnTo>
                  <a:lnTo>
                    <a:pt x="936244" y="199986"/>
                  </a:lnTo>
                  <a:lnTo>
                    <a:pt x="945349" y="186486"/>
                  </a:lnTo>
                  <a:lnTo>
                    <a:pt x="948690" y="169951"/>
                  </a:lnTo>
                  <a:lnTo>
                    <a:pt x="948690" y="42468"/>
                  </a:lnTo>
                  <a:close/>
                </a:path>
              </a:pathLst>
            </a:custGeom>
            <a:solidFill>
              <a:srgbClr val="657E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2375230" y="2481503"/>
              <a:ext cx="704850" cy="114935"/>
            </a:xfrm>
            <a:custGeom>
              <a:avLst/>
              <a:gdLst/>
              <a:ahLst/>
              <a:cxnLst/>
              <a:rect l="l" t="t" r="r" b="b"/>
              <a:pathLst>
                <a:path w="704850" h="114935">
                  <a:moveTo>
                    <a:pt x="17919" y="4000"/>
                  </a:moveTo>
                  <a:lnTo>
                    <a:pt x="13906" y="0"/>
                  </a:lnTo>
                  <a:lnTo>
                    <a:pt x="8953" y="0"/>
                  </a:lnTo>
                  <a:lnTo>
                    <a:pt x="4000" y="0"/>
                  </a:lnTo>
                  <a:lnTo>
                    <a:pt x="0" y="4000"/>
                  </a:lnTo>
                  <a:lnTo>
                    <a:pt x="0" y="13906"/>
                  </a:lnTo>
                  <a:lnTo>
                    <a:pt x="4000" y="17919"/>
                  </a:lnTo>
                  <a:lnTo>
                    <a:pt x="8953" y="17919"/>
                  </a:lnTo>
                  <a:lnTo>
                    <a:pt x="13906" y="17907"/>
                  </a:lnTo>
                  <a:lnTo>
                    <a:pt x="17919" y="13906"/>
                  </a:lnTo>
                  <a:lnTo>
                    <a:pt x="17919" y="4000"/>
                  </a:lnTo>
                  <a:close/>
                </a:path>
                <a:path w="704850" h="114935">
                  <a:moveTo>
                    <a:pt x="302539" y="100749"/>
                  </a:moveTo>
                  <a:lnTo>
                    <a:pt x="298538" y="96748"/>
                  </a:lnTo>
                  <a:lnTo>
                    <a:pt x="293585" y="96748"/>
                  </a:lnTo>
                  <a:lnTo>
                    <a:pt x="288632" y="96748"/>
                  </a:lnTo>
                  <a:lnTo>
                    <a:pt x="284619" y="100749"/>
                  </a:lnTo>
                  <a:lnTo>
                    <a:pt x="284619" y="110655"/>
                  </a:lnTo>
                  <a:lnTo>
                    <a:pt x="288632" y="114655"/>
                  </a:lnTo>
                  <a:lnTo>
                    <a:pt x="298538" y="114655"/>
                  </a:lnTo>
                  <a:lnTo>
                    <a:pt x="302539" y="110642"/>
                  </a:lnTo>
                  <a:lnTo>
                    <a:pt x="302539" y="100749"/>
                  </a:lnTo>
                  <a:close/>
                </a:path>
                <a:path w="704850" h="114935">
                  <a:moveTo>
                    <a:pt x="361365" y="100749"/>
                  </a:moveTo>
                  <a:lnTo>
                    <a:pt x="357352" y="96748"/>
                  </a:lnTo>
                  <a:lnTo>
                    <a:pt x="352412" y="96748"/>
                  </a:lnTo>
                  <a:lnTo>
                    <a:pt x="347459" y="96748"/>
                  </a:lnTo>
                  <a:lnTo>
                    <a:pt x="343458" y="100749"/>
                  </a:lnTo>
                  <a:lnTo>
                    <a:pt x="343458" y="110655"/>
                  </a:lnTo>
                  <a:lnTo>
                    <a:pt x="347459" y="114655"/>
                  </a:lnTo>
                  <a:lnTo>
                    <a:pt x="357352" y="114655"/>
                  </a:lnTo>
                  <a:lnTo>
                    <a:pt x="361365" y="110642"/>
                  </a:lnTo>
                  <a:lnTo>
                    <a:pt x="361365" y="100749"/>
                  </a:lnTo>
                  <a:close/>
                </a:path>
                <a:path w="704850" h="114935">
                  <a:moveTo>
                    <a:pt x="361365" y="4000"/>
                  </a:moveTo>
                  <a:lnTo>
                    <a:pt x="357352" y="0"/>
                  </a:lnTo>
                  <a:lnTo>
                    <a:pt x="352412" y="0"/>
                  </a:lnTo>
                  <a:lnTo>
                    <a:pt x="347459" y="0"/>
                  </a:lnTo>
                  <a:lnTo>
                    <a:pt x="343458" y="4000"/>
                  </a:lnTo>
                  <a:lnTo>
                    <a:pt x="343458" y="13906"/>
                  </a:lnTo>
                  <a:lnTo>
                    <a:pt x="347459" y="17919"/>
                  </a:lnTo>
                  <a:lnTo>
                    <a:pt x="357352" y="17919"/>
                  </a:lnTo>
                  <a:lnTo>
                    <a:pt x="361365" y="13906"/>
                  </a:lnTo>
                  <a:lnTo>
                    <a:pt x="361365" y="4000"/>
                  </a:lnTo>
                  <a:close/>
                </a:path>
                <a:path w="704850" h="114935">
                  <a:moveTo>
                    <a:pt x="420179" y="100749"/>
                  </a:moveTo>
                  <a:lnTo>
                    <a:pt x="416179" y="96748"/>
                  </a:lnTo>
                  <a:lnTo>
                    <a:pt x="411226" y="96748"/>
                  </a:lnTo>
                  <a:lnTo>
                    <a:pt x="406273" y="96748"/>
                  </a:lnTo>
                  <a:lnTo>
                    <a:pt x="402272" y="100749"/>
                  </a:lnTo>
                  <a:lnTo>
                    <a:pt x="402272" y="110655"/>
                  </a:lnTo>
                  <a:lnTo>
                    <a:pt x="406273" y="114655"/>
                  </a:lnTo>
                  <a:lnTo>
                    <a:pt x="416179" y="114655"/>
                  </a:lnTo>
                  <a:lnTo>
                    <a:pt x="420179" y="110642"/>
                  </a:lnTo>
                  <a:lnTo>
                    <a:pt x="420179" y="100749"/>
                  </a:lnTo>
                  <a:close/>
                </a:path>
                <a:path w="704850" h="114935">
                  <a:moveTo>
                    <a:pt x="704811" y="4000"/>
                  </a:moveTo>
                  <a:lnTo>
                    <a:pt x="700798" y="0"/>
                  </a:lnTo>
                  <a:lnTo>
                    <a:pt x="695858" y="0"/>
                  </a:lnTo>
                  <a:lnTo>
                    <a:pt x="690905" y="0"/>
                  </a:lnTo>
                  <a:lnTo>
                    <a:pt x="686892" y="4000"/>
                  </a:lnTo>
                  <a:lnTo>
                    <a:pt x="686892" y="13906"/>
                  </a:lnTo>
                  <a:lnTo>
                    <a:pt x="690905" y="17919"/>
                  </a:lnTo>
                  <a:lnTo>
                    <a:pt x="695858" y="17919"/>
                  </a:lnTo>
                  <a:lnTo>
                    <a:pt x="700798" y="17907"/>
                  </a:lnTo>
                  <a:lnTo>
                    <a:pt x="704811" y="13906"/>
                  </a:lnTo>
                  <a:lnTo>
                    <a:pt x="704811" y="4000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2301011" y="2355265"/>
              <a:ext cx="853440" cy="724535"/>
            </a:xfrm>
            <a:custGeom>
              <a:avLst/>
              <a:gdLst/>
              <a:ahLst/>
              <a:cxnLst/>
              <a:rect l="l" t="t" r="r" b="b"/>
              <a:pathLst>
                <a:path w="853439" h="724535">
                  <a:moveTo>
                    <a:pt x="163753" y="279"/>
                  </a:moveTo>
                  <a:lnTo>
                    <a:pt x="163461" y="0"/>
                  </a:lnTo>
                  <a:lnTo>
                    <a:pt x="647" y="0"/>
                  </a:lnTo>
                  <a:lnTo>
                    <a:pt x="292" y="0"/>
                  </a:lnTo>
                  <a:lnTo>
                    <a:pt x="0" y="279"/>
                  </a:lnTo>
                  <a:lnTo>
                    <a:pt x="0" y="977"/>
                  </a:lnTo>
                  <a:lnTo>
                    <a:pt x="292" y="1282"/>
                  </a:lnTo>
                  <a:lnTo>
                    <a:pt x="163461" y="1282"/>
                  </a:lnTo>
                  <a:lnTo>
                    <a:pt x="163753" y="977"/>
                  </a:lnTo>
                  <a:lnTo>
                    <a:pt x="163753" y="279"/>
                  </a:lnTo>
                  <a:close/>
                </a:path>
                <a:path w="853439" h="724535">
                  <a:moveTo>
                    <a:pt x="164172" y="723938"/>
                  </a:moveTo>
                  <a:lnTo>
                    <a:pt x="164160" y="723569"/>
                  </a:lnTo>
                  <a:lnTo>
                    <a:pt x="164160" y="723226"/>
                  </a:lnTo>
                  <a:lnTo>
                    <a:pt x="163868" y="722922"/>
                  </a:lnTo>
                  <a:lnTo>
                    <a:pt x="1066" y="722922"/>
                  </a:lnTo>
                  <a:lnTo>
                    <a:pt x="711" y="722922"/>
                  </a:lnTo>
                  <a:lnTo>
                    <a:pt x="419" y="723214"/>
                  </a:lnTo>
                  <a:lnTo>
                    <a:pt x="419" y="723925"/>
                  </a:lnTo>
                  <a:lnTo>
                    <a:pt x="711" y="724217"/>
                  </a:lnTo>
                  <a:lnTo>
                    <a:pt x="163880" y="724217"/>
                  </a:lnTo>
                  <a:lnTo>
                    <a:pt x="164172" y="723938"/>
                  </a:lnTo>
                  <a:close/>
                </a:path>
                <a:path w="853439" h="724535">
                  <a:moveTo>
                    <a:pt x="507644" y="279"/>
                  </a:moveTo>
                  <a:lnTo>
                    <a:pt x="507352" y="0"/>
                  </a:lnTo>
                  <a:lnTo>
                    <a:pt x="344538" y="0"/>
                  </a:lnTo>
                  <a:lnTo>
                    <a:pt x="344195" y="0"/>
                  </a:lnTo>
                  <a:lnTo>
                    <a:pt x="343903" y="279"/>
                  </a:lnTo>
                  <a:lnTo>
                    <a:pt x="343903" y="977"/>
                  </a:lnTo>
                  <a:lnTo>
                    <a:pt x="344195" y="1282"/>
                  </a:lnTo>
                  <a:lnTo>
                    <a:pt x="507365" y="1282"/>
                  </a:lnTo>
                  <a:lnTo>
                    <a:pt x="507644" y="977"/>
                  </a:lnTo>
                  <a:lnTo>
                    <a:pt x="507644" y="279"/>
                  </a:lnTo>
                  <a:close/>
                </a:path>
                <a:path w="853439" h="724535">
                  <a:moveTo>
                    <a:pt x="507657" y="723938"/>
                  </a:moveTo>
                  <a:lnTo>
                    <a:pt x="507644" y="723569"/>
                  </a:lnTo>
                  <a:lnTo>
                    <a:pt x="507644" y="723226"/>
                  </a:lnTo>
                  <a:lnTo>
                    <a:pt x="507352" y="722922"/>
                  </a:lnTo>
                  <a:lnTo>
                    <a:pt x="344538" y="722922"/>
                  </a:lnTo>
                  <a:lnTo>
                    <a:pt x="344195" y="722922"/>
                  </a:lnTo>
                  <a:lnTo>
                    <a:pt x="343903" y="723214"/>
                  </a:lnTo>
                  <a:lnTo>
                    <a:pt x="343903" y="723925"/>
                  </a:lnTo>
                  <a:lnTo>
                    <a:pt x="344195" y="724217"/>
                  </a:lnTo>
                  <a:lnTo>
                    <a:pt x="507365" y="724217"/>
                  </a:lnTo>
                  <a:lnTo>
                    <a:pt x="507657" y="723938"/>
                  </a:lnTo>
                  <a:close/>
                </a:path>
                <a:path w="853439" h="724535">
                  <a:moveTo>
                    <a:pt x="852805" y="279"/>
                  </a:moveTo>
                  <a:lnTo>
                    <a:pt x="852512" y="0"/>
                  </a:lnTo>
                  <a:lnTo>
                    <a:pt x="689711" y="0"/>
                  </a:lnTo>
                  <a:lnTo>
                    <a:pt x="689356" y="0"/>
                  </a:lnTo>
                  <a:lnTo>
                    <a:pt x="689063" y="279"/>
                  </a:lnTo>
                  <a:lnTo>
                    <a:pt x="689063" y="977"/>
                  </a:lnTo>
                  <a:lnTo>
                    <a:pt x="689356" y="1282"/>
                  </a:lnTo>
                  <a:lnTo>
                    <a:pt x="852512" y="1282"/>
                  </a:lnTo>
                  <a:lnTo>
                    <a:pt x="852805" y="977"/>
                  </a:lnTo>
                  <a:lnTo>
                    <a:pt x="852805" y="279"/>
                  </a:lnTo>
                  <a:close/>
                </a:path>
                <a:path w="853439" h="724535">
                  <a:moveTo>
                    <a:pt x="852830" y="723239"/>
                  </a:moveTo>
                  <a:lnTo>
                    <a:pt x="852538" y="722947"/>
                  </a:lnTo>
                  <a:lnTo>
                    <a:pt x="689737" y="722947"/>
                  </a:lnTo>
                  <a:lnTo>
                    <a:pt x="689381" y="722947"/>
                  </a:lnTo>
                  <a:lnTo>
                    <a:pt x="689089" y="723239"/>
                  </a:lnTo>
                  <a:lnTo>
                    <a:pt x="689089" y="723938"/>
                  </a:lnTo>
                  <a:lnTo>
                    <a:pt x="689381" y="724242"/>
                  </a:lnTo>
                  <a:lnTo>
                    <a:pt x="852538" y="724242"/>
                  </a:lnTo>
                  <a:lnTo>
                    <a:pt x="852830" y="723938"/>
                  </a:lnTo>
                  <a:lnTo>
                    <a:pt x="852830" y="723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2833564" y="2583327"/>
              <a:ext cx="248920" cy="268605"/>
            </a:xfrm>
            <a:custGeom>
              <a:avLst/>
              <a:gdLst/>
              <a:ahLst/>
              <a:cxnLst/>
              <a:rect l="l" t="t" r="r" b="b"/>
              <a:pathLst>
                <a:path w="248919" h="268605">
                  <a:moveTo>
                    <a:pt x="114446" y="268095"/>
                  </a:moveTo>
                  <a:lnTo>
                    <a:pt x="0" y="268095"/>
                  </a:lnTo>
                  <a:lnTo>
                    <a:pt x="0" y="260354"/>
                  </a:lnTo>
                  <a:lnTo>
                    <a:pt x="114446" y="260354"/>
                  </a:lnTo>
                  <a:lnTo>
                    <a:pt x="163562" y="250413"/>
                  </a:lnTo>
                  <a:lnTo>
                    <a:pt x="203717" y="223319"/>
                  </a:lnTo>
                  <a:lnTo>
                    <a:pt x="230814" y="183165"/>
                  </a:lnTo>
                  <a:lnTo>
                    <a:pt x="240756" y="134044"/>
                  </a:lnTo>
                  <a:lnTo>
                    <a:pt x="230814" y="84927"/>
                  </a:lnTo>
                  <a:lnTo>
                    <a:pt x="203717" y="44774"/>
                  </a:lnTo>
                  <a:lnTo>
                    <a:pt x="163562" y="17681"/>
                  </a:lnTo>
                  <a:lnTo>
                    <a:pt x="114446" y="7740"/>
                  </a:lnTo>
                  <a:lnTo>
                    <a:pt x="0" y="7740"/>
                  </a:lnTo>
                  <a:lnTo>
                    <a:pt x="0" y="0"/>
                  </a:lnTo>
                  <a:lnTo>
                    <a:pt x="114446" y="0"/>
                  </a:lnTo>
                  <a:lnTo>
                    <a:pt x="156770" y="6846"/>
                  </a:lnTo>
                  <a:lnTo>
                    <a:pt x="193561" y="25899"/>
                  </a:lnTo>
                  <a:lnTo>
                    <a:pt x="222595" y="54935"/>
                  </a:lnTo>
                  <a:lnTo>
                    <a:pt x="241647" y="91725"/>
                  </a:lnTo>
                  <a:lnTo>
                    <a:pt x="248492" y="134044"/>
                  </a:lnTo>
                  <a:lnTo>
                    <a:pt x="241647" y="176368"/>
                  </a:lnTo>
                  <a:lnTo>
                    <a:pt x="222595" y="213161"/>
                  </a:lnTo>
                  <a:lnTo>
                    <a:pt x="193561" y="242196"/>
                  </a:lnTo>
                  <a:lnTo>
                    <a:pt x="156770" y="261249"/>
                  </a:lnTo>
                  <a:lnTo>
                    <a:pt x="114446" y="268095"/>
                  </a:lnTo>
                  <a:close/>
                </a:path>
              </a:pathLst>
            </a:custGeom>
            <a:solidFill>
              <a:srgbClr val="96979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3423413" y="2674316"/>
            <a:ext cx="1662430" cy="313690"/>
            <a:chOff x="3423413" y="2674316"/>
            <a:chExt cx="1662430" cy="313690"/>
          </a:xfrm>
        </p:grpSpPr>
        <p:sp>
          <p:nvSpPr>
            <p:cNvPr id="51" name="object 51"/>
            <p:cNvSpPr/>
            <p:nvPr/>
          </p:nvSpPr>
          <p:spPr>
            <a:xfrm>
              <a:off x="3423413" y="2674316"/>
              <a:ext cx="1662430" cy="313690"/>
            </a:xfrm>
            <a:custGeom>
              <a:avLst/>
              <a:gdLst/>
              <a:ahLst/>
              <a:cxnLst/>
              <a:rect l="l" t="t" r="r" b="b"/>
              <a:pathLst>
                <a:path w="1662429" h="313689">
                  <a:moveTo>
                    <a:pt x="1506224" y="313634"/>
                  </a:moveTo>
                  <a:lnTo>
                    <a:pt x="1465851" y="308468"/>
                  </a:lnTo>
                  <a:lnTo>
                    <a:pt x="1428370" y="293474"/>
                  </a:lnTo>
                  <a:lnTo>
                    <a:pt x="1395776" y="269407"/>
                  </a:lnTo>
                  <a:lnTo>
                    <a:pt x="1370062" y="237024"/>
                  </a:lnTo>
                  <a:lnTo>
                    <a:pt x="1369787" y="236591"/>
                  </a:lnTo>
                  <a:lnTo>
                    <a:pt x="1356481" y="219463"/>
                  </a:lnTo>
                  <a:lnTo>
                    <a:pt x="1339599" y="206462"/>
                  </a:lnTo>
                  <a:lnTo>
                    <a:pt x="1320005" y="198207"/>
                  </a:lnTo>
                  <a:lnTo>
                    <a:pt x="1298562" y="195318"/>
                  </a:lnTo>
                  <a:lnTo>
                    <a:pt x="1260041" y="195318"/>
                  </a:lnTo>
                  <a:lnTo>
                    <a:pt x="1219790" y="206305"/>
                  </a:lnTo>
                  <a:lnTo>
                    <a:pt x="1190270" y="236041"/>
                  </a:lnTo>
                  <a:lnTo>
                    <a:pt x="1170888" y="262578"/>
                  </a:lnTo>
                  <a:lnTo>
                    <a:pt x="1146501" y="284605"/>
                  </a:lnTo>
                  <a:lnTo>
                    <a:pt x="1085398" y="311000"/>
                  </a:lnTo>
                  <a:lnTo>
                    <a:pt x="1056507" y="313634"/>
                  </a:lnTo>
                  <a:lnTo>
                    <a:pt x="1016151" y="308468"/>
                  </a:lnTo>
                  <a:lnTo>
                    <a:pt x="978673" y="293474"/>
                  </a:lnTo>
                  <a:lnTo>
                    <a:pt x="946081" y="269407"/>
                  </a:lnTo>
                  <a:lnTo>
                    <a:pt x="920385" y="237024"/>
                  </a:lnTo>
                  <a:lnTo>
                    <a:pt x="920110" y="236591"/>
                  </a:lnTo>
                  <a:lnTo>
                    <a:pt x="906803" y="219463"/>
                  </a:lnTo>
                  <a:lnTo>
                    <a:pt x="889921" y="206462"/>
                  </a:lnTo>
                  <a:lnTo>
                    <a:pt x="870328" y="198207"/>
                  </a:lnTo>
                  <a:lnTo>
                    <a:pt x="848884" y="195318"/>
                  </a:lnTo>
                  <a:lnTo>
                    <a:pt x="810284" y="195318"/>
                  </a:lnTo>
                  <a:lnTo>
                    <a:pt x="770117" y="206305"/>
                  </a:lnTo>
                  <a:lnTo>
                    <a:pt x="740592" y="236041"/>
                  </a:lnTo>
                  <a:lnTo>
                    <a:pt x="721244" y="262578"/>
                  </a:lnTo>
                  <a:lnTo>
                    <a:pt x="696863" y="284605"/>
                  </a:lnTo>
                  <a:lnTo>
                    <a:pt x="635798" y="311000"/>
                  </a:lnTo>
                  <a:lnTo>
                    <a:pt x="606868" y="313634"/>
                  </a:lnTo>
                  <a:lnTo>
                    <a:pt x="566489" y="308468"/>
                  </a:lnTo>
                  <a:lnTo>
                    <a:pt x="529000" y="293474"/>
                  </a:lnTo>
                  <a:lnTo>
                    <a:pt x="496404" y="269407"/>
                  </a:lnTo>
                  <a:lnTo>
                    <a:pt x="470707" y="237024"/>
                  </a:lnTo>
                  <a:lnTo>
                    <a:pt x="470432" y="236591"/>
                  </a:lnTo>
                  <a:lnTo>
                    <a:pt x="457125" y="219463"/>
                  </a:lnTo>
                  <a:lnTo>
                    <a:pt x="440243" y="206462"/>
                  </a:lnTo>
                  <a:lnTo>
                    <a:pt x="420650" y="198207"/>
                  </a:lnTo>
                  <a:lnTo>
                    <a:pt x="399207" y="195318"/>
                  </a:lnTo>
                  <a:lnTo>
                    <a:pt x="360685" y="195318"/>
                  </a:lnTo>
                  <a:lnTo>
                    <a:pt x="320449" y="206305"/>
                  </a:lnTo>
                  <a:lnTo>
                    <a:pt x="290914" y="236041"/>
                  </a:lnTo>
                  <a:lnTo>
                    <a:pt x="271572" y="262578"/>
                  </a:lnTo>
                  <a:lnTo>
                    <a:pt x="247199" y="284605"/>
                  </a:lnTo>
                  <a:lnTo>
                    <a:pt x="186121" y="311000"/>
                  </a:lnTo>
                  <a:lnTo>
                    <a:pt x="157190" y="313634"/>
                  </a:lnTo>
                  <a:lnTo>
                    <a:pt x="116817" y="308468"/>
                  </a:lnTo>
                  <a:lnTo>
                    <a:pt x="79337" y="293474"/>
                  </a:lnTo>
                  <a:lnTo>
                    <a:pt x="46743" y="269407"/>
                  </a:lnTo>
                  <a:lnTo>
                    <a:pt x="21029" y="237024"/>
                  </a:lnTo>
                  <a:lnTo>
                    <a:pt x="3104" y="191781"/>
                  </a:lnTo>
                  <a:lnTo>
                    <a:pt x="0" y="144150"/>
                  </a:lnTo>
                  <a:lnTo>
                    <a:pt x="11134" y="97684"/>
                  </a:lnTo>
                  <a:lnTo>
                    <a:pt x="35926" y="55934"/>
                  </a:lnTo>
                  <a:lnTo>
                    <a:pt x="90318" y="14524"/>
                  </a:lnTo>
                  <a:lnTo>
                    <a:pt x="156915" y="0"/>
                  </a:lnTo>
                  <a:lnTo>
                    <a:pt x="170409" y="585"/>
                  </a:lnTo>
                  <a:lnTo>
                    <a:pt x="210059" y="9551"/>
                  </a:lnTo>
                  <a:lnTo>
                    <a:pt x="256663" y="36929"/>
                  </a:lnTo>
                  <a:lnTo>
                    <a:pt x="291386" y="78339"/>
                  </a:lnTo>
                  <a:lnTo>
                    <a:pt x="304501" y="95196"/>
                  </a:lnTo>
                  <a:lnTo>
                    <a:pt x="321304" y="107830"/>
                  </a:lnTo>
                  <a:lnTo>
                    <a:pt x="340797" y="115761"/>
                  </a:lnTo>
                  <a:lnTo>
                    <a:pt x="361982" y="118512"/>
                  </a:lnTo>
                  <a:lnTo>
                    <a:pt x="399835" y="118512"/>
                  </a:lnTo>
                  <a:lnTo>
                    <a:pt x="440931" y="107265"/>
                  </a:lnTo>
                  <a:lnTo>
                    <a:pt x="471060" y="76885"/>
                  </a:lnTo>
                  <a:lnTo>
                    <a:pt x="474383" y="71440"/>
                  </a:lnTo>
                  <a:lnTo>
                    <a:pt x="477920" y="66139"/>
                  </a:lnTo>
                  <a:lnTo>
                    <a:pt x="510530" y="32120"/>
                  </a:lnTo>
                  <a:lnTo>
                    <a:pt x="572570" y="3705"/>
                  </a:lnTo>
                  <a:lnTo>
                    <a:pt x="606671" y="0"/>
                  </a:lnTo>
                  <a:lnTo>
                    <a:pt x="620137" y="585"/>
                  </a:lnTo>
                  <a:lnTo>
                    <a:pt x="659737" y="9551"/>
                  </a:lnTo>
                  <a:lnTo>
                    <a:pt x="706340" y="36929"/>
                  </a:lnTo>
                  <a:lnTo>
                    <a:pt x="741064" y="78339"/>
                  </a:lnTo>
                  <a:lnTo>
                    <a:pt x="754167" y="95208"/>
                  </a:lnTo>
                  <a:lnTo>
                    <a:pt x="770952" y="107869"/>
                  </a:lnTo>
                  <a:lnTo>
                    <a:pt x="790442" y="115828"/>
                  </a:lnTo>
                  <a:lnTo>
                    <a:pt x="811660" y="118590"/>
                  </a:lnTo>
                  <a:lnTo>
                    <a:pt x="849513" y="118590"/>
                  </a:lnTo>
                  <a:lnTo>
                    <a:pt x="890604" y="107304"/>
                  </a:lnTo>
                  <a:lnTo>
                    <a:pt x="920699" y="76885"/>
                  </a:lnTo>
                  <a:lnTo>
                    <a:pt x="924044" y="71440"/>
                  </a:lnTo>
                  <a:lnTo>
                    <a:pt x="927588" y="66139"/>
                  </a:lnTo>
                  <a:lnTo>
                    <a:pt x="960185" y="32120"/>
                  </a:lnTo>
                  <a:lnTo>
                    <a:pt x="1022214" y="3705"/>
                  </a:lnTo>
                  <a:lnTo>
                    <a:pt x="1056310" y="0"/>
                  </a:lnTo>
                  <a:lnTo>
                    <a:pt x="1069798" y="585"/>
                  </a:lnTo>
                  <a:lnTo>
                    <a:pt x="1109414" y="9551"/>
                  </a:lnTo>
                  <a:lnTo>
                    <a:pt x="1155984" y="36929"/>
                  </a:lnTo>
                  <a:lnTo>
                    <a:pt x="1190702" y="78339"/>
                  </a:lnTo>
                  <a:lnTo>
                    <a:pt x="1203828" y="95208"/>
                  </a:lnTo>
                  <a:lnTo>
                    <a:pt x="1220620" y="107869"/>
                  </a:lnTo>
                  <a:lnTo>
                    <a:pt x="1240103" y="115828"/>
                  </a:lnTo>
                  <a:lnTo>
                    <a:pt x="1261299" y="118590"/>
                  </a:lnTo>
                  <a:lnTo>
                    <a:pt x="1299112" y="118590"/>
                  </a:lnTo>
                  <a:lnTo>
                    <a:pt x="1340243" y="107304"/>
                  </a:lnTo>
                  <a:lnTo>
                    <a:pt x="1370377" y="76885"/>
                  </a:lnTo>
                  <a:lnTo>
                    <a:pt x="1373700" y="71440"/>
                  </a:lnTo>
                  <a:lnTo>
                    <a:pt x="1377236" y="66139"/>
                  </a:lnTo>
                  <a:lnTo>
                    <a:pt x="1409816" y="32127"/>
                  </a:lnTo>
                  <a:lnTo>
                    <a:pt x="1471798" y="3738"/>
                  </a:lnTo>
                  <a:lnTo>
                    <a:pt x="1505870" y="39"/>
                  </a:lnTo>
                  <a:lnTo>
                    <a:pt x="1519364" y="625"/>
                  </a:lnTo>
                  <a:lnTo>
                    <a:pt x="1559014" y="9630"/>
                  </a:lnTo>
                  <a:lnTo>
                    <a:pt x="1600942" y="33146"/>
                  </a:lnTo>
                  <a:lnTo>
                    <a:pt x="1633329" y="67309"/>
                  </a:lnTo>
                  <a:lnTo>
                    <a:pt x="1654315" y="109453"/>
                  </a:lnTo>
                  <a:lnTo>
                    <a:pt x="1662039" y="156915"/>
                  </a:lnTo>
                  <a:lnTo>
                    <a:pt x="1655578" y="199905"/>
                  </a:lnTo>
                  <a:lnTo>
                    <a:pt x="1638177" y="239041"/>
                  </a:lnTo>
                  <a:lnTo>
                    <a:pt x="1611317" y="272090"/>
                  </a:lnTo>
                  <a:lnTo>
                    <a:pt x="1576482" y="296821"/>
                  </a:lnTo>
                  <a:lnTo>
                    <a:pt x="1535154" y="311000"/>
                  </a:lnTo>
                  <a:lnTo>
                    <a:pt x="1513453" y="313471"/>
                  </a:lnTo>
                  <a:lnTo>
                    <a:pt x="1506224" y="313634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39960" y="2691701"/>
              <a:ext cx="1628139" cy="279400"/>
            </a:xfrm>
            <a:custGeom>
              <a:avLst/>
              <a:gdLst/>
              <a:ahLst/>
              <a:cxnLst/>
              <a:rect l="l" t="t" r="r" b="b"/>
              <a:pathLst>
                <a:path w="1628139" h="279400">
                  <a:moveTo>
                    <a:pt x="279044" y="139534"/>
                  </a:moveTo>
                  <a:lnTo>
                    <a:pt x="271932" y="95415"/>
                  </a:lnTo>
                  <a:lnTo>
                    <a:pt x="252120" y="57099"/>
                  </a:lnTo>
                  <a:lnTo>
                    <a:pt x="221919" y="26898"/>
                  </a:lnTo>
                  <a:lnTo>
                    <a:pt x="183629" y="7099"/>
                  </a:lnTo>
                  <a:lnTo>
                    <a:pt x="139534" y="0"/>
                  </a:lnTo>
                  <a:lnTo>
                    <a:pt x="95427" y="7099"/>
                  </a:lnTo>
                  <a:lnTo>
                    <a:pt x="57124" y="26898"/>
                  </a:lnTo>
                  <a:lnTo>
                    <a:pt x="26911" y="57099"/>
                  </a:lnTo>
                  <a:lnTo>
                    <a:pt x="7112" y="95415"/>
                  </a:lnTo>
                  <a:lnTo>
                    <a:pt x="0" y="139534"/>
                  </a:lnTo>
                  <a:lnTo>
                    <a:pt x="7112" y="183629"/>
                  </a:lnTo>
                  <a:lnTo>
                    <a:pt x="26911" y="221907"/>
                  </a:lnTo>
                  <a:lnTo>
                    <a:pt x="57124" y="252095"/>
                  </a:lnTo>
                  <a:lnTo>
                    <a:pt x="95427" y="271894"/>
                  </a:lnTo>
                  <a:lnTo>
                    <a:pt x="139534" y="279006"/>
                  </a:lnTo>
                  <a:lnTo>
                    <a:pt x="183629" y="271894"/>
                  </a:lnTo>
                  <a:lnTo>
                    <a:pt x="221919" y="252095"/>
                  </a:lnTo>
                  <a:lnTo>
                    <a:pt x="252120" y="221907"/>
                  </a:lnTo>
                  <a:lnTo>
                    <a:pt x="271932" y="183629"/>
                  </a:lnTo>
                  <a:lnTo>
                    <a:pt x="279044" y="139534"/>
                  </a:lnTo>
                  <a:close/>
                </a:path>
                <a:path w="1628139" h="279400">
                  <a:moveTo>
                    <a:pt x="728713" y="139534"/>
                  </a:moveTo>
                  <a:lnTo>
                    <a:pt x="721601" y="95415"/>
                  </a:lnTo>
                  <a:lnTo>
                    <a:pt x="701802" y="57099"/>
                  </a:lnTo>
                  <a:lnTo>
                    <a:pt x="671601" y="26898"/>
                  </a:lnTo>
                  <a:lnTo>
                    <a:pt x="633310" y="7099"/>
                  </a:lnTo>
                  <a:lnTo>
                    <a:pt x="589216" y="0"/>
                  </a:lnTo>
                  <a:lnTo>
                    <a:pt x="545109" y="7099"/>
                  </a:lnTo>
                  <a:lnTo>
                    <a:pt x="506793" y="26898"/>
                  </a:lnTo>
                  <a:lnTo>
                    <a:pt x="476592" y="57099"/>
                  </a:lnTo>
                  <a:lnTo>
                    <a:pt x="456780" y="95415"/>
                  </a:lnTo>
                  <a:lnTo>
                    <a:pt x="449668" y="139534"/>
                  </a:lnTo>
                  <a:lnTo>
                    <a:pt x="456780" y="183629"/>
                  </a:lnTo>
                  <a:lnTo>
                    <a:pt x="476592" y="221907"/>
                  </a:lnTo>
                  <a:lnTo>
                    <a:pt x="506793" y="252095"/>
                  </a:lnTo>
                  <a:lnTo>
                    <a:pt x="545109" y="271894"/>
                  </a:lnTo>
                  <a:lnTo>
                    <a:pt x="589216" y="279006"/>
                  </a:lnTo>
                  <a:lnTo>
                    <a:pt x="633310" y="271894"/>
                  </a:lnTo>
                  <a:lnTo>
                    <a:pt x="671601" y="252095"/>
                  </a:lnTo>
                  <a:lnTo>
                    <a:pt x="701802" y="221907"/>
                  </a:lnTo>
                  <a:lnTo>
                    <a:pt x="721601" y="183629"/>
                  </a:lnTo>
                  <a:lnTo>
                    <a:pt x="728713" y="139534"/>
                  </a:lnTo>
                  <a:close/>
                </a:path>
                <a:path w="1628139" h="279400">
                  <a:moveTo>
                    <a:pt x="1178394" y="139534"/>
                  </a:moveTo>
                  <a:lnTo>
                    <a:pt x="1171282" y="95415"/>
                  </a:lnTo>
                  <a:lnTo>
                    <a:pt x="1151470" y="57099"/>
                  </a:lnTo>
                  <a:lnTo>
                    <a:pt x="1121270" y="26898"/>
                  </a:lnTo>
                  <a:lnTo>
                    <a:pt x="1082967" y="7099"/>
                  </a:lnTo>
                  <a:lnTo>
                    <a:pt x="1038847" y="0"/>
                  </a:lnTo>
                  <a:lnTo>
                    <a:pt x="994765" y="7099"/>
                  </a:lnTo>
                  <a:lnTo>
                    <a:pt x="956462" y="26898"/>
                  </a:lnTo>
                  <a:lnTo>
                    <a:pt x="926261" y="57099"/>
                  </a:lnTo>
                  <a:lnTo>
                    <a:pt x="906462" y="95415"/>
                  </a:lnTo>
                  <a:lnTo>
                    <a:pt x="899350" y="139534"/>
                  </a:lnTo>
                  <a:lnTo>
                    <a:pt x="906462" y="183629"/>
                  </a:lnTo>
                  <a:lnTo>
                    <a:pt x="926261" y="221907"/>
                  </a:lnTo>
                  <a:lnTo>
                    <a:pt x="956462" y="252095"/>
                  </a:lnTo>
                  <a:lnTo>
                    <a:pt x="994765" y="271894"/>
                  </a:lnTo>
                  <a:lnTo>
                    <a:pt x="1038847" y="279006"/>
                  </a:lnTo>
                  <a:lnTo>
                    <a:pt x="1082967" y="271894"/>
                  </a:lnTo>
                  <a:lnTo>
                    <a:pt x="1121270" y="252095"/>
                  </a:lnTo>
                  <a:lnTo>
                    <a:pt x="1151470" y="221907"/>
                  </a:lnTo>
                  <a:lnTo>
                    <a:pt x="1171282" y="183629"/>
                  </a:lnTo>
                  <a:lnTo>
                    <a:pt x="1178394" y="139534"/>
                  </a:lnTo>
                  <a:close/>
                </a:path>
                <a:path w="1628139" h="279400">
                  <a:moveTo>
                    <a:pt x="1628076" y="139534"/>
                  </a:moveTo>
                  <a:lnTo>
                    <a:pt x="1620951" y="95415"/>
                  </a:lnTo>
                  <a:lnTo>
                    <a:pt x="1601139" y="57099"/>
                  </a:lnTo>
                  <a:lnTo>
                    <a:pt x="1570926" y="26898"/>
                  </a:lnTo>
                  <a:lnTo>
                    <a:pt x="1532623" y="7099"/>
                  </a:lnTo>
                  <a:lnTo>
                    <a:pt x="1488528" y="0"/>
                  </a:lnTo>
                  <a:lnTo>
                    <a:pt x="1444421" y="7099"/>
                  </a:lnTo>
                  <a:lnTo>
                    <a:pt x="1406105" y="26898"/>
                  </a:lnTo>
                  <a:lnTo>
                    <a:pt x="1375879" y="57099"/>
                  </a:lnTo>
                  <a:lnTo>
                    <a:pt x="1356067" y="95415"/>
                  </a:lnTo>
                  <a:lnTo>
                    <a:pt x="1348955" y="139534"/>
                  </a:lnTo>
                  <a:lnTo>
                    <a:pt x="1356067" y="183629"/>
                  </a:lnTo>
                  <a:lnTo>
                    <a:pt x="1375879" y="221907"/>
                  </a:lnTo>
                  <a:lnTo>
                    <a:pt x="1406105" y="252095"/>
                  </a:lnTo>
                  <a:lnTo>
                    <a:pt x="1444421" y="271894"/>
                  </a:lnTo>
                  <a:lnTo>
                    <a:pt x="1488528" y="279006"/>
                  </a:lnTo>
                  <a:lnTo>
                    <a:pt x="1532623" y="271894"/>
                  </a:lnTo>
                  <a:lnTo>
                    <a:pt x="1570926" y="252095"/>
                  </a:lnTo>
                  <a:lnTo>
                    <a:pt x="1601139" y="221907"/>
                  </a:lnTo>
                  <a:lnTo>
                    <a:pt x="1620951" y="183629"/>
                  </a:lnTo>
                  <a:lnTo>
                    <a:pt x="1628076" y="139534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/>
          <p:cNvSpPr/>
          <p:nvPr/>
        </p:nvSpPr>
        <p:spPr>
          <a:xfrm>
            <a:off x="6844094" y="2895427"/>
            <a:ext cx="462280" cy="233679"/>
          </a:xfrm>
          <a:custGeom>
            <a:avLst/>
            <a:gdLst/>
            <a:ahLst/>
            <a:cxnLst/>
            <a:rect l="l" t="t" r="r" b="b"/>
            <a:pathLst>
              <a:path w="462279" h="233680">
                <a:moveTo>
                  <a:pt x="462086" y="233527"/>
                </a:moveTo>
                <a:lnTo>
                  <a:pt x="284557" y="233527"/>
                </a:lnTo>
                <a:lnTo>
                  <a:pt x="284557" y="233125"/>
                </a:lnTo>
                <a:lnTo>
                  <a:pt x="284631" y="232687"/>
                </a:lnTo>
                <a:lnTo>
                  <a:pt x="284631" y="232285"/>
                </a:lnTo>
                <a:lnTo>
                  <a:pt x="280450" y="211590"/>
                </a:lnTo>
                <a:lnTo>
                  <a:pt x="269051" y="194697"/>
                </a:lnTo>
                <a:lnTo>
                  <a:pt x="252145" y="183310"/>
                </a:lnTo>
                <a:lnTo>
                  <a:pt x="231445" y="179136"/>
                </a:lnTo>
                <a:lnTo>
                  <a:pt x="210766" y="183310"/>
                </a:lnTo>
                <a:lnTo>
                  <a:pt x="193870" y="194697"/>
                </a:lnTo>
                <a:lnTo>
                  <a:pt x="182475" y="211590"/>
                </a:lnTo>
                <a:lnTo>
                  <a:pt x="178295" y="232285"/>
                </a:lnTo>
                <a:lnTo>
                  <a:pt x="178295" y="232687"/>
                </a:lnTo>
                <a:lnTo>
                  <a:pt x="178332" y="233125"/>
                </a:lnTo>
                <a:lnTo>
                  <a:pt x="178332" y="233527"/>
                </a:lnTo>
                <a:lnTo>
                  <a:pt x="0" y="233527"/>
                </a:lnTo>
                <a:lnTo>
                  <a:pt x="0" y="231079"/>
                </a:lnTo>
                <a:lnTo>
                  <a:pt x="4692" y="184516"/>
                </a:lnTo>
                <a:lnTo>
                  <a:pt x="18152" y="141144"/>
                </a:lnTo>
                <a:lnTo>
                  <a:pt x="39450" y="101892"/>
                </a:lnTo>
                <a:lnTo>
                  <a:pt x="67660" y="67691"/>
                </a:lnTo>
                <a:lnTo>
                  <a:pt x="101852" y="39472"/>
                </a:lnTo>
                <a:lnTo>
                  <a:pt x="141098" y="18163"/>
                </a:lnTo>
                <a:lnTo>
                  <a:pt x="184471" y="4695"/>
                </a:lnTo>
                <a:lnTo>
                  <a:pt x="231043" y="0"/>
                </a:lnTo>
                <a:lnTo>
                  <a:pt x="277615" y="4695"/>
                </a:lnTo>
                <a:lnTo>
                  <a:pt x="320988" y="18163"/>
                </a:lnTo>
                <a:lnTo>
                  <a:pt x="360234" y="39472"/>
                </a:lnTo>
                <a:lnTo>
                  <a:pt x="394426" y="67691"/>
                </a:lnTo>
                <a:lnTo>
                  <a:pt x="422635" y="101892"/>
                </a:lnTo>
                <a:lnTo>
                  <a:pt x="443934" y="141144"/>
                </a:lnTo>
                <a:lnTo>
                  <a:pt x="457393" y="184516"/>
                </a:lnTo>
                <a:lnTo>
                  <a:pt x="462086" y="231079"/>
                </a:lnTo>
                <a:lnTo>
                  <a:pt x="462086" y="233527"/>
                </a:lnTo>
                <a:close/>
              </a:path>
            </a:pathLst>
          </a:custGeom>
          <a:solidFill>
            <a:srgbClr val="A5B7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397856" y="2894258"/>
            <a:ext cx="462280" cy="233679"/>
          </a:xfrm>
          <a:custGeom>
            <a:avLst/>
            <a:gdLst/>
            <a:ahLst/>
            <a:cxnLst/>
            <a:rect l="l" t="t" r="r" b="b"/>
            <a:pathLst>
              <a:path w="462279" h="233680">
                <a:moveTo>
                  <a:pt x="462049" y="233453"/>
                </a:moveTo>
                <a:lnTo>
                  <a:pt x="284557" y="233453"/>
                </a:lnTo>
                <a:lnTo>
                  <a:pt x="284557" y="233052"/>
                </a:lnTo>
                <a:lnTo>
                  <a:pt x="284630" y="232650"/>
                </a:lnTo>
                <a:lnTo>
                  <a:pt x="284630" y="232248"/>
                </a:lnTo>
                <a:lnTo>
                  <a:pt x="280450" y="211548"/>
                </a:lnTo>
                <a:lnTo>
                  <a:pt x="269051" y="194642"/>
                </a:lnTo>
                <a:lnTo>
                  <a:pt x="252145" y="183243"/>
                </a:lnTo>
                <a:lnTo>
                  <a:pt x="231445" y="179062"/>
                </a:lnTo>
                <a:lnTo>
                  <a:pt x="210750" y="183243"/>
                </a:lnTo>
                <a:lnTo>
                  <a:pt x="193856" y="194642"/>
                </a:lnTo>
                <a:lnTo>
                  <a:pt x="182470" y="211548"/>
                </a:lnTo>
                <a:lnTo>
                  <a:pt x="178295" y="232248"/>
                </a:lnTo>
                <a:lnTo>
                  <a:pt x="178295" y="232650"/>
                </a:lnTo>
                <a:lnTo>
                  <a:pt x="178331" y="233052"/>
                </a:lnTo>
                <a:lnTo>
                  <a:pt x="178331" y="233453"/>
                </a:lnTo>
                <a:lnTo>
                  <a:pt x="0" y="233453"/>
                </a:lnTo>
                <a:lnTo>
                  <a:pt x="0" y="231079"/>
                </a:lnTo>
                <a:lnTo>
                  <a:pt x="4692" y="184506"/>
                </a:lnTo>
                <a:lnTo>
                  <a:pt x="18152" y="141129"/>
                </a:lnTo>
                <a:lnTo>
                  <a:pt x="39450" y="101876"/>
                </a:lnTo>
                <a:lnTo>
                  <a:pt x="67660" y="67678"/>
                </a:lnTo>
                <a:lnTo>
                  <a:pt x="101851" y="39462"/>
                </a:lnTo>
                <a:lnTo>
                  <a:pt x="141098" y="18158"/>
                </a:lnTo>
                <a:lnTo>
                  <a:pt x="184471" y="4694"/>
                </a:lnTo>
                <a:lnTo>
                  <a:pt x="231042" y="0"/>
                </a:lnTo>
                <a:lnTo>
                  <a:pt x="277604" y="4695"/>
                </a:lnTo>
                <a:lnTo>
                  <a:pt x="320971" y="18163"/>
                </a:lnTo>
                <a:lnTo>
                  <a:pt x="360216" y="39472"/>
                </a:lnTo>
                <a:lnTo>
                  <a:pt x="394408" y="67692"/>
                </a:lnTo>
                <a:lnTo>
                  <a:pt x="422617" y="101892"/>
                </a:lnTo>
                <a:lnTo>
                  <a:pt x="443913" y="141144"/>
                </a:lnTo>
                <a:lnTo>
                  <a:pt x="457367" y="184517"/>
                </a:lnTo>
                <a:lnTo>
                  <a:pt x="462049" y="231079"/>
                </a:lnTo>
                <a:lnTo>
                  <a:pt x="462049" y="233453"/>
                </a:lnTo>
                <a:close/>
              </a:path>
            </a:pathLst>
          </a:custGeom>
          <a:solidFill>
            <a:srgbClr val="A5B7C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39202" y="3151173"/>
            <a:ext cx="1617712" cy="346616"/>
          </a:xfrm>
          <a:prstGeom prst="rect">
            <a:avLst/>
          </a:prstGeom>
        </p:spPr>
      </p:pic>
      <p:sp>
        <p:nvSpPr>
          <p:cNvPr id="133" name="object 133"/>
          <p:cNvSpPr/>
          <p:nvPr/>
        </p:nvSpPr>
        <p:spPr>
          <a:xfrm>
            <a:off x="7125688" y="3201640"/>
            <a:ext cx="455930" cy="233679"/>
          </a:xfrm>
          <a:custGeom>
            <a:avLst/>
            <a:gdLst/>
            <a:ahLst/>
            <a:cxnLst/>
            <a:rect l="l" t="t" r="r" b="b"/>
            <a:pathLst>
              <a:path w="455929" h="233679">
                <a:moveTo>
                  <a:pt x="227901" y="233454"/>
                </a:moveTo>
                <a:lnTo>
                  <a:pt x="181954" y="228758"/>
                </a:lnTo>
                <a:lnTo>
                  <a:pt x="139161" y="215291"/>
                </a:lnTo>
                <a:lnTo>
                  <a:pt x="100439" y="193984"/>
                </a:lnTo>
                <a:lnTo>
                  <a:pt x="66705" y="165766"/>
                </a:lnTo>
                <a:lnTo>
                  <a:pt x="38877" y="131570"/>
                </a:lnTo>
                <a:lnTo>
                  <a:pt x="17872" y="92324"/>
                </a:lnTo>
                <a:lnTo>
                  <a:pt x="4607" y="48961"/>
                </a:lnTo>
                <a:lnTo>
                  <a:pt x="0" y="2410"/>
                </a:lnTo>
                <a:lnTo>
                  <a:pt x="0" y="0"/>
                </a:lnTo>
                <a:lnTo>
                  <a:pt x="175081" y="0"/>
                </a:lnTo>
                <a:lnTo>
                  <a:pt x="175081" y="438"/>
                </a:lnTo>
                <a:lnTo>
                  <a:pt x="175007" y="840"/>
                </a:lnTo>
                <a:lnTo>
                  <a:pt x="175007" y="1168"/>
                </a:lnTo>
                <a:lnTo>
                  <a:pt x="179125" y="21911"/>
                </a:lnTo>
                <a:lnTo>
                  <a:pt x="190358" y="38838"/>
                </a:lnTo>
                <a:lnTo>
                  <a:pt x="207031" y="50246"/>
                </a:lnTo>
                <a:lnTo>
                  <a:pt x="227463" y="54427"/>
                </a:lnTo>
                <a:lnTo>
                  <a:pt x="247885" y="50246"/>
                </a:lnTo>
                <a:lnTo>
                  <a:pt x="264571" y="38838"/>
                </a:lnTo>
                <a:lnTo>
                  <a:pt x="275826" y="21911"/>
                </a:lnTo>
                <a:lnTo>
                  <a:pt x="279954" y="1168"/>
                </a:lnTo>
                <a:lnTo>
                  <a:pt x="279954" y="840"/>
                </a:lnTo>
                <a:lnTo>
                  <a:pt x="279881" y="438"/>
                </a:lnTo>
                <a:lnTo>
                  <a:pt x="279881" y="0"/>
                </a:lnTo>
                <a:lnTo>
                  <a:pt x="455839" y="0"/>
                </a:lnTo>
                <a:lnTo>
                  <a:pt x="455839" y="2410"/>
                </a:lnTo>
                <a:lnTo>
                  <a:pt x="451208" y="48961"/>
                </a:lnTo>
                <a:lnTo>
                  <a:pt x="437925" y="92324"/>
                </a:lnTo>
                <a:lnTo>
                  <a:pt x="416909" y="131570"/>
                </a:lnTo>
                <a:lnTo>
                  <a:pt x="389074" y="165766"/>
                </a:lnTo>
                <a:lnTo>
                  <a:pt x="355340" y="193984"/>
                </a:lnTo>
                <a:lnTo>
                  <a:pt x="316621" y="215291"/>
                </a:lnTo>
                <a:lnTo>
                  <a:pt x="273836" y="228758"/>
                </a:lnTo>
                <a:lnTo>
                  <a:pt x="227901" y="233454"/>
                </a:lnTo>
                <a:close/>
              </a:path>
            </a:pathLst>
          </a:custGeom>
          <a:solidFill>
            <a:srgbClr val="869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688801" y="3201640"/>
            <a:ext cx="455930" cy="233679"/>
          </a:xfrm>
          <a:custGeom>
            <a:avLst/>
            <a:gdLst/>
            <a:ahLst/>
            <a:cxnLst/>
            <a:rect l="l" t="t" r="r" b="b"/>
            <a:pathLst>
              <a:path w="455929" h="233679">
                <a:moveTo>
                  <a:pt x="227901" y="233454"/>
                </a:moveTo>
                <a:lnTo>
                  <a:pt x="181954" y="228758"/>
                </a:lnTo>
                <a:lnTo>
                  <a:pt x="139161" y="215291"/>
                </a:lnTo>
                <a:lnTo>
                  <a:pt x="100439" y="193984"/>
                </a:lnTo>
                <a:lnTo>
                  <a:pt x="66705" y="165766"/>
                </a:lnTo>
                <a:lnTo>
                  <a:pt x="38877" y="131570"/>
                </a:lnTo>
                <a:lnTo>
                  <a:pt x="17871" y="92324"/>
                </a:lnTo>
                <a:lnTo>
                  <a:pt x="4607" y="48961"/>
                </a:lnTo>
                <a:lnTo>
                  <a:pt x="0" y="2410"/>
                </a:lnTo>
                <a:lnTo>
                  <a:pt x="0" y="0"/>
                </a:lnTo>
                <a:lnTo>
                  <a:pt x="175080" y="0"/>
                </a:lnTo>
                <a:lnTo>
                  <a:pt x="175080" y="438"/>
                </a:lnTo>
                <a:lnTo>
                  <a:pt x="175007" y="840"/>
                </a:lnTo>
                <a:lnTo>
                  <a:pt x="175007" y="1168"/>
                </a:lnTo>
                <a:lnTo>
                  <a:pt x="179135" y="21911"/>
                </a:lnTo>
                <a:lnTo>
                  <a:pt x="190386" y="38838"/>
                </a:lnTo>
                <a:lnTo>
                  <a:pt x="207062" y="50246"/>
                </a:lnTo>
                <a:lnTo>
                  <a:pt x="227463" y="54427"/>
                </a:lnTo>
                <a:lnTo>
                  <a:pt x="247885" y="50246"/>
                </a:lnTo>
                <a:lnTo>
                  <a:pt x="264571" y="38838"/>
                </a:lnTo>
                <a:lnTo>
                  <a:pt x="275826" y="21911"/>
                </a:lnTo>
                <a:lnTo>
                  <a:pt x="279954" y="1168"/>
                </a:lnTo>
                <a:lnTo>
                  <a:pt x="279954" y="840"/>
                </a:lnTo>
                <a:lnTo>
                  <a:pt x="279881" y="438"/>
                </a:lnTo>
                <a:lnTo>
                  <a:pt x="279881" y="0"/>
                </a:lnTo>
                <a:lnTo>
                  <a:pt x="455839" y="0"/>
                </a:lnTo>
                <a:lnTo>
                  <a:pt x="455839" y="2410"/>
                </a:lnTo>
                <a:lnTo>
                  <a:pt x="451208" y="48961"/>
                </a:lnTo>
                <a:lnTo>
                  <a:pt x="437926" y="92324"/>
                </a:lnTo>
                <a:lnTo>
                  <a:pt x="416909" y="131570"/>
                </a:lnTo>
                <a:lnTo>
                  <a:pt x="389074" y="165766"/>
                </a:lnTo>
                <a:lnTo>
                  <a:pt x="355339" y="193984"/>
                </a:lnTo>
                <a:lnTo>
                  <a:pt x="316621" y="215291"/>
                </a:lnTo>
                <a:lnTo>
                  <a:pt x="273836" y="228758"/>
                </a:lnTo>
                <a:lnTo>
                  <a:pt x="227901" y="233454"/>
                </a:lnTo>
                <a:close/>
              </a:path>
            </a:pathLst>
          </a:custGeom>
          <a:solidFill>
            <a:srgbClr val="869FB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7" name="object 137"/>
          <p:cNvGrpSpPr/>
          <p:nvPr/>
        </p:nvGrpSpPr>
        <p:grpSpPr>
          <a:xfrm>
            <a:off x="7790262" y="2894258"/>
            <a:ext cx="633095" cy="309245"/>
            <a:chOff x="7790262" y="2894258"/>
            <a:chExt cx="633095" cy="309245"/>
          </a:xfrm>
        </p:grpSpPr>
        <p:sp>
          <p:nvSpPr>
            <p:cNvPr id="138" name="object 138"/>
            <p:cNvSpPr/>
            <p:nvPr/>
          </p:nvSpPr>
          <p:spPr>
            <a:xfrm>
              <a:off x="7960970" y="2894258"/>
              <a:ext cx="462280" cy="233679"/>
            </a:xfrm>
            <a:custGeom>
              <a:avLst/>
              <a:gdLst/>
              <a:ahLst/>
              <a:cxnLst/>
              <a:rect l="l" t="t" r="r" b="b"/>
              <a:pathLst>
                <a:path w="462279" h="233680">
                  <a:moveTo>
                    <a:pt x="462049" y="233453"/>
                  </a:moveTo>
                  <a:lnTo>
                    <a:pt x="284557" y="233453"/>
                  </a:lnTo>
                  <a:lnTo>
                    <a:pt x="284557" y="233052"/>
                  </a:lnTo>
                  <a:lnTo>
                    <a:pt x="284630" y="232650"/>
                  </a:lnTo>
                  <a:lnTo>
                    <a:pt x="284630" y="232248"/>
                  </a:lnTo>
                  <a:lnTo>
                    <a:pt x="280450" y="211548"/>
                  </a:lnTo>
                  <a:lnTo>
                    <a:pt x="269051" y="194642"/>
                  </a:lnTo>
                  <a:lnTo>
                    <a:pt x="252145" y="183243"/>
                  </a:lnTo>
                  <a:lnTo>
                    <a:pt x="231445" y="179062"/>
                  </a:lnTo>
                  <a:lnTo>
                    <a:pt x="210750" y="183243"/>
                  </a:lnTo>
                  <a:lnTo>
                    <a:pt x="193857" y="194642"/>
                  </a:lnTo>
                  <a:lnTo>
                    <a:pt x="182470" y="211548"/>
                  </a:lnTo>
                  <a:lnTo>
                    <a:pt x="178296" y="232248"/>
                  </a:lnTo>
                  <a:lnTo>
                    <a:pt x="178296" y="232650"/>
                  </a:lnTo>
                  <a:lnTo>
                    <a:pt x="178332" y="233052"/>
                  </a:lnTo>
                  <a:lnTo>
                    <a:pt x="178332" y="233453"/>
                  </a:lnTo>
                  <a:lnTo>
                    <a:pt x="0" y="233453"/>
                  </a:lnTo>
                  <a:lnTo>
                    <a:pt x="0" y="231079"/>
                  </a:lnTo>
                  <a:lnTo>
                    <a:pt x="4692" y="184506"/>
                  </a:lnTo>
                  <a:lnTo>
                    <a:pt x="18152" y="141129"/>
                  </a:lnTo>
                  <a:lnTo>
                    <a:pt x="39450" y="101876"/>
                  </a:lnTo>
                  <a:lnTo>
                    <a:pt x="67660" y="67678"/>
                  </a:lnTo>
                  <a:lnTo>
                    <a:pt x="101851" y="39462"/>
                  </a:lnTo>
                  <a:lnTo>
                    <a:pt x="141098" y="18158"/>
                  </a:lnTo>
                  <a:lnTo>
                    <a:pt x="184471" y="4694"/>
                  </a:lnTo>
                  <a:lnTo>
                    <a:pt x="231043" y="0"/>
                  </a:lnTo>
                  <a:lnTo>
                    <a:pt x="277604" y="4695"/>
                  </a:lnTo>
                  <a:lnTo>
                    <a:pt x="320972" y="18163"/>
                  </a:lnTo>
                  <a:lnTo>
                    <a:pt x="360216" y="39472"/>
                  </a:lnTo>
                  <a:lnTo>
                    <a:pt x="394408" y="67692"/>
                  </a:lnTo>
                  <a:lnTo>
                    <a:pt x="422617" y="101892"/>
                  </a:lnTo>
                  <a:lnTo>
                    <a:pt x="443913" y="141144"/>
                  </a:lnTo>
                  <a:lnTo>
                    <a:pt x="457367" y="184517"/>
                  </a:lnTo>
                  <a:lnTo>
                    <a:pt x="462049" y="231079"/>
                  </a:lnTo>
                  <a:lnTo>
                    <a:pt x="462049" y="233453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65249" y="3124093"/>
              <a:ext cx="241343" cy="7886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90262" y="3124093"/>
              <a:ext cx="241381" cy="78865"/>
            </a:xfrm>
            <a:prstGeom prst="rect">
              <a:avLst/>
            </a:prstGeom>
          </p:spPr>
        </p:pic>
      </p:grpSp>
      <p:grpSp>
        <p:nvGrpSpPr>
          <p:cNvPr id="170" name="object 170"/>
          <p:cNvGrpSpPr/>
          <p:nvPr/>
        </p:nvGrpSpPr>
        <p:grpSpPr>
          <a:xfrm>
            <a:off x="5367460" y="3027902"/>
            <a:ext cx="1214755" cy="372745"/>
            <a:chOff x="5367460" y="3027902"/>
            <a:chExt cx="1214755" cy="372745"/>
          </a:xfrm>
        </p:grpSpPr>
        <p:sp>
          <p:nvSpPr>
            <p:cNvPr id="171" name="object 171"/>
            <p:cNvSpPr/>
            <p:nvPr/>
          </p:nvSpPr>
          <p:spPr>
            <a:xfrm>
              <a:off x="5950498" y="3027979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186098" y="372443"/>
                  </a:moveTo>
                  <a:lnTo>
                    <a:pt x="137161" y="365906"/>
                  </a:lnTo>
                  <a:lnTo>
                    <a:pt x="92392" y="347156"/>
                  </a:lnTo>
                  <a:lnTo>
                    <a:pt x="53993" y="317485"/>
                  </a:lnTo>
                  <a:lnTo>
                    <a:pt x="24164" y="278184"/>
                  </a:lnTo>
                  <a:lnTo>
                    <a:pt x="6769" y="236656"/>
                  </a:lnTo>
                  <a:lnTo>
                    <a:pt x="0" y="192146"/>
                  </a:lnTo>
                  <a:lnTo>
                    <a:pt x="38" y="190795"/>
                  </a:lnTo>
                  <a:lnTo>
                    <a:pt x="38" y="188441"/>
                  </a:lnTo>
                  <a:lnTo>
                    <a:pt x="48251" y="188441"/>
                  </a:lnTo>
                  <a:lnTo>
                    <a:pt x="48251" y="190718"/>
                  </a:lnTo>
                  <a:lnTo>
                    <a:pt x="48329" y="191838"/>
                  </a:lnTo>
                  <a:lnTo>
                    <a:pt x="48329" y="192146"/>
                  </a:lnTo>
                  <a:lnTo>
                    <a:pt x="56805" y="234237"/>
                  </a:lnTo>
                  <a:lnTo>
                    <a:pt x="76958" y="270502"/>
                  </a:lnTo>
                  <a:lnTo>
                    <a:pt x="106642" y="298916"/>
                  </a:lnTo>
                  <a:lnTo>
                    <a:pt x="143711" y="317450"/>
                  </a:lnTo>
                  <a:lnTo>
                    <a:pt x="186021" y="324079"/>
                  </a:lnTo>
                  <a:lnTo>
                    <a:pt x="187294" y="324079"/>
                  </a:lnTo>
                  <a:lnTo>
                    <a:pt x="230564" y="316723"/>
                  </a:lnTo>
                  <a:lnTo>
                    <a:pt x="267641" y="297359"/>
                  </a:lnTo>
                  <a:lnTo>
                    <a:pt x="296994" y="268093"/>
                  </a:lnTo>
                  <a:lnTo>
                    <a:pt x="316478" y="231072"/>
                  </a:lnTo>
                  <a:lnTo>
                    <a:pt x="323944" y="188441"/>
                  </a:lnTo>
                  <a:lnTo>
                    <a:pt x="323944" y="187708"/>
                  </a:lnTo>
                  <a:lnTo>
                    <a:pt x="324021" y="186974"/>
                  </a:lnTo>
                  <a:lnTo>
                    <a:pt x="324021" y="186202"/>
                  </a:lnTo>
                  <a:lnTo>
                    <a:pt x="317254" y="143405"/>
                  </a:lnTo>
                  <a:lnTo>
                    <a:pt x="298361" y="106043"/>
                  </a:lnTo>
                  <a:lnTo>
                    <a:pt x="269458" y="76292"/>
                  </a:lnTo>
                  <a:lnTo>
                    <a:pt x="232657" y="56328"/>
                  </a:lnTo>
                  <a:lnTo>
                    <a:pt x="190074" y="48326"/>
                  </a:lnTo>
                  <a:lnTo>
                    <a:pt x="188723" y="48248"/>
                  </a:lnTo>
                  <a:lnTo>
                    <a:pt x="186252" y="48248"/>
                  </a:lnTo>
                  <a:lnTo>
                    <a:pt x="186252" y="38"/>
                  </a:lnTo>
                  <a:lnTo>
                    <a:pt x="187487" y="38"/>
                  </a:lnTo>
                  <a:lnTo>
                    <a:pt x="188723" y="0"/>
                  </a:lnTo>
                  <a:lnTo>
                    <a:pt x="189958" y="0"/>
                  </a:lnTo>
                  <a:lnTo>
                    <a:pt x="197859" y="339"/>
                  </a:lnTo>
                  <a:lnTo>
                    <a:pt x="236148" y="6788"/>
                  </a:lnTo>
                  <a:lnTo>
                    <a:pt x="277892" y="24201"/>
                  </a:lnTo>
                  <a:lnTo>
                    <a:pt x="317318" y="54008"/>
                  </a:lnTo>
                  <a:lnTo>
                    <a:pt x="347066" y="92435"/>
                  </a:lnTo>
                  <a:lnTo>
                    <a:pt x="365842" y="137245"/>
                  </a:lnTo>
                  <a:lnTo>
                    <a:pt x="372350" y="186202"/>
                  </a:lnTo>
                  <a:lnTo>
                    <a:pt x="372350" y="186974"/>
                  </a:lnTo>
                  <a:lnTo>
                    <a:pt x="372312" y="187708"/>
                  </a:lnTo>
                  <a:lnTo>
                    <a:pt x="372312" y="188441"/>
                  </a:lnTo>
                  <a:lnTo>
                    <a:pt x="365182" y="237413"/>
                  </a:lnTo>
                  <a:lnTo>
                    <a:pt x="346183" y="281384"/>
                  </a:lnTo>
                  <a:lnTo>
                    <a:pt x="317044" y="318612"/>
                  </a:lnTo>
                  <a:lnTo>
                    <a:pt x="279496" y="347358"/>
                  </a:lnTo>
                  <a:lnTo>
                    <a:pt x="235271" y="365882"/>
                  </a:lnTo>
                  <a:lnTo>
                    <a:pt x="186098" y="372443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243368" y="3128105"/>
              <a:ext cx="338455" cy="173355"/>
            </a:xfrm>
            <a:custGeom>
              <a:avLst/>
              <a:gdLst/>
              <a:ahLst/>
              <a:cxnLst/>
              <a:rect l="l" t="t" r="r" b="b"/>
              <a:pathLst>
                <a:path w="338454" h="173354">
                  <a:moveTo>
                    <a:pt x="256353" y="172731"/>
                  </a:moveTo>
                  <a:lnTo>
                    <a:pt x="0" y="172731"/>
                  </a:lnTo>
                  <a:lnTo>
                    <a:pt x="22926" y="131624"/>
                  </a:lnTo>
                  <a:lnTo>
                    <a:pt x="30664" y="86438"/>
                  </a:lnTo>
                  <a:lnTo>
                    <a:pt x="23195" y="41216"/>
                  </a:lnTo>
                  <a:lnTo>
                    <a:pt x="501" y="0"/>
                  </a:lnTo>
                  <a:lnTo>
                    <a:pt x="256469" y="0"/>
                  </a:lnTo>
                  <a:lnTo>
                    <a:pt x="288275" y="6429"/>
                  </a:lnTo>
                  <a:lnTo>
                    <a:pt x="314255" y="23965"/>
                  </a:lnTo>
                  <a:lnTo>
                    <a:pt x="331781" y="49975"/>
                  </a:lnTo>
                  <a:lnTo>
                    <a:pt x="338227" y="81830"/>
                  </a:lnTo>
                  <a:lnTo>
                    <a:pt x="338227" y="90862"/>
                  </a:lnTo>
                  <a:lnTo>
                    <a:pt x="331796" y="122739"/>
                  </a:lnTo>
                  <a:lnTo>
                    <a:pt x="314255" y="148761"/>
                  </a:lnTo>
                  <a:lnTo>
                    <a:pt x="288232" y="166301"/>
                  </a:lnTo>
                  <a:lnTo>
                    <a:pt x="256353" y="172731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047658" y="3125133"/>
              <a:ext cx="176679" cy="176629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5626476" y="3027902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188838" y="372405"/>
                  </a:moveTo>
                  <a:lnTo>
                    <a:pt x="184863" y="372405"/>
                  </a:lnTo>
                  <a:lnTo>
                    <a:pt x="183550" y="372328"/>
                  </a:lnTo>
                  <a:lnTo>
                    <a:pt x="182315" y="372328"/>
                  </a:lnTo>
                  <a:lnTo>
                    <a:pt x="134002" y="364974"/>
                  </a:lnTo>
                  <a:lnTo>
                    <a:pt x="90647" y="346072"/>
                  </a:lnTo>
                  <a:lnTo>
                    <a:pt x="53911" y="317295"/>
                  </a:lnTo>
                  <a:lnTo>
                    <a:pt x="25452" y="280316"/>
                  </a:lnTo>
                  <a:lnTo>
                    <a:pt x="6929" y="236807"/>
                  </a:lnTo>
                  <a:lnTo>
                    <a:pt x="0" y="188441"/>
                  </a:lnTo>
                  <a:lnTo>
                    <a:pt x="0" y="186241"/>
                  </a:lnTo>
                  <a:lnTo>
                    <a:pt x="6646" y="136728"/>
                  </a:lnTo>
                  <a:lnTo>
                    <a:pt x="25406" y="92238"/>
                  </a:lnTo>
                  <a:lnTo>
                    <a:pt x="54510" y="54545"/>
                  </a:lnTo>
                  <a:lnTo>
                    <a:pt x="92186" y="25425"/>
                  </a:lnTo>
                  <a:lnTo>
                    <a:pt x="136664" y="6652"/>
                  </a:lnTo>
                  <a:lnTo>
                    <a:pt x="186175" y="0"/>
                  </a:lnTo>
                  <a:lnTo>
                    <a:pt x="235101" y="6531"/>
                  </a:lnTo>
                  <a:lnTo>
                    <a:pt x="279880" y="25272"/>
                  </a:lnTo>
                  <a:lnTo>
                    <a:pt x="318290" y="54942"/>
                  </a:lnTo>
                  <a:lnTo>
                    <a:pt x="348109" y="94259"/>
                  </a:lnTo>
                  <a:lnTo>
                    <a:pt x="365489" y="135802"/>
                  </a:lnTo>
                  <a:lnTo>
                    <a:pt x="372273" y="180297"/>
                  </a:lnTo>
                  <a:lnTo>
                    <a:pt x="372273" y="180606"/>
                  </a:lnTo>
                  <a:lnTo>
                    <a:pt x="372234" y="182458"/>
                  </a:lnTo>
                  <a:lnTo>
                    <a:pt x="372234" y="184388"/>
                  </a:lnTo>
                  <a:lnTo>
                    <a:pt x="372157" y="186164"/>
                  </a:lnTo>
                  <a:lnTo>
                    <a:pt x="372157" y="186897"/>
                  </a:lnTo>
                  <a:lnTo>
                    <a:pt x="372234" y="187669"/>
                  </a:lnTo>
                  <a:lnTo>
                    <a:pt x="372234" y="188441"/>
                  </a:lnTo>
                  <a:lnTo>
                    <a:pt x="324060" y="188441"/>
                  </a:lnTo>
                  <a:lnTo>
                    <a:pt x="324060" y="182265"/>
                  </a:lnTo>
                  <a:lnTo>
                    <a:pt x="323944" y="180374"/>
                  </a:lnTo>
                  <a:lnTo>
                    <a:pt x="323944" y="180220"/>
                  </a:lnTo>
                  <a:lnTo>
                    <a:pt x="315549" y="138307"/>
                  </a:lnTo>
                  <a:lnTo>
                    <a:pt x="295472" y="102064"/>
                  </a:lnTo>
                  <a:lnTo>
                    <a:pt x="265815" y="73584"/>
                  </a:lnTo>
                  <a:lnTo>
                    <a:pt x="228682" y="54960"/>
                  </a:lnTo>
                  <a:lnTo>
                    <a:pt x="186175" y="48287"/>
                  </a:lnTo>
                  <a:lnTo>
                    <a:pt x="142585" y="55315"/>
                  </a:lnTo>
                  <a:lnTo>
                    <a:pt x="104724" y="74887"/>
                  </a:lnTo>
                  <a:lnTo>
                    <a:pt x="74866" y="104732"/>
                  </a:lnTo>
                  <a:lnTo>
                    <a:pt x="55284" y="142581"/>
                  </a:lnTo>
                  <a:lnTo>
                    <a:pt x="48251" y="186164"/>
                  </a:lnTo>
                  <a:lnTo>
                    <a:pt x="48251" y="186897"/>
                  </a:lnTo>
                  <a:lnTo>
                    <a:pt x="48329" y="187669"/>
                  </a:lnTo>
                  <a:lnTo>
                    <a:pt x="48329" y="188441"/>
                  </a:lnTo>
                  <a:lnTo>
                    <a:pt x="55641" y="230691"/>
                  </a:lnTo>
                  <a:lnTo>
                    <a:pt x="74792" y="267474"/>
                  </a:lnTo>
                  <a:lnTo>
                    <a:pt x="103684" y="296689"/>
                  </a:lnTo>
                  <a:lnTo>
                    <a:pt x="140224" y="316233"/>
                  </a:lnTo>
                  <a:lnTo>
                    <a:pt x="182315" y="324002"/>
                  </a:lnTo>
                  <a:lnTo>
                    <a:pt x="183550" y="324079"/>
                  </a:lnTo>
                  <a:lnTo>
                    <a:pt x="188838" y="324079"/>
                  </a:lnTo>
                  <a:lnTo>
                    <a:pt x="190074" y="324002"/>
                  </a:lnTo>
                  <a:lnTo>
                    <a:pt x="213070" y="325894"/>
                  </a:lnTo>
                  <a:lnTo>
                    <a:pt x="235571" y="330598"/>
                  </a:lnTo>
                  <a:lnTo>
                    <a:pt x="257326" y="338044"/>
                  </a:lnTo>
                  <a:lnTo>
                    <a:pt x="278085" y="348165"/>
                  </a:lnTo>
                  <a:lnTo>
                    <a:pt x="257326" y="358313"/>
                  </a:lnTo>
                  <a:lnTo>
                    <a:pt x="235571" y="365776"/>
                  </a:lnTo>
                  <a:lnTo>
                    <a:pt x="213070" y="370474"/>
                  </a:lnTo>
                  <a:lnTo>
                    <a:pt x="190074" y="372328"/>
                  </a:lnTo>
                  <a:lnTo>
                    <a:pt x="188838" y="372405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367460" y="3128260"/>
              <a:ext cx="338455" cy="173355"/>
            </a:xfrm>
            <a:custGeom>
              <a:avLst/>
              <a:gdLst/>
              <a:ahLst/>
              <a:cxnLst/>
              <a:rect l="l" t="t" r="r" b="b"/>
              <a:pathLst>
                <a:path w="338454" h="173354">
                  <a:moveTo>
                    <a:pt x="338072" y="172847"/>
                  </a:moveTo>
                  <a:lnTo>
                    <a:pt x="81912" y="172847"/>
                  </a:lnTo>
                  <a:lnTo>
                    <a:pt x="50027" y="166411"/>
                  </a:lnTo>
                  <a:lnTo>
                    <a:pt x="23990" y="148858"/>
                  </a:lnTo>
                  <a:lnTo>
                    <a:pt x="6436" y="122822"/>
                  </a:lnTo>
                  <a:lnTo>
                    <a:pt x="0" y="90939"/>
                  </a:lnTo>
                  <a:lnTo>
                    <a:pt x="0" y="81907"/>
                  </a:lnTo>
                  <a:lnTo>
                    <a:pt x="6436" y="50024"/>
                  </a:lnTo>
                  <a:lnTo>
                    <a:pt x="23990" y="23989"/>
                  </a:lnTo>
                  <a:lnTo>
                    <a:pt x="50027" y="6436"/>
                  </a:lnTo>
                  <a:lnTo>
                    <a:pt x="81912" y="0"/>
                  </a:lnTo>
                  <a:lnTo>
                    <a:pt x="337300" y="0"/>
                  </a:lnTo>
                  <a:lnTo>
                    <a:pt x="314665" y="41369"/>
                  </a:lnTo>
                  <a:lnTo>
                    <a:pt x="307258" y="86607"/>
                  </a:lnTo>
                  <a:lnTo>
                    <a:pt x="315066" y="131771"/>
                  </a:lnTo>
                  <a:lnTo>
                    <a:pt x="338072" y="172847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25683" y="3125133"/>
              <a:ext cx="176640" cy="176629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5691559" y="2703900"/>
            <a:ext cx="992505" cy="372745"/>
            <a:chOff x="5691559" y="2703900"/>
            <a:chExt cx="992505" cy="372745"/>
          </a:xfrm>
        </p:grpSpPr>
        <p:sp>
          <p:nvSpPr>
            <p:cNvPr id="178" name="object 178"/>
            <p:cNvSpPr/>
            <p:nvPr/>
          </p:nvSpPr>
          <p:spPr>
            <a:xfrm>
              <a:off x="5950305" y="2703906"/>
              <a:ext cx="734060" cy="372745"/>
            </a:xfrm>
            <a:custGeom>
              <a:avLst/>
              <a:gdLst/>
              <a:ahLst/>
              <a:cxnLst/>
              <a:rect l="l" t="t" r="r" b="b"/>
              <a:pathLst>
                <a:path w="734059" h="372744">
                  <a:moveTo>
                    <a:pt x="733729" y="232130"/>
                  </a:moveTo>
                  <a:lnTo>
                    <a:pt x="414464" y="232219"/>
                  </a:lnTo>
                  <a:lnTo>
                    <a:pt x="373087" y="204355"/>
                  </a:lnTo>
                  <a:lnTo>
                    <a:pt x="369646" y="186702"/>
                  </a:lnTo>
                  <a:lnTo>
                    <a:pt x="369646" y="186245"/>
                  </a:lnTo>
                  <a:lnTo>
                    <a:pt x="362991" y="136753"/>
                  </a:lnTo>
                  <a:lnTo>
                    <a:pt x="344233" y="92278"/>
                  </a:lnTo>
                  <a:lnTo>
                    <a:pt x="315137" y="54584"/>
                  </a:lnTo>
                  <a:lnTo>
                    <a:pt x="277469" y="25463"/>
                  </a:lnTo>
                  <a:lnTo>
                    <a:pt x="233032" y="6667"/>
                  </a:lnTo>
                  <a:lnTo>
                    <a:pt x="185978" y="330"/>
                  </a:lnTo>
                  <a:lnTo>
                    <a:pt x="185978" y="0"/>
                  </a:lnTo>
                  <a:lnTo>
                    <a:pt x="184772" y="165"/>
                  </a:lnTo>
                  <a:lnTo>
                    <a:pt x="183578" y="0"/>
                  </a:lnTo>
                  <a:lnTo>
                    <a:pt x="183578" y="330"/>
                  </a:lnTo>
                  <a:lnTo>
                    <a:pt x="136575" y="6705"/>
                  </a:lnTo>
                  <a:lnTo>
                    <a:pt x="92151" y="25527"/>
                  </a:lnTo>
                  <a:lnTo>
                    <a:pt x="54508" y="54686"/>
                  </a:lnTo>
                  <a:lnTo>
                    <a:pt x="25412" y="92379"/>
                  </a:lnTo>
                  <a:lnTo>
                    <a:pt x="6642" y="136842"/>
                  </a:lnTo>
                  <a:lnTo>
                    <a:pt x="0" y="186283"/>
                  </a:lnTo>
                  <a:lnTo>
                    <a:pt x="6527" y="235242"/>
                  </a:lnTo>
                  <a:lnTo>
                    <a:pt x="25298" y="280047"/>
                  </a:lnTo>
                  <a:lnTo>
                    <a:pt x="55003" y="318452"/>
                  </a:lnTo>
                  <a:lnTo>
                    <a:pt x="94373" y="348246"/>
                  </a:lnTo>
                  <a:lnTo>
                    <a:pt x="136829" y="365823"/>
                  </a:lnTo>
                  <a:lnTo>
                    <a:pt x="182346" y="372402"/>
                  </a:lnTo>
                  <a:lnTo>
                    <a:pt x="183578" y="372402"/>
                  </a:lnTo>
                  <a:lnTo>
                    <a:pt x="184823" y="372325"/>
                  </a:lnTo>
                  <a:lnTo>
                    <a:pt x="185978" y="372325"/>
                  </a:lnTo>
                  <a:lnTo>
                    <a:pt x="185978" y="324116"/>
                  </a:lnTo>
                  <a:lnTo>
                    <a:pt x="183578" y="324116"/>
                  </a:lnTo>
                  <a:lnTo>
                    <a:pt x="182346" y="324078"/>
                  </a:lnTo>
                  <a:lnTo>
                    <a:pt x="138645" y="315722"/>
                  </a:lnTo>
                  <a:lnTo>
                    <a:pt x="101117" y="294741"/>
                  </a:lnTo>
                  <a:lnTo>
                    <a:pt x="72009" y="263525"/>
                  </a:lnTo>
                  <a:lnTo>
                    <a:pt x="53670" y="224396"/>
                  </a:lnTo>
                  <a:lnTo>
                    <a:pt x="48437" y="179717"/>
                  </a:lnTo>
                  <a:lnTo>
                    <a:pt x="60490" y="129641"/>
                  </a:lnTo>
                  <a:lnTo>
                    <a:pt x="89179" y="88480"/>
                  </a:lnTo>
                  <a:lnTo>
                    <a:pt x="130581" y="60109"/>
                  </a:lnTo>
                  <a:lnTo>
                    <a:pt x="180809" y="48399"/>
                  </a:lnTo>
                  <a:lnTo>
                    <a:pt x="182537" y="48323"/>
                  </a:lnTo>
                  <a:lnTo>
                    <a:pt x="183578" y="48323"/>
                  </a:lnTo>
                  <a:lnTo>
                    <a:pt x="227126" y="55448"/>
                  </a:lnTo>
                  <a:lnTo>
                    <a:pt x="264947" y="75044"/>
                  </a:lnTo>
                  <a:lnTo>
                    <a:pt x="294767" y="104889"/>
                  </a:lnTo>
                  <a:lnTo>
                    <a:pt x="314325" y="142709"/>
                  </a:lnTo>
                  <a:lnTo>
                    <a:pt x="321348" y="186245"/>
                  </a:lnTo>
                  <a:lnTo>
                    <a:pt x="321348" y="192722"/>
                  </a:lnTo>
                  <a:lnTo>
                    <a:pt x="321665" y="199136"/>
                  </a:lnTo>
                  <a:lnTo>
                    <a:pt x="348399" y="256908"/>
                  </a:lnTo>
                  <a:lnTo>
                    <a:pt x="402336" y="277647"/>
                  </a:lnTo>
                  <a:lnTo>
                    <a:pt x="733729" y="277647"/>
                  </a:lnTo>
                  <a:lnTo>
                    <a:pt x="733729" y="232130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691559" y="2804837"/>
              <a:ext cx="338455" cy="173355"/>
            </a:xfrm>
            <a:custGeom>
              <a:avLst/>
              <a:gdLst/>
              <a:ahLst/>
              <a:cxnLst/>
              <a:rect l="l" t="t" r="r" b="b"/>
              <a:pathLst>
                <a:path w="338454" h="173355">
                  <a:moveTo>
                    <a:pt x="338342" y="172808"/>
                  </a:moveTo>
                  <a:lnTo>
                    <a:pt x="81912" y="172808"/>
                  </a:lnTo>
                  <a:lnTo>
                    <a:pt x="50043" y="166367"/>
                  </a:lnTo>
                  <a:lnTo>
                    <a:pt x="24005" y="148805"/>
                  </a:lnTo>
                  <a:lnTo>
                    <a:pt x="6442" y="122768"/>
                  </a:lnTo>
                  <a:lnTo>
                    <a:pt x="0" y="90901"/>
                  </a:lnTo>
                  <a:lnTo>
                    <a:pt x="0" y="81907"/>
                  </a:lnTo>
                  <a:lnTo>
                    <a:pt x="6442" y="50008"/>
                  </a:lnTo>
                  <a:lnTo>
                    <a:pt x="24005" y="23975"/>
                  </a:lnTo>
                  <a:lnTo>
                    <a:pt x="50043" y="6431"/>
                  </a:lnTo>
                  <a:lnTo>
                    <a:pt x="81912" y="0"/>
                  </a:lnTo>
                  <a:lnTo>
                    <a:pt x="336682" y="0"/>
                  </a:lnTo>
                  <a:lnTo>
                    <a:pt x="314246" y="41423"/>
                  </a:lnTo>
                  <a:lnTo>
                    <a:pt x="307070" y="86708"/>
                  </a:lnTo>
                  <a:lnTo>
                    <a:pt x="315116" y="131841"/>
                  </a:lnTo>
                  <a:lnTo>
                    <a:pt x="338342" y="172808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50515" y="2803177"/>
              <a:ext cx="176640" cy="176630"/>
            </a:xfrm>
            <a:prstGeom prst="rect">
              <a:avLst/>
            </a:prstGeom>
          </p:spPr>
        </p:pic>
      </p:grpSp>
      <p:pic>
        <p:nvPicPr>
          <p:cNvPr id="145" name="object 14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54342" y="3124093"/>
            <a:ext cx="241344" cy="78865"/>
          </a:xfrm>
          <a:prstGeom prst="rect">
            <a:avLst/>
          </a:prstGeom>
        </p:spPr>
      </p:pic>
      <p:grpSp>
        <p:nvGrpSpPr>
          <p:cNvPr id="141" name="object 141"/>
          <p:cNvGrpSpPr/>
          <p:nvPr/>
        </p:nvGrpSpPr>
        <p:grpSpPr>
          <a:xfrm>
            <a:off x="7226699" y="3124093"/>
            <a:ext cx="519430" cy="79375"/>
            <a:chOff x="7226699" y="3124093"/>
            <a:chExt cx="519430" cy="79375"/>
          </a:xfrm>
        </p:grpSpPr>
        <p:pic>
          <p:nvPicPr>
            <p:cNvPr id="142" name="object 1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04426" y="3124093"/>
              <a:ext cx="241343" cy="78865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26699" y="3124093"/>
              <a:ext cx="241344" cy="78865"/>
            </a:xfrm>
            <a:prstGeom prst="rect">
              <a:avLst/>
            </a:prstGeom>
          </p:spPr>
        </p:pic>
      </p:grpSp>
      <p:pic>
        <p:nvPicPr>
          <p:cNvPr id="144" name="object 14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24985" y="3369142"/>
            <a:ext cx="2513511" cy="804190"/>
          </a:xfrm>
          <a:prstGeom prst="rect">
            <a:avLst/>
          </a:prstGeom>
        </p:spPr>
      </p:pic>
      <p:grpSp>
        <p:nvGrpSpPr>
          <p:cNvPr id="181" name="object 181"/>
          <p:cNvGrpSpPr/>
          <p:nvPr/>
        </p:nvGrpSpPr>
        <p:grpSpPr>
          <a:xfrm>
            <a:off x="5262194" y="3351981"/>
            <a:ext cx="992505" cy="372745"/>
            <a:chOff x="5262194" y="3351981"/>
            <a:chExt cx="992505" cy="372745"/>
          </a:xfrm>
        </p:grpSpPr>
        <p:pic>
          <p:nvPicPr>
            <p:cNvPr id="182" name="object 1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25683" y="3449946"/>
              <a:ext cx="176640" cy="176630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5262194" y="3351981"/>
              <a:ext cx="737235" cy="372745"/>
            </a:xfrm>
            <a:custGeom>
              <a:avLst/>
              <a:gdLst/>
              <a:ahLst/>
              <a:cxnLst/>
              <a:rect l="l" t="t" r="r" b="b"/>
              <a:pathLst>
                <a:path w="737235" h="372745">
                  <a:moveTo>
                    <a:pt x="550689" y="372444"/>
                  </a:moveTo>
                  <a:lnTo>
                    <a:pt x="550381" y="372444"/>
                  </a:lnTo>
                  <a:lnTo>
                    <a:pt x="501640" y="365994"/>
                  </a:lnTo>
                  <a:lnTo>
                    <a:pt x="457698" y="347764"/>
                  </a:lnTo>
                  <a:lnTo>
                    <a:pt x="420274" y="319432"/>
                  </a:lnTo>
                  <a:lnTo>
                    <a:pt x="391085" y="282676"/>
                  </a:lnTo>
                  <a:lnTo>
                    <a:pt x="371848" y="239173"/>
                  </a:lnTo>
                  <a:lnTo>
                    <a:pt x="364282" y="190602"/>
                  </a:lnTo>
                  <a:lnTo>
                    <a:pt x="364282" y="181532"/>
                  </a:lnTo>
                  <a:lnTo>
                    <a:pt x="361379" y="165406"/>
                  </a:lnTo>
                  <a:lnTo>
                    <a:pt x="352755" y="152172"/>
                  </a:lnTo>
                  <a:lnTo>
                    <a:pt x="339752" y="143215"/>
                  </a:lnTo>
                  <a:lnTo>
                    <a:pt x="323712" y="139922"/>
                  </a:lnTo>
                  <a:lnTo>
                    <a:pt x="0" y="139922"/>
                  </a:lnTo>
                  <a:lnTo>
                    <a:pt x="0" y="94490"/>
                  </a:lnTo>
                  <a:lnTo>
                    <a:pt x="57573" y="94482"/>
                  </a:lnTo>
                  <a:lnTo>
                    <a:pt x="119427" y="94460"/>
                  </a:lnTo>
                  <a:lnTo>
                    <a:pt x="181214" y="94432"/>
                  </a:lnTo>
                  <a:lnTo>
                    <a:pt x="238588" y="94405"/>
                  </a:lnTo>
                  <a:lnTo>
                    <a:pt x="287202" y="94383"/>
                  </a:lnTo>
                  <a:lnTo>
                    <a:pt x="357010" y="101074"/>
                  </a:lnTo>
                  <a:lnTo>
                    <a:pt x="404781" y="146809"/>
                  </a:lnTo>
                  <a:lnTo>
                    <a:pt x="412650" y="180605"/>
                  </a:lnTo>
                  <a:lnTo>
                    <a:pt x="412650" y="181532"/>
                  </a:lnTo>
                  <a:lnTo>
                    <a:pt x="412534" y="183076"/>
                  </a:lnTo>
                  <a:lnTo>
                    <a:pt x="412534" y="189445"/>
                  </a:lnTo>
                  <a:lnTo>
                    <a:pt x="412650" y="191027"/>
                  </a:lnTo>
                  <a:lnTo>
                    <a:pt x="420808" y="233322"/>
                  </a:lnTo>
                  <a:lnTo>
                    <a:pt x="440803" y="269858"/>
                  </a:lnTo>
                  <a:lnTo>
                    <a:pt x="470499" y="298585"/>
                  </a:lnTo>
                  <a:lnTo>
                    <a:pt x="507762" y="317380"/>
                  </a:lnTo>
                  <a:lnTo>
                    <a:pt x="550458" y="324117"/>
                  </a:lnTo>
                  <a:lnTo>
                    <a:pt x="550651" y="324117"/>
                  </a:lnTo>
                  <a:lnTo>
                    <a:pt x="593813" y="317178"/>
                  </a:lnTo>
                  <a:lnTo>
                    <a:pt x="631392" y="297914"/>
                  </a:lnTo>
                  <a:lnTo>
                    <a:pt x="661159" y="268518"/>
                  </a:lnTo>
                  <a:lnTo>
                    <a:pt x="680886" y="231180"/>
                  </a:lnTo>
                  <a:lnTo>
                    <a:pt x="688343" y="188094"/>
                  </a:lnTo>
                  <a:lnTo>
                    <a:pt x="682057" y="144833"/>
                  </a:lnTo>
                  <a:lnTo>
                    <a:pt x="663347" y="106974"/>
                  </a:lnTo>
                  <a:lnTo>
                    <a:pt x="634382" y="76775"/>
                  </a:lnTo>
                  <a:lnTo>
                    <a:pt x="597329" y="56498"/>
                  </a:lnTo>
                  <a:lnTo>
                    <a:pt x="554356" y="48403"/>
                  </a:lnTo>
                  <a:lnTo>
                    <a:pt x="553121" y="48326"/>
                  </a:lnTo>
                  <a:lnTo>
                    <a:pt x="550651" y="48326"/>
                  </a:lnTo>
                  <a:lnTo>
                    <a:pt x="550651" y="0"/>
                  </a:lnTo>
                  <a:lnTo>
                    <a:pt x="551886" y="0"/>
                  </a:lnTo>
                  <a:lnTo>
                    <a:pt x="553121" y="38"/>
                  </a:lnTo>
                  <a:lnTo>
                    <a:pt x="554356" y="38"/>
                  </a:lnTo>
                  <a:lnTo>
                    <a:pt x="599844" y="6619"/>
                  </a:lnTo>
                  <a:lnTo>
                    <a:pt x="642291" y="24201"/>
                  </a:lnTo>
                  <a:lnTo>
                    <a:pt x="681705" y="54024"/>
                  </a:lnTo>
                  <a:lnTo>
                    <a:pt x="711436" y="92449"/>
                  </a:lnTo>
                  <a:lnTo>
                    <a:pt x="730208" y="137251"/>
                  </a:lnTo>
                  <a:lnTo>
                    <a:pt x="736749" y="186202"/>
                  </a:lnTo>
                  <a:lnTo>
                    <a:pt x="730103" y="235681"/>
                  </a:lnTo>
                  <a:lnTo>
                    <a:pt x="711346" y="280146"/>
                  </a:lnTo>
                  <a:lnTo>
                    <a:pt x="682253" y="317826"/>
                  </a:lnTo>
                  <a:lnTo>
                    <a:pt x="644597" y="346950"/>
                  </a:lnTo>
                  <a:lnTo>
                    <a:pt x="600151" y="365746"/>
                  </a:lnTo>
                  <a:lnTo>
                    <a:pt x="550689" y="372444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920119" y="3451722"/>
              <a:ext cx="334645" cy="173355"/>
            </a:xfrm>
            <a:custGeom>
              <a:avLst/>
              <a:gdLst/>
              <a:ahLst/>
              <a:cxnLst/>
              <a:rect l="l" t="t" r="r" b="b"/>
              <a:pathLst>
                <a:path w="334645" h="173354">
                  <a:moveTo>
                    <a:pt x="252338" y="172847"/>
                  </a:moveTo>
                  <a:lnTo>
                    <a:pt x="0" y="172847"/>
                  </a:lnTo>
                  <a:lnTo>
                    <a:pt x="22820" y="131618"/>
                  </a:lnTo>
                  <a:lnTo>
                    <a:pt x="30427" y="86394"/>
                  </a:lnTo>
                  <a:lnTo>
                    <a:pt x="22820" y="41185"/>
                  </a:lnTo>
                  <a:lnTo>
                    <a:pt x="0" y="0"/>
                  </a:lnTo>
                  <a:lnTo>
                    <a:pt x="252338" y="0"/>
                  </a:lnTo>
                  <a:lnTo>
                    <a:pt x="284196" y="6435"/>
                  </a:lnTo>
                  <a:lnTo>
                    <a:pt x="310216" y="23979"/>
                  </a:lnTo>
                  <a:lnTo>
                    <a:pt x="327776" y="49992"/>
                  </a:lnTo>
                  <a:lnTo>
                    <a:pt x="334250" y="81830"/>
                  </a:lnTo>
                  <a:lnTo>
                    <a:pt x="334250" y="90940"/>
                  </a:lnTo>
                  <a:lnTo>
                    <a:pt x="327808" y="122790"/>
                  </a:lnTo>
                  <a:lnTo>
                    <a:pt x="310245" y="148829"/>
                  </a:lnTo>
                  <a:lnTo>
                    <a:pt x="284207" y="166400"/>
                  </a:lnTo>
                  <a:lnTo>
                    <a:pt x="252338" y="172847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4653781" y="3630243"/>
            <a:ext cx="431800" cy="525780"/>
            <a:chOff x="4653781" y="3630243"/>
            <a:chExt cx="431800" cy="525780"/>
          </a:xfrm>
        </p:grpSpPr>
        <p:sp>
          <p:nvSpPr>
            <p:cNvPr id="54" name="object 54"/>
            <p:cNvSpPr/>
            <p:nvPr/>
          </p:nvSpPr>
          <p:spPr>
            <a:xfrm>
              <a:off x="4653775" y="3630244"/>
              <a:ext cx="431800" cy="504825"/>
            </a:xfrm>
            <a:custGeom>
              <a:avLst/>
              <a:gdLst/>
              <a:ahLst/>
              <a:cxnLst/>
              <a:rect l="l" t="t" r="r" b="b"/>
              <a:pathLst>
                <a:path w="431800" h="504825">
                  <a:moveTo>
                    <a:pt x="362381" y="215874"/>
                  </a:moveTo>
                  <a:lnTo>
                    <a:pt x="354914" y="169557"/>
                  </a:lnTo>
                  <a:lnTo>
                    <a:pt x="334098" y="129324"/>
                  </a:lnTo>
                  <a:lnTo>
                    <a:pt x="302374" y="97612"/>
                  </a:lnTo>
                  <a:lnTo>
                    <a:pt x="262153" y="76809"/>
                  </a:lnTo>
                  <a:lnTo>
                    <a:pt x="215836" y="69329"/>
                  </a:lnTo>
                  <a:lnTo>
                    <a:pt x="169519" y="76809"/>
                  </a:lnTo>
                  <a:lnTo>
                    <a:pt x="129286" y="97612"/>
                  </a:lnTo>
                  <a:lnTo>
                    <a:pt x="97561" y="129324"/>
                  </a:lnTo>
                  <a:lnTo>
                    <a:pt x="76758" y="169557"/>
                  </a:lnTo>
                  <a:lnTo>
                    <a:pt x="69291" y="215874"/>
                  </a:lnTo>
                  <a:lnTo>
                    <a:pt x="76758" y="262191"/>
                  </a:lnTo>
                  <a:lnTo>
                    <a:pt x="97561" y="302412"/>
                  </a:lnTo>
                  <a:lnTo>
                    <a:pt x="129286" y="334124"/>
                  </a:lnTo>
                  <a:lnTo>
                    <a:pt x="169519" y="354914"/>
                  </a:lnTo>
                  <a:lnTo>
                    <a:pt x="215836" y="362381"/>
                  </a:lnTo>
                  <a:lnTo>
                    <a:pt x="262153" y="354914"/>
                  </a:lnTo>
                  <a:lnTo>
                    <a:pt x="302374" y="334124"/>
                  </a:lnTo>
                  <a:lnTo>
                    <a:pt x="334098" y="302412"/>
                  </a:lnTo>
                  <a:lnTo>
                    <a:pt x="354914" y="262191"/>
                  </a:lnTo>
                  <a:lnTo>
                    <a:pt x="362381" y="215874"/>
                  </a:lnTo>
                  <a:close/>
                </a:path>
                <a:path w="431800" h="504825">
                  <a:moveTo>
                    <a:pt x="431711" y="215874"/>
                  </a:moveTo>
                  <a:lnTo>
                    <a:pt x="425996" y="166433"/>
                  </a:lnTo>
                  <a:lnTo>
                    <a:pt x="409740" y="121018"/>
                  </a:lnTo>
                  <a:lnTo>
                    <a:pt x="384225" y="80937"/>
                  </a:lnTo>
                  <a:lnTo>
                    <a:pt x="350774" y="47485"/>
                  </a:lnTo>
                  <a:lnTo>
                    <a:pt x="310692" y="21983"/>
                  </a:lnTo>
                  <a:lnTo>
                    <a:pt x="265277" y="5715"/>
                  </a:lnTo>
                  <a:lnTo>
                    <a:pt x="215836" y="0"/>
                  </a:lnTo>
                  <a:lnTo>
                    <a:pt x="166408" y="5715"/>
                  </a:lnTo>
                  <a:lnTo>
                    <a:pt x="121005" y="21983"/>
                  </a:lnTo>
                  <a:lnTo>
                    <a:pt x="80924" y="47498"/>
                  </a:lnTo>
                  <a:lnTo>
                    <a:pt x="47472" y="80949"/>
                  </a:lnTo>
                  <a:lnTo>
                    <a:pt x="21971" y="121031"/>
                  </a:lnTo>
                  <a:lnTo>
                    <a:pt x="5715" y="166446"/>
                  </a:lnTo>
                  <a:lnTo>
                    <a:pt x="0" y="215874"/>
                  </a:lnTo>
                  <a:lnTo>
                    <a:pt x="76" y="220573"/>
                  </a:lnTo>
                  <a:lnTo>
                    <a:pt x="3962" y="224358"/>
                  </a:lnTo>
                  <a:lnTo>
                    <a:pt x="13411" y="224358"/>
                  </a:lnTo>
                  <a:lnTo>
                    <a:pt x="17259" y="220573"/>
                  </a:lnTo>
                  <a:lnTo>
                    <a:pt x="17360" y="215874"/>
                  </a:lnTo>
                  <a:lnTo>
                    <a:pt x="22618" y="170421"/>
                  </a:lnTo>
                  <a:lnTo>
                    <a:pt x="37579" y="128663"/>
                  </a:lnTo>
                  <a:lnTo>
                    <a:pt x="61023" y="91808"/>
                  </a:lnTo>
                  <a:lnTo>
                    <a:pt x="91782" y="61048"/>
                  </a:lnTo>
                  <a:lnTo>
                    <a:pt x="128638" y="37579"/>
                  </a:lnTo>
                  <a:lnTo>
                    <a:pt x="170395" y="22631"/>
                  </a:lnTo>
                  <a:lnTo>
                    <a:pt x="215836" y="17373"/>
                  </a:lnTo>
                  <a:lnTo>
                    <a:pt x="261289" y="22618"/>
                  </a:lnTo>
                  <a:lnTo>
                    <a:pt x="303034" y="37579"/>
                  </a:lnTo>
                  <a:lnTo>
                    <a:pt x="339890" y="61036"/>
                  </a:lnTo>
                  <a:lnTo>
                    <a:pt x="370649" y="91795"/>
                  </a:lnTo>
                  <a:lnTo>
                    <a:pt x="394093" y="128651"/>
                  </a:lnTo>
                  <a:lnTo>
                    <a:pt x="409054" y="170408"/>
                  </a:lnTo>
                  <a:lnTo>
                    <a:pt x="414299" y="215874"/>
                  </a:lnTo>
                  <a:lnTo>
                    <a:pt x="409067" y="261315"/>
                  </a:lnTo>
                  <a:lnTo>
                    <a:pt x="394119" y="303072"/>
                  </a:lnTo>
                  <a:lnTo>
                    <a:pt x="370662" y="339928"/>
                  </a:lnTo>
                  <a:lnTo>
                    <a:pt x="339902" y="370674"/>
                  </a:lnTo>
                  <a:lnTo>
                    <a:pt x="303047" y="394131"/>
                  </a:lnTo>
                  <a:lnTo>
                    <a:pt x="261289" y="409092"/>
                  </a:lnTo>
                  <a:lnTo>
                    <a:pt x="215836" y="414337"/>
                  </a:lnTo>
                  <a:lnTo>
                    <a:pt x="211061" y="414337"/>
                  </a:lnTo>
                  <a:lnTo>
                    <a:pt x="207137" y="418223"/>
                  </a:lnTo>
                  <a:lnTo>
                    <a:pt x="207162" y="423049"/>
                  </a:lnTo>
                  <a:lnTo>
                    <a:pt x="207162" y="504266"/>
                  </a:lnTo>
                  <a:lnTo>
                    <a:pt x="224548" y="504113"/>
                  </a:lnTo>
                  <a:lnTo>
                    <a:pt x="224548" y="431558"/>
                  </a:lnTo>
                  <a:lnTo>
                    <a:pt x="272224" y="424256"/>
                  </a:lnTo>
                  <a:lnTo>
                    <a:pt x="315899" y="407111"/>
                  </a:lnTo>
                  <a:lnTo>
                    <a:pt x="354355" y="381304"/>
                  </a:lnTo>
                  <a:lnTo>
                    <a:pt x="386384" y="348068"/>
                  </a:lnTo>
                  <a:lnTo>
                    <a:pt x="410756" y="308610"/>
                  </a:lnTo>
                  <a:lnTo>
                    <a:pt x="426275" y="264134"/>
                  </a:lnTo>
                  <a:lnTo>
                    <a:pt x="431711" y="215874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10391" y="4087000"/>
              <a:ext cx="119074" cy="68577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4239298" y="3630243"/>
            <a:ext cx="431800" cy="525780"/>
            <a:chOff x="4239298" y="3630243"/>
            <a:chExt cx="431800" cy="525780"/>
          </a:xfrm>
        </p:grpSpPr>
        <p:sp>
          <p:nvSpPr>
            <p:cNvPr id="57" name="object 57"/>
            <p:cNvSpPr/>
            <p:nvPr/>
          </p:nvSpPr>
          <p:spPr>
            <a:xfrm>
              <a:off x="4239298" y="3630244"/>
              <a:ext cx="431800" cy="504825"/>
            </a:xfrm>
            <a:custGeom>
              <a:avLst/>
              <a:gdLst/>
              <a:ahLst/>
              <a:cxnLst/>
              <a:rect l="l" t="t" r="r" b="b"/>
              <a:pathLst>
                <a:path w="431800" h="504825">
                  <a:moveTo>
                    <a:pt x="362381" y="215874"/>
                  </a:moveTo>
                  <a:lnTo>
                    <a:pt x="354914" y="169557"/>
                  </a:lnTo>
                  <a:lnTo>
                    <a:pt x="334111" y="129324"/>
                  </a:lnTo>
                  <a:lnTo>
                    <a:pt x="302399" y="97612"/>
                  </a:lnTo>
                  <a:lnTo>
                    <a:pt x="262178" y="76809"/>
                  </a:lnTo>
                  <a:lnTo>
                    <a:pt x="215874" y="69329"/>
                  </a:lnTo>
                  <a:lnTo>
                    <a:pt x="169545" y="76809"/>
                  </a:lnTo>
                  <a:lnTo>
                    <a:pt x="129324" y="97612"/>
                  </a:lnTo>
                  <a:lnTo>
                    <a:pt x="97599" y="129324"/>
                  </a:lnTo>
                  <a:lnTo>
                    <a:pt x="76796" y="169557"/>
                  </a:lnTo>
                  <a:lnTo>
                    <a:pt x="69329" y="215874"/>
                  </a:lnTo>
                  <a:lnTo>
                    <a:pt x="76796" y="262191"/>
                  </a:lnTo>
                  <a:lnTo>
                    <a:pt x="97599" y="302412"/>
                  </a:lnTo>
                  <a:lnTo>
                    <a:pt x="129324" y="334124"/>
                  </a:lnTo>
                  <a:lnTo>
                    <a:pt x="169545" y="354914"/>
                  </a:lnTo>
                  <a:lnTo>
                    <a:pt x="215874" y="362381"/>
                  </a:lnTo>
                  <a:lnTo>
                    <a:pt x="262178" y="354914"/>
                  </a:lnTo>
                  <a:lnTo>
                    <a:pt x="302399" y="334124"/>
                  </a:lnTo>
                  <a:lnTo>
                    <a:pt x="334111" y="302412"/>
                  </a:lnTo>
                  <a:lnTo>
                    <a:pt x="354914" y="262191"/>
                  </a:lnTo>
                  <a:lnTo>
                    <a:pt x="362381" y="215874"/>
                  </a:lnTo>
                  <a:close/>
                </a:path>
                <a:path w="431800" h="504825">
                  <a:moveTo>
                    <a:pt x="431711" y="215874"/>
                  </a:moveTo>
                  <a:lnTo>
                    <a:pt x="425996" y="166433"/>
                  </a:lnTo>
                  <a:lnTo>
                    <a:pt x="409727" y="121018"/>
                  </a:lnTo>
                  <a:lnTo>
                    <a:pt x="384225" y="80937"/>
                  </a:lnTo>
                  <a:lnTo>
                    <a:pt x="350786" y="47485"/>
                  </a:lnTo>
                  <a:lnTo>
                    <a:pt x="310705" y="21983"/>
                  </a:lnTo>
                  <a:lnTo>
                    <a:pt x="265303" y="5715"/>
                  </a:lnTo>
                  <a:lnTo>
                    <a:pt x="215874" y="0"/>
                  </a:lnTo>
                  <a:lnTo>
                    <a:pt x="166433" y="5715"/>
                  </a:lnTo>
                  <a:lnTo>
                    <a:pt x="121005" y="21983"/>
                  </a:lnTo>
                  <a:lnTo>
                    <a:pt x="80924" y="47498"/>
                  </a:lnTo>
                  <a:lnTo>
                    <a:pt x="47472" y="80949"/>
                  </a:lnTo>
                  <a:lnTo>
                    <a:pt x="21971" y="121031"/>
                  </a:lnTo>
                  <a:lnTo>
                    <a:pt x="5702" y="166446"/>
                  </a:lnTo>
                  <a:lnTo>
                    <a:pt x="0" y="215874"/>
                  </a:lnTo>
                  <a:lnTo>
                    <a:pt x="101" y="220573"/>
                  </a:lnTo>
                  <a:lnTo>
                    <a:pt x="3962" y="224358"/>
                  </a:lnTo>
                  <a:lnTo>
                    <a:pt x="13398" y="224358"/>
                  </a:lnTo>
                  <a:lnTo>
                    <a:pt x="17246" y="220573"/>
                  </a:lnTo>
                  <a:lnTo>
                    <a:pt x="17360" y="215874"/>
                  </a:lnTo>
                  <a:lnTo>
                    <a:pt x="22618" y="170421"/>
                  </a:lnTo>
                  <a:lnTo>
                    <a:pt x="37566" y="128663"/>
                  </a:lnTo>
                  <a:lnTo>
                    <a:pt x="61023" y="91808"/>
                  </a:lnTo>
                  <a:lnTo>
                    <a:pt x="91770" y="61048"/>
                  </a:lnTo>
                  <a:lnTo>
                    <a:pt x="128625" y="37579"/>
                  </a:lnTo>
                  <a:lnTo>
                    <a:pt x="170383" y="22631"/>
                  </a:lnTo>
                  <a:lnTo>
                    <a:pt x="215823" y="17373"/>
                  </a:lnTo>
                  <a:lnTo>
                    <a:pt x="261277" y="22618"/>
                  </a:lnTo>
                  <a:lnTo>
                    <a:pt x="303034" y="37579"/>
                  </a:lnTo>
                  <a:lnTo>
                    <a:pt x="339890" y="61036"/>
                  </a:lnTo>
                  <a:lnTo>
                    <a:pt x="370649" y="91795"/>
                  </a:lnTo>
                  <a:lnTo>
                    <a:pt x="394119" y="128651"/>
                  </a:lnTo>
                  <a:lnTo>
                    <a:pt x="409079" y="170408"/>
                  </a:lnTo>
                  <a:lnTo>
                    <a:pt x="414324" y="215874"/>
                  </a:lnTo>
                  <a:lnTo>
                    <a:pt x="409079" y="261315"/>
                  </a:lnTo>
                  <a:lnTo>
                    <a:pt x="394119" y="303072"/>
                  </a:lnTo>
                  <a:lnTo>
                    <a:pt x="370674" y="339928"/>
                  </a:lnTo>
                  <a:lnTo>
                    <a:pt x="339915" y="370674"/>
                  </a:lnTo>
                  <a:lnTo>
                    <a:pt x="303060" y="394131"/>
                  </a:lnTo>
                  <a:lnTo>
                    <a:pt x="261315" y="409092"/>
                  </a:lnTo>
                  <a:lnTo>
                    <a:pt x="215874" y="414337"/>
                  </a:lnTo>
                  <a:lnTo>
                    <a:pt x="211048" y="414337"/>
                  </a:lnTo>
                  <a:lnTo>
                    <a:pt x="207162" y="418223"/>
                  </a:lnTo>
                  <a:lnTo>
                    <a:pt x="207162" y="504266"/>
                  </a:lnTo>
                  <a:lnTo>
                    <a:pt x="224523" y="504113"/>
                  </a:lnTo>
                  <a:lnTo>
                    <a:pt x="224523" y="431558"/>
                  </a:lnTo>
                  <a:lnTo>
                    <a:pt x="272237" y="424256"/>
                  </a:lnTo>
                  <a:lnTo>
                    <a:pt x="315925" y="407111"/>
                  </a:lnTo>
                  <a:lnTo>
                    <a:pt x="354380" y="381304"/>
                  </a:lnTo>
                  <a:lnTo>
                    <a:pt x="386397" y="348068"/>
                  </a:lnTo>
                  <a:lnTo>
                    <a:pt x="410768" y="308610"/>
                  </a:lnTo>
                  <a:lnTo>
                    <a:pt x="426275" y="264134"/>
                  </a:lnTo>
                  <a:lnTo>
                    <a:pt x="431711" y="215874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5908" y="4087000"/>
              <a:ext cx="119114" cy="68577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3824845" y="3630243"/>
            <a:ext cx="431800" cy="525780"/>
            <a:chOff x="3824845" y="3630243"/>
            <a:chExt cx="431800" cy="525780"/>
          </a:xfrm>
        </p:grpSpPr>
        <p:sp>
          <p:nvSpPr>
            <p:cNvPr id="60" name="object 60"/>
            <p:cNvSpPr/>
            <p:nvPr/>
          </p:nvSpPr>
          <p:spPr>
            <a:xfrm>
              <a:off x="3824833" y="3630244"/>
              <a:ext cx="431800" cy="504825"/>
            </a:xfrm>
            <a:custGeom>
              <a:avLst/>
              <a:gdLst/>
              <a:ahLst/>
              <a:cxnLst/>
              <a:rect l="l" t="t" r="r" b="b"/>
              <a:pathLst>
                <a:path w="431800" h="504825">
                  <a:moveTo>
                    <a:pt x="362381" y="215874"/>
                  </a:moveTo>
                  <a:lnTo>
                    <a:pt x="354914" y="169557"/>
                  </a:lnTo>
                  <a:lnTo>
                    <a:pt x="334111" y="129324"/>
                  </a:lnTo>
                  <a:lnTo>
                    <a:pt x="302387" y="97612"/>
                  </a:lnTo>
                  <a:lnTo>
                    <a:pt x="262153" y="76809"/>
                  </a:lnTo>
                  <a:lnTo>
                    <a:pt x="215836" y="69329"/>
                  </a:lnTo>
                  <a:lnTo>
                    <a:pt x="169519" y="76809"/>
                  </a:lnTo>
                  <a:lnTo>
                    <a:pt x="129298" y="97612"/>
                  </a:lnTo>
                  <a:lnTo>
                    <a:pt x="97574" y="129324"/>
                  </a:lnTo>
                  <a:lnTo>
                    <a:pt x="76771" y="169557"/>
                  </a:lnTo>
                  <a:lnTo>
                    <a:pt x="69291" y="215874"/>
                  </a:lnTo>
                  <a:lnTo>
                    <a:pt x="76771" y="262191"/>
                  </a:lnTo>
                  <a:lnTo>
                    <a:pt x="97574" y="302412"/>
                  </a:lnTo>
                  <a:lnTo>
                    <a:pt x="129298" y="334124"/>
                  </a:lnTo>
                  <a:lnTo>
                    <a:pt x="169519" y="354914"/>
                  </a:lnTo>
                  <a:lnTo>
                    <a:pt x="215836" y="362381"/>
                  </a:lnTo>
                  <a:lnTo>
                    <a:pt x="262153" y="354914"/>
                  </a:lnTo>
                  <a:lnTo>
                    <a:pt x="302387" y="334124"/>
                  </a:lnTo>
                  <a:lnTo>
                    <a:pt x="334111" y="302412"/>
                  </a:lnTo>
                  <a:lnTo>
                    <a:pt x="354914" y="262191"/>
                  </a:lnTo>
                  <a:lnTo>
                    <a:pt x="362381" y="215874"/>
                  </a:lnTo>
                  <a:close/>
                </a:path>
                <a:path w="431800" h="504825">
                  <a:moveTo>
                    <a:pt x="431711" y="215874"/>
                  </a:moveTo>
                  <a:lnTo>
                    <a:pt x="426008" y="166433"/>
                  </a:lnTo>
                  <a:lnTo>
                    <a:pt x="409740" y="121018"/>
                  </a:lnTo>
                  <a:lnTo>
                    <a:pt x="384238" y="80937"/>
                  </a:lnTo>
                  <a:lnTo>
                    <a:pt x="350786" y="47485"/>
                  </a:lnTo>
                  <a:lnTo>
                    <a:pt x="310705" y="21983"/>
                  </a:lnTo>
                  <a:lnTo>
                    <a:pt x="265277" y="5715"/>
                  </a:lnTo>
                  <a:lnTo>
                    <a:pt x="215836" y="0"/>
                  </a:lnTo>
                  <a:lnTo>
                    <a:pt x="166420" y="5715"/>
                  </a:lnTo>
                  <a:lnTo>
                    <a:pt x="121005" y="21983"/>
                  </a:lnTo>
                  <a:lnTo>
                    <a:pt x="80924" y="47498"/>
                  </a:lnTo>
                  <a:lnTo>
                    <a:pt x="47485" y="80949"/>
                  </a:lnTo>
                  <a:lnTo>
                    <a:pt x="21983" y="121031"/>
                  </a:lnTo>
                  <a:lnTo>
                    <a:pt x="5715" y="166446"/>
                  </a:lnTo>
                  <a:lnTo>
                    <a:pt x="0" y="215874"/>
                  </a:lnTo>
                  <a:lnTo>
                    <a:pt x="88" y="220573"/>
                  </a:lnTo>
                  <a:lnTo>
                    <a:pt x="3975" y="224358"/>
                  </a:lnTo>
                  <a:lnTo>
                    <a:pt x="13411" y="224358"/>
                  </a:lnTo>
                  <a:lnTo>
                    <a:pt x="17259" y="220573"/>
                  </a:lnTo>
                  <a:lnTo>
                    <a:pt x="17373" y="215874"/>
                  </a:lnTo>
                  <a:lnTo>
                    <a:pt x="22618" y="170421"/>
                  </a:lnTo>
                  <a:lnTo>
                    <a:pt x="37579" y="128663"/>
                  </a:lnTo>
                  <a:lnTo>
                    <a:pt x="61036" y="91808"/>
                  </a:lnTo>
                  <a:lnTo>
                    <a:pt x="91795" y="61048"/>
                  </a:lnTo>
                  <a:lnTo>
                    <a:pt x="128651" y="37579"/>
                  </a:lnTo>
                  <a:lnTo>
                    <a:pt x="170395" y="22631"/>
                  </a:lnTo>
                  <a:lnTo>
                    <a:pt x="215836" y="17373"/>
                  </a:lnTo>
                  <a:lnTo>
                    <a:pt x="261289" y="22618"/>
                  </a:lnTo>
                  <a:lnTo>
                    <a:pt x="303047" y="37579"/>
                  </a:lnTo>
                  <a:lnTo>
                    <a:pt x="339890" y="61036"/>
                  </a:lnTo>
                  <a:lnTo>
                    <a:pt x="370649" y="91795"/>
                  </a:lnTo>
                  <a:lnTo>
                    <a:pt x="394106" y="128651"/>
                  </a:lnTo>
                  <a:lnTo>
                    <a:pt x="409054" y="170408"/>
                  </a:lnTo>
                  <a:lnTo>
                    <a:pt x="414312" y="215874"/>
                  </a:lnTo>
                  <a:lnTo>
                    <a:pt x="409067" y="261315"/>
                  </a:lnTo>
                  <a:lnTo>
                    <a:pt x="394119" y="303072"/>
                  </a:lnTo>
                  <a:lnTo>
                    <a:pt x="370662" y="339928"/>
                  </a:lnTo>
                  <a:lnTo>
                    <a:pt x="339902" y="370674"/>
                  </a:lnTo>
                  <a:lnTo>
                    <a:pt x="303047" y="394131"/>
                  </a:lnTo>
                  <a:lnTo>
                    <a:pt x="261289" y="409092"/>
                  </a:lnTo>
                  <a:lnTo>
                    <a:pt x="215836" y="414337"/>
                  </a:lnTo>
                  <a:lnTo>
                    <a:pt x="211074" y="414337"/>
                  </a:lnTo>
                  <a:lnTo>
                    <a:pt x="207137" y="418223"/>
                  </a:lnTo>
                  <a:lnTo>
                    <a:pt x="207187" y="423049"/>
                  </a:lnTo>
                  <a:lnTo>
                    <a:pt x="207187" y="504266"/>
                  </a:lnTo>
                  <a:lnTo>
                    <a:pt x="224548" y="504113"/>
                  </a:lnTo>
                  <a:lnTo>
                    <a:pt x="224548" y="431558"/>
                  </a:lnTo>
                  <a:lnTo>
                    <a:pt x="272237" y="424256"/>
                  </a:lnTo>
                  <a:lnTo>
                    <a:pt x="315912" y="407111"/>
                  </a:lnTo>
                  <a:lnTo>
                    <a:pt x="354368" y="381304"/>
                  </a:lnTo>
                  <a:lnTo>
                    <a:pt x="386384" y="348068"/>
                  </a:lnTo>
                  <a:lnTo>
                    <a:pt x="410756" y="308610"/>
                  </a:lnTo>
                  <a:lnTo>
                    <a:pt x="426275" y="264134"/>
                  </a:lnTo>
                  <a:lnTo>
                    <a:pt x="431711" y="215874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1455" y="4087000"/>
              <a:ext cx="119085" cy="68577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3410363" y="3630243"/>
            <a:ext cx="431800" cy="525780"/>
            <a:chOff x="3410363" y="3630243"/>
            <a:chExt cx="431800" cy="525780"/>
          </a:xfrm>
        </p:grpSpPr>
        <p:sp>
          <p:nvSpPr>
            <p:cNvPr id="63" name="object 63"/>
            <p:cNvSpPr/>
            <p:nvPr/>
          </p:nvSpPr>
          <p:spPr>
            <a:xfrm>
              <a:off x="3410356" y="3630244"/>
              <a:ext cx="431800" cy="504825"/>
            </a:xfrm>
            <a:custGeom>
              <a:avLst/>
              <a:gdLst/>
              <a:ahLst/>
              <a:cxnLst/>
              <a:rect l="l" t="t" r="r" b="b"/>
              <a:pathLst>
                <a:path w="431800" h="504825">
                  <a:moveTo>
                    <a:pt x="362381" y="215874"/>
                  </a:moveTo>
                  <a:lnTo>
                    <a:pt x="354914" y="169557"/>
                  </a:lnTo>
                  <a:lnTo>
                    <a:pt x="334124" y="129324"/>
                  </a:lnTo>
                  <a:lnTo>
                    <a:pt x="302412" y="97612"/>
                  </a:lnTo>
                  <a:lnTo>
                    <a:pt x="262191" y="76809"/>
                  </a:lnTo>
                  <a:lnTo>
                    <a:pt x="215874" y="69329"/>
                  </a:lnTo>
                  <a:lnTo>
                    <a:pt x="169557" y="76809"/>
                  </a:lnTo>
                  <a:lnTo>
                    <a:pt x="129324" y="97612"/>
                  </a:lnTo>
                  <a:lnTo>
                    <a:pt x="97599" y="129324"/>
                  </a:lnTo>
                  <a:lnTo>
                    <a:pt x="76796" y="169557"/>
                  </a:lnTo>
                  <a:lnTo>
                    <a:pt x="69329" y="215874"/>
                  </a:lnTo>
                  <a:lnTo>
                    <a:pt x="76796" y="262191"/>
                  </a:lnTo>
                  <a:lnTo>
                    <a:pt x="97599" y="302412"/>
                  </a:lnTo>
                  <a:lnTo>
                    <a:pt x="129324" y="334124"/>
                  </a:lnTo>
                  <a:lnTo>
                    <a:pt x="169557" y="354914"/>
                  </a:lnTo>
                  <a:lnTo>
                    <a:pt x="215874" y="362381"/>
                  </a:lnTo>
                  <a:lnTo>
                    <a:pt x="262191" y="354914"/>
                  </a:lnTo>
                  <a:lnTo>
                    <a:pt x="302412" y="334124"/>
                  </a:lnTo>
                  <a:lnTo>
                    <a:pt x="334124" y="302412"/>
                  </a:lnTo>
                  <a:lnTo>
                    <a:pt x="354914" y="262191"/>
                  </a:lnTo>
                  <a:lnTo>
                    <a:pt x="362381" y="215874"/>
                  </a:lnTo>
                  <a:close/>
                </a:path>
                <a:path w="431800" h="504825">
                  <a:moveTo>
                    <a:pt x="431711" y="215874"/>
                  </a:moveTo>
                  <a:lnTo>
                    <a:pt x="425996" y="166433"/>
                  </a:lnTo>
                  <a:lnTo>
                    <a:pt x="409740" y="121018"/>
                  </a:lnTo>
                  <a:lnTo>
                    <a:pt x="384238" y="80937"/>
                  </a:lnTo>
                  <a:lnTo>
                    <a:pt x="350786" y="47485"/>
                  </a:lnTo>
                  <a:lnTo>
                    <a:pt x="310705" y="21983"/>
                  </a:lnTo>
                  <a:lnTo>
                    <a:pt x="265303" y="5715"/>
                  </a:lnTo>
                  <a:lnTo>
                    <a:pt x="215874" y="0"/>
                  </a:lnTo>
                  <a:lnTo>
                    <a:pt x="166433" y="5715"/>
                  </a:lnTo>
                  <a:lnTo>
                    <a:pt x="121018" y="21983"/>
                  </a:lnTo>
                  <a:lnTo>
                    <a:pt x="80937" y="47498"/>
                  </a:lnTo>
                  <a:lnTo>
                    <a:pt x="47485" y="80949"/>
                  </a:lnTo>
                  <a:lnTo>
                    <a:pt x="21971" y="121031"/>
                  </a:lnTo>
                  <a:lnTo>
                    <a:pt x="5715" y="166446"/>
                  </a:lnTo>
                  <a:lnTo>
                    <a:pt x="0" y="215874"/>
                  </a:lnTo>
                  <a:lnTo>
                    <a:pt x="114" y="220573"/>
                  </a:lnTo>
                  <a:lnTo>
                    <a:pt x="3962" y="224358"/>
                  </a:lnTo>
                  <a:lnTo>
                    <a:pt x="13398" y="224358"/>
                  </a:lnTo>
                  <a:lnTo>
                    <a:pt x="17259" y="220573"/>
                  </a:lnTo>
                  <a:lnTo>
                    <a:pt x="17373" y="215874"/>
                  </a:lnTo>
                  <a:lnTo>
                    <a:pt x="22618" y="170421"/>
                  </a:lnTo>
                  <a:lnTo>
                    <a:pt x="37566" y="128663"/>
                  </a:lnTo>
                  <a:lnTo>
                    <a:pt x="61023" y="91808"/>
                  </a:lnTo>
                  <a:lnTo>
                    <a:pt x="91782" y="61048"/>
                  </a:lnTo>
                  <a:lnTo>
                    <a:pt x="128638" y="37579"/>
                  </a:lnTo>
                  <a:lnTo>
                    <a:pt x="170383" y="22631"/>
                  </a:lnTo>
                  <a:lnTo>
                    <a:pt x="215836" y="17373"/>
                  </a:lnTo>
                  <a:lnTo>
                    <a:pt x="261289" y="22618"/>
                  </a:lnTo>
                  <a:lnTo>
                    <a:pt x="303047" y="37579"/>
                  </a:lnTo>
                  <a:lnTo>
                    <a:pt x="339902" y="61036"/>
                  </a:lnTo>
                  <a:lnTo>
                    <a:pt x="370662" y="91795"/>
                  </a:lnTo>
                  <a:lnTo>
                    <a:pt x="394119" y="128651"/>
                  </a:lnTo>
                  <a:lnTo>
                    <a:pt x="409079" y="170408"/>
                  </a:lnTo>
                  <a:lnTo>
                    <a:pt x="414337" y="215874"/>
                  </a:lnTo>
                  <a:lnTo>
                    <a:pt x="409079" y="261315"/>
                  </a:lnTo>
                  <a:lnTo>
                    <a:pt x="394131" y="303072"/>
                  </a:lnTo>
                  <a:lnTo>
                    <a:pt x="370674" y="339928"/>
                  </a:lnTo>
                  <a:lnTo>
                    <a:pt x="339928" y="370674"/>
                  </a:lnTo>
                  <a:lnTo>
                    <a:pt x="303072" y="394131"/>
                  </a:lnTo>
                  <a:lnTo>
                    <a:pt x="261315" y="409092"/>
                  </a:lnTo>
                  <a:lnTo>
                    <a:pt x="215874" y="414337"/>
                  </a:lnTo>
                  <a:lnTo>
                    <a:pt x="211061" y="414337"/>
                  </a:lnTo>
                  <a:lnTo>
                    <a:pt x="207162" y="418223"/>
                  </a:lnTo>
                  <a:lnTo>
                    <a:pt x="207162" y="504266"/>
                  </a:lnTo>
                  <a:lnTo>
                    <a:pt x="224574" y="504113"/>
                  </a:lnTo>
                  <a:lnTo>
                    <a:pt x="224574" y="431558"/>
                  </a:lnTo>
                  <a:lnTo>
                    <a:pt x="272262" y="424256"/>
                  </a:lnTo>
                  <a:lnTo>
                    <a:pt x="315937" y="407111"/>
                  </a:lnTo>
                  <a:lnTo>
                    <a:pt x="354393" y="381304"/>
                  </a:lnTo>
                  <a:lnTo>
                    <a:pt x="386410" y="348068"/>
                  </a:lnTo>
                  <a:lnTo>
                    <a:pt x="410781" y="308610"/>
                  </a:lnTo>
                  <a:lnTo>
                    <a:pt x="426288" y="264134"/>
                  </a:lnTo>
                  <a:lnTo>
                    <a:pt x="431711" y="215874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66972" y="4087000"/>
              <a:ext cx="119114" cy="68577"/>
            </a:xfrm>
            <a:prstGeom prst="rect">
              <a:avLst/>
            </a:prstGeom>
          </p:spPr>
        </p:pic>
      </p:grpSp>
      <p:sp>
        <p:nvSpPr>
          <p:cNvPr id="81" name="object 81"/>
          <p:cNvSpPr/>
          <p:nvPr/>
        </p:nvSpPr>
        <p:spPr>
          <a:xfrm>
            <a:off x="5311921" y="3857487"/>
            <a:ext cx="278130" cy="278130"/>
          </a:xfrm>
          <a:custGeom>
            <a:avLst/>
            <a:gdLst/>
            <a:ahLst/>
            <a:cxnLst/>
            <a:rect l="l" t="t" r="r" b="b"/>
            <a:pathLst>
              <a:path w="278129" h="278129">
                <a:moveTo>
                  <a:pt x="277619" y="277590"/>
                </a:moveTo>
                <a:lnTo>
                  <a:pt x="0" y="277590"/>
                </a:lnTo>
                <a:lnTo>
                  <a:pt x="0" y="0"/>
                </a:lnTo>
                <a:lnTo>
                  <a:pt x="277619" y="0"/>
                </a:lnTo>
                <a:lnTo>
                  <a:pt x="277619" y="277590"/>
                </a:lnTo>
                <a:close/>
              </a:path>
            </a:pathLst>
          </a:custGeom>
          <a:solidFill>
            <a:srgbClr val="BAC8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666516" y="3857487"/>
            <a:ext cx="278130" cy="278130"/>
          </a:xfrm>
          <a:custGeom>
            <a:avLst/>
            <a:gdLst/>
            <a:ahLst/>
            <a:cxnLst/>
            <a:rect l="l" t="t" r="r" b="b"/>
            <a:pathLst>
              <a:path w="278129" h="278129">
                <a:moveTo>
                  <a:pt x="277890" y="277590"/>
                </a:moveTo>
                <a:lnTo>
                  <a:pt x="0" y="277590"/>
                </a:lnTo>
                <a:lnTo>
                  <a:pt x="0" y="0"/>
                </a:lnTo>
                <a:lnTo>
                  <a:pt x="277890" y="0"/>
                </a:lnTo>
                <a:lnTo>
                  <a:pt x="277890" y="277590"/>
                </a:lnTo>
                <a:close/>
              </a:path>
            </a:pathLst>
          </a:custGeom>
          <a:solidFill>
            <a:srgbClr val="869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021374" y="3857487"/>
            <a:ext cx="278130" cy="278130"/>
          </a:xfrm>
          <a:custGeom>
            <a:avLst/>
            <a:gdLst/>
            <a:ahLst/>
            <a:cxnLst/>
            <a:rect l="l" t="t" r="r" b="b"/>
            <a:pathLst>
              <a:path w="278129" h="278129">
                <a:moveTo>
                  <a:pt x="277890" y="277590"/>
                </a:moveTo>
                <a:lnTo>
                  <a:pt x="0" y="277590"/>
                </a:lnTo>
                <a:lnTo>
                  <a:pt x="0" y="0"/>
                </a:lnTo>
                <a:lnTo>
                  <a:pt x="277890" y="0"/>
                </a:lnTo>
                <a:lnTo>
                  <a:pt x="277890" y="277590"/>
                </a:lnTo>
                <a:close/>
              </a:path>
            </a:pathLst>
          </a:custGeom>
          <a:solidFill>
            <a:srgbClr val="5F7D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370932" y="3857487"/>
            <a:ext cx="278130" cy="278130"/>
          </a:xfrm>
          <a:custGeom>
            <a:avLst/>
            <a:gdLst/>
            <a:ahLst/>
            <a:cxnLst/>
            <a:rect l="l" t="t" r="r" b="b"/>
            <a:pathLst>
              <a:path w="278129" h="278129">
                <a:moveTo>
                  <a:pt x="277619" y="277590"/>
                </a:moveTo>
                <a:lnTo>
                  <a:pt x="0" y="277590"/>
                </a:lnTo>
                <a:lnTo>
                  <a:pt x="0" y="0"/>
                </a:lnTo>
                <a:lnTo>
                  <a:pt x="277619" y="0"/>
                </a:lnTo>
                <a:lnTo>
                  <a:pt x="277619" y="277590"/>
                </a:lnTo>
                <a:close/>
              </a:path>
            </a:pathLst>
          </a:custGeom>
          <a:solidFill>
            <a:srgbClr val="435D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/>
          <p:cNvGrpSpPr/>
          <p:nvPr/>
        </p:nvGrpSpPr>
        <p:grpSpPr>
          <a:xfrm>
            <a:off x="5264943" y="3807505"/>
            <a:ext cx="1427480" cy="371475"/>
            <a:chOff x="5264943" y="3807505"/>
            <a:chExt cx="1427480" cy="371475"/>
          </a:xfrm>
        </p:grpSpPr>
        <p:sp>
          <p:nvSpPr>
            <p:cNvPr id="83" name="object 83"/>
            <p:cNvSpPr/>
            <p:nvPr/>
          </p:nvSpPr>
          <p:spPr>
            <a:xfrm>
              <a:off x="6331387" y="3993099"/>
              <a:ext cx="351155" cy="175895"/>
            </a:xfrm>
            <a:custGeom>
              <a:avLst/>
              <a:gdLst/>
              <a:ahLst/>
              <a:cxnLst/>
              <a:rect l="l" t="t" r="r" b="b"/>
              <a:pathLst>
                <a:path w="351154" h="175895">
                  <a:moveTo>
                    <a:pt x="350607" y="0"/>
                  </a:moveTo>
                  <a:lnTo>
                    <a:pt x="344339" y="46630"/>
                  </a:lnTo>
                  <a:lnTo>
                    <a:pt x="326652" y="88533"/>
                  </a:lnTo>
                  <a:lnTo>
                    <a:pt x="299218" y="124037"/>
                  </a:lnTo>
                  <a:lnTo>
                    <a:pt x="263711" y="151468"/>
                  </a:lnTo>
                  <a:lnTo>
                    <a:pt x="221803" y="169153"/>
                  </a:lnTo>
                  <a:lnTo>
                    <a:pt x="175168" y="175420"/>
                  </a:lnTo>
                  <a:lnTo>
                    <a:pt x="128647" y="169153"/>
                  </a:lnTo>
                  <a:lnTo>
                    <a:pt x="86815" y="151468"/>
                  </a:lnTo>
                  <a:lnTo>
                    <a:pt x="51354" y="124037"/>
                  </a:lnTo>
                  <a:lnTo>
                    <a:pt x="23944" y="88533"/>
                  </a:lnTo>
                  <a:lnTo>
                    <a:pt x="6266" y="46630"/>
                  </a:lnTo>
                  <a:lnTo>
                    <a:pt x="0" y="0"/>
                  </a:lnTo>
                </a:path>
              </a:pathLst>
            </a:custGeom>
            <a:ln w="20849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980770" y="3817930"/>
              <a:ext cx="351155" cy="175260"/>
            </a:xfrm>
            <a:custGeom>
              <a:avLst/>
              <a:gdLst/>
              <a:ahLst/>
              <a:cxnLst/>
              <a:rect l="l" t="t" r="r" b="b"/>
              <a:pathLst>
                <a:path w="351154" h="175260">
                  <a:moveTo>
                    <a:pt x="0" y="175150"/>
                  </a:moveTo>
                  <a:lnTo>
                    <a:pt x="6266" y="128543"/>
                  </a:lnTo>
                  <a:lnTo>
                    <a:pt x="23946" y="86690"/>
                  </a:lnTo>
                  <a:lnTo>
                    <a:pt x="51359" y="51251"/>
                  </a:lnTo>
                  <a:lnTo>
                    <a:pt x="86822" y="23884"/>
                  </a:lnTo>
                  <a:lnTo>
                    <a:pt x="128654" y="6247"/>
                  </a:lnTo>
                  <a:lnTo>
                    <a:pt x="175176" y="0"/>
                  </a:lnTo>
                  <a:lnTo>
                    <a:pt x="221808" y="6247"/>
                  </a:lnTo>
                  <a:lnTo>
                    <a:pt x="263715" y="23884"/>
                  </a:lnTo>
                  <a:lnTo>
                    <a:pt x="299223" y="51251"/>
                  </a:lnTo>
                  <a:lnTo>
                    <a:pt x="326658" y="86690"/>
                  </a:lnTo>
                  <a:lnTo>
                    <a:pt x="344347" y="128543"/>
                  </a:lnTo>
                  <a:lnTo>
                    <a:pt x="350615" y="175150"/>
                  </a:lnTo>
                </a:path>
              </a:pathLst>
            </a:custGeom>
            <a:ln w="20849">
              <a:solidFill>
                <a:srgbClr val="5F7D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630154" y="3993099"/>
              <a:ext cx="351155" cy="175895"/>
            </a:xfrm>
            <a:custGeom>
              <a:avLst/>
              <a:gdLst/>
              <a:ahLst/>
              <a:cxnLst/>
              <a:rect l="l" t="t" r="r" b="b"/>
              <a:pathLst>
                <a:path w="351154" h="175895">
                  <a:moveTo>
                    <a:pt x="350615" y="0"/>
                  </a:moveTo>
                  <a:lnTo>
                    <a:pt x="344347" y="46630"/>
                  </a:lnTo>
                  <a:lnTo>
                    <a:pt x="326658" y="88533"/>
                  </a:lnTo>
                  <a:lnTo>
                    <a:pt x="299223" y="124037"/>
                  </a:lnTo>
                  <a:lnTo>
                    <a:pt x="263715" y="151468"/>
                  </a:lnTo>
                  <a:lnTo>
                    <a:pt x="221808" y="169153"/>
                  </a:lnTo>
                  <a:lnTo>
                    <a:pt x="175176" y="175420"/>
                  </a:lnTo>
                  <a:lnTo>
                    <a:pt x="128654" y="169153"/>
                  </a:lnTo>
                  <a:lnTo>
                    <a:pt x="86821" y="151468"/>
                  </a:lnTo>
                  <a:lnTo>
                    <a:pt x="51358" y="124037"/>
                  </a:lnTo>
                  <a:lnTo>
                    <a:pt x="23946" y="88533"/>
                  </a:lnTo>
                  <a:lnTo>
                    <a:pt x="6266" y="46630"/>
                  </a:lnTo>
                  <a:lnTo>
                    <a:pt x="0" y="0"/>
                  </a:lnTo>
                </a:path>
              </a:pathLst>
            </a:custGeom>
            <a:ln w="20849">
              <a:solidFill>
                <a:srgbClr val="869F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279537" y="3817930"/>
              <a:ext cx="351155" cy="175260"/>
            </a:xfrm>
            <a:custGeom>
              <a:avLst/>
              <a:gdLst/>
              <a:ahLst/>
              <a:cxnLst/>
              <a:rect l="l" t="t" r="r" b="b"/>
              <a:pathLst>
                <a:path w="351154" h="175260">
                  <a:moveTo>
                    <a:pt x="0" y="175150"/>
                  </a:moveTo>
                  <a:lnTo>
                    <a:pt x="6268" y="128543"/>
                  </a:lnTo>
                  <a:lnTo>
                    <a:pt x="23956" y="86690"/>
                  </a:lnTo>
                  <a:lnTo>
                    <a:pt x="51391" y="51251"/>
                  </a:lnTo>
                  <a:lnTo>
                    <a:pt x="86899" y="23884"/>
                  </a:lnTo>
                  <a:lnTo>
                    <a:pt x="128806" y="6247"/>
                  </a:lnTo>
                  <a:lnTo>
                    <a:pt x="175438" y="0"/>
                  </a:lnTo>
                  <a:lnTo>
                    <a:pt x="221960" y="6247"/>
                  </a:lnTo>
                  <a:lnTo>
                    <a:pt x="263793" y="23884"/>
                  </a:lnTo>
                  <a:lnTo>
                    <a:pt x="299256" y="51251"/>
                  </a:lnTo>
                  <a:lnTo>
                    <a:pt x="326668" y="86690"/>
                  </a:lnTo>
                  <a:lnTo>
                    <a:pt x="344348" y="128543"/>
                  </a:lnTo>
                  <a:lnTo>
                    <a:pt x="350615" y="175150"/>
                  </a:lnTo>
                </a:path>
              </a:pathLst>
            </a:custGeom>
            <a:ln w="20849">
              <a:solidFill>
                <a:srgbClr val="BAC8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264937" y="3861739"/>
              <a:ext cx="1379855" cy="269240"/>
            </a:xfrm>
            <a:custGeom>
              <a:avLst/>
              <a:gdLst/>
              <a:ahLst/>
              <a:cxnLst/>
              <a:rect l="l" t="t" r="r" b="b"/>
              <a:pathLst>
                <a:path w="1379854" h="269239">
                  <a:moveTo>
                    <a:pt x="29197" y="120205"/>
                  </a:moveTo>
                  <a:lnTo>
                    <a:pt x="22555" y="113842"/>
                  </a:lnTo>
                  <a:lnTo>
                    <a:pt x="6629" y="113842"/>
                  </a:lnTo>
                  <a:lnTo>
                    <a:pt x="0" y="120205"/>
                  </a:lnTo>
                  <a:lnTo>
                    <a:pt x="0" y="136398"/>
                  </a:lnTo>
                  <a:lnTo>
                    <a:pt x="6629" y="143027"/>
                  </a:lnTo>
                  <a:lnTo>
                    <a:pt x="14592" y="143027"/>
                  </a:lnTo>
                  <a:lnTo>
                    <a:pt x="22555" y="143027"/>
                  </a:lnTo>
                  <a:lnTo>
                    <a:pt x="29197" y="136398"/>
                  </a:lnTo>
                  <a:lnTo>
                    <a:pt x="29197" y="120205"/>
                  </a:lnTo>
                  <a:close/>
                </a:path>
                <a:path w="1379854" h="269239">
                  <a:moveTo>
                    <a:pt x="379806" y="120205"/>
                  </a:moveTo>
                  <a:lnTo>
                    <a:pt x="373176" y="113842"/>
                  </a:lnTo>
                  <a:lnTo>
                    <a:pt x="357238" y="113842"/>
                  </a:lnTo>
                  <a:lnTo>
                    <a:pt x="350608" y="120205"/>
                  </a:lnTo>
                  <a:lnTo>
                    <a:pt x="350608" y="136398"/>
                  </a:lnTo>
                  <a:lnTo>
                    <a:pt x="357238" y="143027"/>
                  </a:lnTo>
                  <a:lnTo>
                    <a:pt x="365213" y="143027"/>
                  </a:lnTo>
                  <a:lnTo>
                    <a:pt x="373176" y="143027"/>
                  </a:lnTo>
                  <a:lnTo>
                    <a:pt x="379806" y="136398"/>
                  </a:lnTo>
                  <a:lnTo>
                    <a:pt x="379806" y="120205"/>
                  </a:lnTo>
                  <a:close/>
                </a:path>
                <a:path w="1379854" h="269239">
                  <a:moveTo>
                    <a:pt x="730415" y="120205"/>
                  </a:moveTo>
                  <a:lnTo>
                    <a:pt x="723785" y="113842"/>
                  </a:lnTo>
                  <a:lnTo>
                    <a:pt x="707859" y="113842"/>
                  </a:lnTo>
                  <a:lnTo>
                    <a:pt x="701230" y="120205"/>
                  </a:lnTo>
                  <a:lnTo>
                    <a:pt x="701230" y="136398"/>
                  </a:lnTo>
                  <a:lnTo>
                    <a:pt x="707593" y="143027"/>
                  </a:lnTo>
                  <a:lnTo>
                    <a:pt x="715822" y="143027"/>
                  </a:lnTo>
                  <a:lnTo>
                    <a:pt x="723785" y="143027"/>
                  </a:lnTo>
                  <a:lnTo>
                    <a:pt x="730415" y="136398"/>
                  </a:lnTo>
                  <a:lnTo>
                    <a:pt x="730415" y="120205"/>
                  </a:lnTo>
                  <a:close/>
                </a:path>
                <a:path w="1379854" h="269239">
                  <a:moveTo>
                    <a:pt x="1081036" y="120205"/>
                  </a:moveTo>
                  <a:lnTo>
                    <a:pt x="1074394" y="113842"/>
                  </a:lnTo>
                  <a:lnTo>
                    <a:pt x="1058214" y="113842"/>
                  </a:lnTo>
                  <a:lnTo>
                    <a:pt x="1051839" y="120205"/>
                  </a:lnTo>
                  <a:lnTo>
                    <a:pt x="1051839" y="136398"/>
                  </a:lnTo>
                  <a:lnTo>
                    <a:pt x="1058481" y="143027"/>
                  </a:lnTo>
                  <a:lnTo>
                    <a:pt x="1066444" y="143027"/>
                  </a:lnTo>
                  <a:lnTo>
                    <a:pt x="1074394" y="143027"/>
                  </a:lnTo>
                  <a:lnTo>
                    <a:pt x="1081036" y="136398"/>
                  </a:lnTo>
                  <a:lnTo>
                    <a:pt x="1081036" y="120205"/>
                  </a:lnTo>
                  <a:close/>
                </a:path>
                <a:path w="1379854" h="269239">
                  <a:moveTo>
                    <a:pt x="1379372" y="134556"/>
                  </a:moveTo>
                  <a:lnTo>
                    <a:pt x="1372501" y="92024"/>
                  </a:lnTo>
                  <a:lnTo>
                    <a:pt x="1364500" y="76555"/>
                  </a:lnTo>
                  <a:lnTo>
                    <a:pt x="1364500" y="134556"/>
                  </a:lnTo>
                  <a:lnTo>
                    <a:pt x="1355090" y="181127"/>
                  </a:lnTo>
                  <a:lnTo>
                    <a:pt x="1329436" y="219176"/>
                  </a:lnTo>
                  <a:lnTo>
                    <a:pt x="1291386" y="244830"/>
                  </a:lnTo>
                  <a:lnTo>
                    <a:pt x="1244803" y="254241"/>
                  </a:lnTo>
                  <a:lnTo>
                    <a:pt x="1198219" y="244830"/>
                  </a:lnTo>
                  <a:lnTo>
                    <a:pt x="1160170" y="219176"/>
                  </a:lnTo>
                  <a:lnTo>
                    <a:pt x="1134516" y="181127"/>
                  </a:lnTo>
                  <a:lnTo>
                    <a:pt x="1125105" y="134556"/>
                  </a:lnTo>
                  <a:lnTo>
                    <a:pt x="1134516" y="87972"/>
                  </a:lnTo>
                  <a:lnTo>
                    <a:pt x="1160170" y="49923"/>
                  </a:lnTo>
                  <a:lnTo>
                    <a:pt x="1198219" y="24269"/>
                  </a:lnTo>
                  <a:lnTo>
                    <a:pt x="1244803" y="14859"/>
                  </a:lnTo>
                  <a:lnTo>
                    <a:pt x="1291386" y="24269"/>
                  </a:lnTo>
                  <a:lnTo>
                    <a:pt x="1329436" y="49923"/>
                  </a:lnTo>
                  <a:lnTo>
                    <a:pt x="1355090" y="87972"/>
                  </a:lnTo>
                  <a:lnTo>
                    <a:pt x="1364500" y="134556"/>
                  </a:lnTo>
                  <a:lnTo>
                    <a:pt x="1364500" y="76555"/>
                  </a:lnTo>
                  <a:lnTo>
                    <a:pt x="1353400" y="55092"/>
                  </a:lnTo>
                  <a:lnTo>
                    <a:pt x="1324279" y="25958"/>
                  </a:lnTo>
                  <a:lnTo>
                    <a:pt x="1302804" y="14859"/>
                  </a:lnTo>
                  <a:lnTo>
                    <a:pt x="1287335" y="6858"/>
                  </a:lnTo>
                  <a:lnTo>
                    <a:pt x="1244803" y="0"/>
                  </a:lnTo>
                  <a:lnTo>
                    <a:pt x="1202270" y="6858"/>
                  </a:lnTo>
                  <a:lnTo>
                    <a:pt x="1165326" y="25958"/>
                  </a:lnTo>
                  <a:lnTo>
                    <a:pt x="1136205" y="55092"/>
                  </a:lnTo>
                  <a:lnTo>
                    <a:pt x="1117092" y="92024"/>
                  </a:lnTo>
                  <a:lnTo>
                    <a:pt x="1110234" y="134556"/>
                  </a:lnTo>
                  <a:lnTo>
                    <a:pt x="1117092" y="177050"/>
                  </a:lnTo>
                  <a:lnTo>
                    <a:pt x="1136205" y="213918"/>
                  </a:lnTo>
                  <a:lnTo>
                    <a:pt x="1165326" y="242963"/>
                  </a:lnTo>
                  <a:lnTo>
                    <a:pt x="1202270" y="262001"/>
                  </a:lnTo>
                  <a:lnTo>
                    <a:pt x="1244803" y="268833"/>
                  </a:lnTo>
                  <a:lnTo>
                    <a:pt x="1287335" y="262001"/>
                  </a:lnTo>
                  <a:lnTo>
                    <a:pt x="1302397" y="254241"/>
                  </a:lnTo>
                  <a:lnTo>
                    <a:pt x="1324279" y="242963"/>
                  </a:lnTo>
                  <a:lnTo>
                    <a:pt x="1353400" y="213918"/>
                  </a:lnTo>
                  <a:lnTo>
                    <a:pt x="1372501" y="177050"/>
                  </a:lnTo>
                  <a:lnTo>
                    <a:pt x="1379372" y="134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314302" y="3861739"/>
              <a:ext cx="976630" cy="269240"/>
            </a:xfrm>
            <a:custGeom>
              <a:avLst/>
              <a:gdLst/>
              <a:ahLst/>
              <a:cxnLst/>
              <a:rect l="l" t="t" r="r" b="b"/>
              <a:pathLst>
                <a:path w="976629" h="269239">
                  <a:moveTo>
                    <a:pt x="268871" y="134556"/>
                  </a:moveTo>
                  <a:lnTo>
                    <a:pt x="262001" y="92024"/>
                  </a:lnTo>
                  <a:lnTo>
                    <a:pt x="254000" y="76555"/>
                  </a:lnTo>
                  <a:lnTo>
                    <a:pt x="254000" y="134556"/>
                  </a:lnTo>
                  <a:lnTo>
                    <a:pt x="244589" y="181127"/>
                  </a:lnTo>
                  <a:lnTo>
                    <a:pt x="218935" y="219176"/>
                  </a:lnTo>
                  <a:lnTo>
                    <a:pt x="180886" y="244830"/>
                  </a:lnTo>
                  <a:lnTo>
                    <a:pt x="134302" y="254241"/>
                  </a:lnTo>
                  <a:lnTo>
                    <a:pt x="87718" y="244830"/>
                  </a:lnTo>
                  <a:lnTo>
                    <a:pt x="49669" y="219176"/>
                  </a:lnTo>
                  <a:lnTo>
                    <a:pt x="24015" y="181127"/>
                  </a:lnTo>
                  <a:lnTo>
                    <a:pt x="14605" y="134556"/>
                  </a:lnTo>
                  <a:lnTo>
                    <a:pt x="24015" y="87972"/>
                  </a:lnTo>
                  <a:lnTo>
                    <a:pt x="49669" y="49923"/>
                  </a:lnTo>
                  <a:lnTo>
                    <a:pt x="87718" y="24269"/>
                  </a:lnTo>
                  <a:lnTo>
                    <a:pt x="134302" y="14859"/>
                  </a:lnTo>
                  <a:lnTo>
                    <a:pt x="180886" y="24269"/>
                  </a:lnTo>
                  <a:lnTo>
                    <a:pt x="218935" y="49923"/>
                  </a:lnTo>
                  <a:lnTo>
                    <a:pt x="244589" y="87972"/>
                  </a:lnTo>
                  <a:lnTo>
                    <a:pt x="254000" y="134556"/>
                  </a:lnTo>
                  <a:lnTo>
                    <a:pt x="254000" y="76555"/>
                  </a:lnTo>
                  <a:lnTo>
                    <a:pt x="242900" y="55092"/>
                  </a:lnTo>
                  <a:lnTo>
                    <a:pt x="213779" y="25958"/>
                  </a:lnTo>
                  <a:lnTo>
                    <a:pt x="192303" y="14859"/>
                  </a:lnTo>
                  <a:lnTo>
                    <a:pt x="176834" y="6858"/>
                  </a:lnTo>
                  <a:lnTo>
                    <a:pt x="134302" y="0"/>
                  </a:lnTo>
                  <a:lnTo>
                    <a:pt x="91795" y="6858"/>
                  </a:lnTo>
                  <a:lnTo>
                    <a:pt x="54927" y="25958"/>
                  </a:lnTo>
                  <a:lnTo>
                    <a:pt x="25869" y="55092"/>
                  </a:lnTo>
                  <a:lnTo>
                    <a:pt x="6832" y="92024"/>
                  </a:lnTo>
                  <a:lnTo>
                    <a:pt x="0" y="134556"/>
                  </a:lnTo>
                  <a:lnTo>
                    <a:pt x="6832" y="177050"/>
                  </a:lnTo>
                  <a:lnTo>
                    <a:pt x="25869" y="213918"/>
                  </a:lnTo>
                  <a:lnTo>
                    <a:pt x="54927" y="242963"/>
                  </a:lnTo>
                  <a:lnTo>
                    <a:pt x="91795" y="262001"/>
                  </a:lnTo>
                  <a:lnTo>
                    <a:pt x="134302" y="268833"/>
                  </a:lnTo>
                  <a:lnTo>
                    <a:pt x="176834" y="262001"/>
                  </a:lnTo>
                  <a:lnTo>
                    <a:pt x="191897" y="254241"/>
                  </a:lnTo>
                  <a:lnTo>
                    <a:pt x="213779" y="242963"/>
                  </a:lnTo>
                  <a:lnTo>
                    <a:pt x="242900" y="213918"/>
                  </a:lnTo>
                  <a:lnTo>
                    <a:pt x="262001" y="177050"/>
                  </a:lnTo>
                  <a:lnTo>
                    <a:pt x="268871" y="134556"/>
                  </a:lnTo>
                  <a:close/>
                </a:path>
                <a:path w="976629" h="269239">
                  <a:moveTo>
                    <a:pt x="622401" y="134556"/>
                  </a:moveTo>
                  <a:lnTo>
                    <a:pt x="615569" y="92024"/>
                  </a:lnTo>
                  <a:lnTo>
                    <a:pt x="607809" y="76974"/>
                  </a:lnTo>
                  <a:lnTo>
                    <a:pt x="607809" y="134556"/>
                  </a:lnTo>
                  <a:lnTo>
                    <a:pt x="598398" y="181127"/>
                  </a:lnTo>
                  <a:lnTo>
                    <a:pt x="572731" y="219176"/>
                  </a:lnTo>
                  <a:lnTo>
                    <a:pt x="534682" y="244830"/>
                  </a:lnTo>
                  <a:lnTo>
                    <a:pt x="488099" y="254241"/>
                  </a:lnTo>
                  <a:lnTo>
                    <a:pt x="441515" y="244830"/>
                  </a:lnTo>
                  <a:lnTo>
                    <a:pt x="403466" y="219176"/>
                  </a:lnTo>
                  <a:lnTo>
                    <a:pt x="377812" y="181127"/>
                  </a:lnTo>
                  <a:lnTo>
                    <a:pt x="368401" y="134556"/>
                  </a:lnTo>
                  <a:lnTo>
                    <a:pt x="377812" y="87972"/>
                  </a:lnTo>
                  <a:lnTo>
                    <a:pt x="403466" y="49923"/>
                  </a:lnTo>
                  <a:lnTo>
                    <a:pt x="441515" y="24269"/>
                  </a:lnTo>
                  <a:lnTo>
                    <a:pt x="488099" y="14859"/>
                  </a:lnTo>
                  <a:lnTo>
                    <a:pt x="534682" y="24269"/>
                  </a:lnTo>
                  <a:lnTo>
                    <a:pt x="572731" y="49923"/>
                  </a:lnTo>
                  <a:lnTo>
                    <a:pt x="598398" y="87972"/>
                  </a:lnTo>
                  <a:lnTo>
                    <a:pt x="607809" y="134556"/>
                  </a:lnTo>
                  <a:lnTo>
                    <a:pt x="607809" y="76974"/>
                  </a:lnTo>
                  <a:lnTo>
                    <a:pt x="596531" y="55092"/>
                  </a:lnTo>
                  <a:lnTo>
                    <a:pt x="567486" y="25958"/>
                  </a:lnTo>
                  <a:lnTo>
                    <a:pt x="546049" y="14859"/>
                  </a:lnTo>
                  <a:lnTo>
                    <a:pt x="530606" y="6858"/>
                  </a:lnTo>
                  <a:lnTo>
                    <a:pt x="488099" y="0"/>
                  </a:lnTo>
                  <a:lnTo>
                    <a:pt x="445566" y="6858"/>
                  </a:lnTo>
                  <a:lnTo>
                    <a:pt x="408635" y="25958"/>
                  </a:lnTo>
                  <a:lnTo>
                    <a:pt x="379501" y="55092"/>
                  </a:lnTo>
                  <a:lnTo>
                    <a:pt x="360400" y="92024"/>
                  </a:lnTo>
                  <a:lnTo>
                    <a:pt x="353542" y="134556"/>
                  </a:lnTo>
                  <a:lnTo>
                    <a:pt x="360400" y="177050"/>
                  </a:lnTo>
                  <a:lnTo>
                    <a:pt x="379501" y="213918"/>
                  </a:lnTo>
                  <a:lnTo>
                    <a:pt x="408635" y="242963"/>
                  </a:lnTo>
                  <a:lnTo>
                    <a:pt x="445566" y="262001"/>
                  </a:lnTo>
                  <a:lnTo>
                    <a:pt x="488099" y="268833"/>
                  </a:lnTo>
                  <a:lnTo>
                    <a:pt x="530606" y="262001"/>
                  </a:lnTo>
                  <a:lnTo>
                    <a:pt x="545642" y="254241"/>
                  </a:lnTo>
                  <a:lnTo>
                    <a:pt x="567486" y="242963"/>
                  </a:lnTo>
                  <a:lnTo>
                    <a:pt x="596531" y="213918"/>
                  </a:lnTo>
                  <a:lnTo>
                    <a:pt x="615569" y="177050"/>
                  </a:lnTo>
                  <a:lnTo>
                    <a:pt x="622401" y="134556"/>
                  </a:lnTo>
                  <a:close/>
                </a:path>
                <a:path w="976629" h="269239">
                  <a:moveTo>
                    <a:pt x="976198" y="134556"/>
                  </a:moveTo>
                  <a:lnTo>
                    <a:pt x="969340" y="92024"/>
                  </a:lnTo>
                  <a:lnTo>
                    <a:pt x="961339" y="76555"/>
                  </a:lnTo>
                  <a:lnTo>
                    <a:pt x="961339" y="134556"/>
                  </a:lnTo>
                  <a:lnTo>
                    <a:pt x="951928" y="181127"/>
                  </a:lnTo>
                  <a:lnTo>
                    <a:pt x="926274" y="219176"/>
                  </a:lnTo>
                  <a:lnTo>
                    <a:pt x="888225" y="244830"/>
                  </a:lnTo>
                  <a:lnTo>
                    <a:pt x="841641" y="254241"/>
                  </a:lnTo>
                  <a:lnTo>
                    <a:pt x="795058" y="244830"/>
                  </a:lnTo>
                  <a:lnTo>
                    <a:pt x="756996" y="219176"/>
                  </a:lnTo>
                  <a:lnTo>
                    <a:pt x="731342" y="181127"/>
                  </a:lnTo>
                  <a:lnTo>
                    <a:pt x="721931" y="134556"/>
                  </a:lnTo>
                  <a:lnTo>
                    <a:pt x="731342" y="87972"/>
                  </a:lnTo>
                  <a:lnTo>
                    <a:pt x="756996" y="49923"/>
                  </a:lnTo>
                  <a:lnTo>
                    <a:pt x="795058" y="24269"/>
                  </a:lnTo>
                  <a:lnTo>
                    <a:pt x="841641" y="14859"/>
                  </a:lnTo>
                  <a:lnTo>
                    <a:pt x="888225" y="24269"/>
                  </a:lnTo>
                  <a:lnTo>
                    <a:pt x="926274" y="49923"/>
                  </a:lnTo>
                  <a:lnTo>
                    <a:pt x="951928" y="87972"/>
                  </a:lnTo>
                  <a:lnTo>
                    <a:pt x="961339" y="134556"/>
                  </a:lnTo>
                  <a:lnTo>
                    <a:pt x="961339" y="76555"/>
                  </a:lnTo>
                  <a:lnTo>
                    <a:pt x="950239" y="55092"/>
                  </a:lnTo>
                  <a:lnTo>
                    <a:pt x="921105" y="25958"/>
                  </a:lnTo>
                  <a:lnTo>
                    <a:pt x="899642" y="14859"/>
                  </a:lnTo>
                  <a:lnTo>
                    <a:pt x="884174" y="6858"/>
                  </a:lnTo>
                  <a:lnTo>
                    <a:pt x="841641" y="0"/>
                  </a:lnTo>
                  <a:lnTo>
                    <a:pt x="799236" y="6858"/>
                  </a:lnTo>
                  <a:lnTo>
                    <a:pt x="762368" y="25958"/>
                  </a:lnTo>
                  <a:lnTo>
                    <a:pt x="733285" y="55092"/>
                  </a:lnTo>
                  <a:lnTo>
                    <a:pt x="714197" y="92024"/>
                  </a:lnTo>
                  <a:lnTo>
                    <a:pt x="707339" y="134556"/>
                  </a:lnTo>
                  <a:lnTo>
                    <a:pt x="714171" y="177050"/>
                  </a:lnTo>
                  <a:lnTo>
                    <a:pt x="733209" y="213918"/>
                  </a:lnTo>
                  <a:lnTo>
                    <a:pt x="762254" y="242963"/>
                  </a:lnTo>
                  <a:lnTo>
                    <a:pt x="799134" y="262001"/>
                  </a:lnTo>
                  <a:lnTo>
                    <a:pt x="841641" y="268833"/>
                  </a:lnTo>
                  <a:lnTo>
                    <a:pt x="884174" y="262001"/>
                  </a:lnTo>
                  <a:lnTo>
                    <a:pt x="899223" y="254241"/>
                  </a:lnTo>
                  <a:lnTo>
                    <a:pt x="921105" y="242963"/>
                  </a:lnTo>
                  <a:lnTo>
                    <a:pt x="950239" y="213918"/>
                  </a:lnTo>
                  <a:lnTo>
                    <a:pt x="969340" y="177050"/>
                  </a:lnTo>
                  <a:lnTo>
                    <a:pt x="976198" y="13455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/>
          <p:cNvGrpSpPr/>
          <p:nvPr/>
        </p:nvGrpSpPr>
        <p:grpSpPr>
          <a:xfrm>
            <a:off x="6833114" y="3679304"/>
            <a:ext cx="414020" cy="502920"/>
            <a:chOff x="6833114" y="3679304"/>
            <a:chExt cx="414020" cy="502920"/>
          </a:xfrm>
        </p:grpSpPr>
        <p:sp>
          <p:nvSpPr>
            <p:cNvPr id="147" name="object 147"/>
            <p:cNvSpPr/>
            <p:nvPr/>
          </p:nvSpPr>
          <p:spPr>
            <a:xfrm>
              <a:off x="7033807" y="4017688"/>
              <a:ext cx="0" cy="92075"/>
            </a:xfrm>
            <a:custGeom>
              <a:avLst/>
              <a:gdLst/>
              <a:ahLst/>
              <a:cxnLst/>
              <a:rect l="l" t="t" r="r" b="b"/>
              <a:pathLst>
                <a:path w="0" h="92075">
                  <a:moveTo>
                    <a:pt x="0" y="0"/>
                  </a:moveTo>
                  <a:lnTo>
                    <a:pt x="0" y="91757"/>
                  </a:lnTo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7002469" y="410944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62674"/>
                  </a:move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7002469" y="410944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0"/>
                  </a:moveTo>
                  <a:lnTo>
                    <a:pt x="62674" y="62674"/>
                  </a:ln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close/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842639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296081" y="342165"/>
                  </a:moveTo>
                  <a:lnTo>
                    <a:pt x="98808" y="342165"/>
                  </a:lnTo>
                  <a:lnTo>
                    <a:pt x="0" y="171079"/>
                  </a:lnTo>
                  <a:lnTo>
                    <a:pt x="98808" y="0"/>
                  </a:lnTo>
                  <a:lnTo>
                    <a:pt x="296081" y="0"/>
                  </a:lnTo>
                  <a:lnTo>
                    <a:pt x="394884" y="171079"/>
                  </a:lnTo>
                  <a:lnTo>
                    <a:pt x="296081" y="342165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6842639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98808" y="0"/>
                  </a:moveTo>
                  <a:lnTo>
                    <a:pt x="0" y="171079"/>
                  </a:lnTo>
                  <a:lnTo>
                    <a:pt x="98808" y="342165"/>
                  </a:lnTo>
                  <a:lnTo>
                    <a:pt x="296081" y="342165"/>
                  </a:lnTo>
                  <a:lnTo>
                    <a:pt x="394884" y="171079"/>
                  </a:lnTo>
                  <a:lnTo>
                    <a:pt x="296081" y="0"/>
                  </a:lnTo>
                  <a:lnTo>
                    <a:pt x="98808" y="0"/>
                  </a:lnTo>
                  <a:close/>
                </a:path>
              </a:pathLst>
            </a:custGeom>
            <a:ln w="19049">
              <a:solidFill>
                <a:srgbClr val="A5B7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/>
          <p:cNvGrpSpPr/>
          <p:nvPr/>
        </p:nvGrpSpPr>
        <p:grpSpPr>
          <a:xfrm>
            <a:off x="7227337" y="3531020"/>
            <a:ext cx="414020" cy="509905"/>
            <a:chOff x="7227337" y="3531020"/>
            <a:chExt cx="414020" cy="509905"/>
          </a:xfrm>
        </p:grpSpPr>
        <p:sp>
          <p:nvSpPr>
            <p:cNvPr id="153" name="object 153"/>
            <p:cNvSpPr/>
            <p:nvPr/>
          </p:nvSpPr>
          <p:spPr>
            <a:xfrm>
              <a:off x="7434305" y="3603220"/>
              <a:ext cx="0" cy="92075"/>
            </a:xfrm>
            <a:custGeom>
              <a:avLst/>
              <a:gdLst/>
              <a:ahLst/>
              <a:cxnLst/>
              <a:rect l="l" t="t" r="r" b="b"/>
              <a:pathLst>
                <a:path w="0" h="92075">
                  <a:moveTo>
                    <a:pt x="0" y="917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402968" y="354054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62674"/>
                  </a:move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402968" y="354054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62674"/>
                  </a:move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lnTo>
                    <a:pt x="0" y="62674"/>
                  </a:lnTo>
                  <a:close/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236862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296081" y="342165"/>
                  </a:moveTo>
                  <a:lnTo>
                    <a:pt x="98471" y="342165"/>
                  </a:lnTo>
                  <a:lnTo>
                    <a:pt x="0" y="171079"/>
                  </a:lnTo>
                  <a:lnTo>
                    <a:pt x="98471" y="0"/>
                  </a:lnTo>
                  <a:lnTo>
                    <a:pt x="296081" y="0"/>
                  </a:lnTo>
                  <a:lnTo>
                    <a:pt x="394884" y="171079"/>
                  </a:lnTo>
                  <a:lnTo>
                    <a:pt x="296081" y="342165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236862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98471" y="0"/>
                  </a:moveTo>
                  <a:lnTo>
                    <a:pt x="0" y="171079"/>
                  </a:lnTo>
                  <a:lnTo>
                    <a:pt x="98471" y="342165"/>
                  </a:lnTo>
                  <a:lnTo>
                    <a:pt x="296081" y="342165"/>
                  </a:lnTo>
                  <a:lnTo>
                    <a:pt x="394884" y="171079"/>
                  </a:lnTo>
                  <a:lnTo>
                    <a:pt x="296081" y="0"/>
                  </a:lnTo>
                  <a:lnTo>
                    <a:pt x="98471" y="0"/>
                  </a:lnTo>
                  <a:close/>
                </a:path>
              </a:pathLst>
            </a:custGeom>
            <a:ln w="19049">
              <a:solidFill>
                <a:srgbClr val="A5B7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8" name="object 158"/>
          <p:cNvGrpSpPr/>
          <p:nvPr/>
        </p:nvGrpSpPr>
        <p:grpSpPr>
          <a:xfrm>
            <a:off x="7625870" y="3679304"/>
            <a:ext cx="414655" cy="502920"/>
            <a:chOff x="7625870" y="3679304"/>
            <a:chExt cx="414655" cy="502920"/>
          </a:xfrm>
        </p:grpSpPr>
        <p:sp>
          <p:nvSpPr>
            <p:cNvPr id="159" name="object 159"/>
            <p:cNvSpPr/>
            <p:nvPr/>
          </p:nvSpPr>
          <p:spPr>
            <a:xfrm>
              <a:off x="7833015" y="4017688"/>
              <a:ext cx="0" cy="92075"/>
            </a:xfrm>
            <a:custGeom>
              <a:avLst/>
              <a:gdLst/>
              <a:ahLst/>
              <a:cxnLst/>
              <a:rect l="l" t="t" r="r" b="b"/>
              <a:pathLst>
                <a:path w="0" h="92075">
                  <a:moveTo>
                    <a:pt x="0" y="0"/>
                  </a:moveTo>
                  <a:lnTo>
                    <a:pt x="0" y="91757"/>
                  </a:lnTo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7801678" y="410944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62674"/>
                  </a:move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7801678" y="410944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0"/>
                  </a:moveTo>
                  <a:lnTo>
                    <a:pt x="62674" y="62674"/>
                  </a:ln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close/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7635395" y="3688829"/>
              <a:ext cx="395605" cy="342265"/>
            </a:xfrm>
            <a:custGeom>
              <a:avLst/>
              <a:gdLst/>
              <a:ahLst/>
              <a:cxnLst/>
              <a:rect l="l" t="t" r="r" b="b"/>
              <a:pathLst>
                <a:path w="395604" h="342264">
                  <a:moveTo>
                    <a:pt x="296412" y="342165"/>
                  </a:moveTo>
                  <a:lnTo>
                    <a:pt x="98802" y="342165"/>
                  </a:lnTo>
                  <a:lnTo>
                    <a:pt x="0" y="171079"/>
                  </a:lnTo>
                  <a:lnTo>
                    <a:pt x="98802" y="0"/>
                  </a:lnTo>
                  <a:lnTo>
                    <a:pt x="296412" y="0"/>
                  </a:lnTo>
                  <a:lnTo>
                    <a:pt x="395214" y="171079"/>
                  </a:lnTo>
                  <a:lnTo>
                    <a:pt x="296412" y="342165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7635395" y="3688829"/>
              <a:ext cx="395605" cy="342265"/>
            </a:xfrm>
            <a:custGeom>
              <a:avLst/>
              <a:gdLst/>
              <a:ahLst/>
              <a:cxnLst/>
              <a:rect l="l" t="t" r="r" b="b"/>
              <a:pathLst>
                <a:path w="395604" h="342264">
                  <a:moveTo>
                    <a:pt x="98802" y="0"/>
                  </a:moveTo>
                  <a:lnTo>
                    <a:pt x="0" y="171079"/>
                  </a:lnTo>
                  <a:lnTo>
                    <a:pt x="98802" y="342165"/>
                  </a:lnTo>
                  <a:lnTo>
                    <a:pt x="296412" y="342165"/>
                  </a:lnTo>
                  <a:lnTo>
                    <a:pt x="395214" y="171079"/>
                  </a:lnTo>
                  <a:lnTo>
                    <a:pt x="296412" y="0"/>
                  </a:lnTo>
                  <a:lnTo>
                    <a:pt x="98802" y="0"/>
                  </a:lnTo>
                  <a:close/>
                </a:path>
              </a:pathLst>
            </a:custGeom>
            <a:ln w="19049">
              <a:solidFill>
                <a:srgbClr val="A5B7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4" name="object 164"/>
          <p:cNvGrpSpPr/>
          <p:nvPr/>
        </p:nvGrpSpPr>
        <p:grpSpPr>
          <a:xfrm>
            <a:off x="8020087" y="3543174"/>
            <a:ext cx="414020" cy="497840"/>
            <a:chOff x="8020087" y="3543174"/>
            <a:chExt cx="414020" cy="497840"/>
          </a:xfrm>
        </p:grpSpPr>
        <p:sp>
          <p:nvSpPr>
            <p:cNvPr id="165" name="object 165"/>
            <p:cNvSpPr/>
            <p:nvPr/>
          </p:nvSpPr>
          <p:spPr>
            <a:xfrm>
              <a:off x="8227055" y="3615374"/>
              <a:ext cx="0" cy="91440"/>
            </a:xfrm>
            <a:custGeom>
              <a:avLst/>
              <a:gdLst/>
              <a:ahLst/>
              <a:cxnLst/>
              <a:rect l="l" t="t" r="r" b="b"/>
              <a:pathLst>
                <a:path w="0" h="91439">
                  <a:moveTo>
                    <a:pt x="0" y="908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8195717" y="355269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674" y="62674"/>
                  </a:moveTo>
                  <a:lnTo>
                    <a:pt x="0" y="62674"/>
                  </a:ln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8195717" y="355269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62674"/>
                  </a:moveTo>
                  <a:lnTo>
                    <a:pt x="0" y="0"/>
                  </a:lnTo>
                  <a:lnTo>
                    <a:pt x="62674" y="0"/>
                  </a:lnTo>
                  <a:lnTo>
                    <a:pt x="62674" y="62674"/>
                  </a:lnTo>
                  <a:lnTo>
                    <a:pt x="0" y="62674"/>
                  </a:lnTo>
                  <a:close/>
                </a:path>
              </a:pathLst>
            </a:custGeom>
            <a:ln w="19049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8029612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296081" y="342165"/>
                  </a:moveTo>
                  <a:lnTo>
                    <a:pt x="98807" y="342165"/>
                  </a:lnTo>
                  <a:lnTo>
                    <a:pt x="0" y="171079"/>
                  </a:lnTo>
                  <a:lnTo>
                    <a:pt x="98807" y="0"/>
                  </a:lnTo>
                  <a:lnTo>
                    <a:pt x="296081" y="0"/>
                  </a:lnTo>
                  <a:lnTo>
                    <a:pt x="394883" y="171079"/>
                  </a:lnTo>
                  <a:lnTo>
                    <a:pt x="296081" y="342165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8029612" y="3688829"/>
              <a:ext cx="394970" cy="342265"/>
            </a:xfrm>
            <a:custGeom>
              <a:avLst/>
              <a:gdLst/>
              <a:ahLst/>
              <a:cxnLst/>
              <a:rect l="l" t="t" r="r" b="b"/>
              <a:pathLst>
                <a:path w="394970" h="342264">
                  <a:moveTo>
                    <a:pt x="98807" y="0"/>
                  </a:moveTo>
                  <a:lnTo>
                    <a:pt x="0" y="171079"/>
                  </a:lnTo>
                  <a:lnTo>
                    <a:pt x="98807" y="342165"/>
                  </a:lnTo>
                  <a:lnTo>
                    <a:pt x="296081" y="342165"/>
                  </a:lnTo>
                  <a:lnTo>
                    <a:pt x="394883" y="171079"/>
                  </a:lnTo>
                  <a:lnTo>
                    <a:pt x="296081" y="0"/>
                  </a:lnTo>
                  <a:lnTo>
                    <a:pt x="98807" y="0"/>
                  </a:lnTo>
                  <a:close/>
                </a:path>
              </a:pathLst>
            </a:custGeom>
            <a:ln w="19049">
              <a:solidFill>
                <a:srgbClr val="A5B7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58936" y="998256"/>
          <a:ext cx="2125345" cy="975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105"/>
                <a:gridCol w="346075"/>
                <a:gridCol w="346075"/>
                <a:gridCol w="346075"/>
                <a:gridCol w="346075"/>
                <a:gridCol w="332105"/>
              </a:tblGrid>
              <a:tr h="24955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1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AC8D3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BAC8D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95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BAC8D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" name="object 2"/>
          <p:cNvSpPr/>
          <p:nvPr/>
        </p:nvSpPr>
        <p:spPr>
          <a:xfrm>
            <a:off x="3752823" y="1099457"/>
            <a:ext cx="398145" cy="20955"/>
          </a:xfrm>
          <a:custGeom>
            <a:avLst/>
            <a:gdLst/>
            <a:ahLst/>
            <a:cxnLst/>
            <a:rect l="l" t="t" r="r" b="b"/>
            <a:pathLst>
              <a:path w="398145" h="20955">
                <a:moveTo>
                  <a:pt x="392603" y="20923"/>
                </a:moveTo>
                <a:lnTo>
                  <a:pt x="5138" y="20923"/>
                </a:lnTo>
                <a:lnTo>
                  <a:pt x="0" y="16185"/>
                </a:lnTo>
                <a:lnTo>
                  <a:pt x="0" y="4621"/>
                </a:lnTo>
                <a:lnTo>
                  <a:pt x="5138" y="0"/>
                </a:lnTo>
                <a:lnTo>
                  <a:pt x="11562" y="0"/>
                </a:lnTo>
                <a:lnTo>
                  <a:pt x="392603" y="0"/>
                </a:lnTo>
                <a:lnTo>
                  <a:pt x="397885" y="4621"/>
                </a:lnTo>
                <a:lnTo>
                  <a:pt x="397885" y="16185"/>
                </a:lnTo>
                <a:lnTo>
                  <a:pt x="392603" y="20923"/>
                </a:lnTo>
                <a:close/>
              </a:path>
            </a:pathLst>
          </a:custGeom>
          <a:solidFill>
            <a:srgbClr val="7993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89913" y="1747109"/>
            <a:ext cx="318135" cy="227329"/>
          </a:xfrm>
          <a:custGeom>
            <a:avLst/>
            <a:gdLst/>
            <a:ahLst/>
            <a:cxnLst/>
            <a:rect l="l" t="t" r="r" b="b"/>
            <a:pathLst>
              <a:path w="318135" h="227330">
                <a:moveTo>
                  <a:pt x="317802" y="226857"/>
                </a:moveTo>
                <a:lnTo>
                  <a:pt x="0" y="226857"/>
                </a:lnTo>
                <a:lnTo>
                  <a:pt x="0" y="0"/>
                </a:lnTo>
                <a:lnTo>
                  <a:pt x="317802" y="0"/>
                </a:lnTo>
                <a:lnTo>
                  <a:pt x="317802" y="226857"/>
                </a:lnTo>
                <a:close/>
              </a:path>
            </a:pathLst>
          </a:custGeom>
          <a:solidFill>
            <a:srgbClr val="BAC8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87890" y="2517726"/>
            <a:ext cx="344805" cy="74930"/>
          </a:xfrm>
          <a:custGeom>
            <a:avLst/>
            <a:gdLst/>
            <a:ahLst/>
            <a:cxnLst/>
            <a:rect l="l" t="t" r="r" b="b"/>
            <a:pathLst>
              <a:path w="344804" h="74930">
                <a:moveTo>
                  <a:pt x="306979" y="74478"/>
                </a:moveTo>
                <a:lnTo>
                  <a:pt x="37239" y="74478"/>
                </a:lnTo>
                <a:lnTo>
                  <a:pt x="22744" y="71552"/>
                </a:lnTo>
                <a:lnTo>
                  <a:pt x="10907" y="63571"/>
                </a:lnTo>
                <a:lnTo>
                  <a:pt x="2926" y="51735"/>
                </a:lnTo>
                <a:lnTo>
                  <a:pt x="0" y="37239"/>
                </a:lnTo>
                <a:lnTo>
                  <a:pt x="2877" y="22988"/>
                </a:lnTo>
                <a:lnTo>
                  <a:pt x="2926" y="22743"/>
                </a:lnTo>
                <a:lnTo>
                  <a:pt x="10907" y="10906"/>
                </a:lnTo>
                <a:lnTo>
                  <a:pt x="22880" y="2834"/>
                </a:lnTo>
                <a:lnTo>
                  <a:pt x="23198" y="2834"/>
                </a:lnTo>
                <a:lnTo>
                  <a:pt x="37239" y="0"/>
                </a:lnTo>
                <a:lnTo>
                  <a:pt x="306979" y="0"/>
                </a:lnTo>
                <a:lnTo>
                  <a:pt x="314278" y="722"/>
                </a:lnTo>
                <a:lnTo>
                  <a:pt x="343494" y="29940"/>
                </a:lnTo>
                <a:lnTo>
                  <a:pt x="344216" y="37239"/>
                </a:lnTo>
                <a:lnTo>
                  <a:pt x="341290" y="51735"/>
                </a:lnTo>
                <a:lnTo>
                  <a:pt x="333310" y="63571"/>
                </a:lnTo>
                <a:lnTo>
                  <a:pt x="321474" y="71552"/>
                </a:lnTo>
                <a:lnTo>
                  <a:pt x="306979" y="74478"/>
                </a:lnTo>
                <a:close/>
              </a:path>
            </a:pathLst>
          </a:custGeom>
          <a:solidFill>
            <a:srgbClr val="7993A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2965" y="2810388"/>
            <a:ext cx="202561" cy="7447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7006" y="971306"/>
            <a:ext cx="846455" cy="690880"/>
            <a:chOff x="717006" y="971306"/>
            <a:chExt cx="846455" cy="690880"/>
          </a:xfrm>
        </p:grpSpPr>
        <p:sp>
          <p:nvSpPr>
            <p:cNvPr id="3" name="object 3"/>
            <p:cNvSpPr/>
            <p:nvPr/>
          </p:nvSpPr>
          <p:spPr>
            <a:xfrm>
              <a:off x="807592" y="971306"/>
              <a:ext cx="755650" cy="690880"/>
            </a:xfrm>
            <a:custGeom>
              <a:avLst/>
              <a:gdLst/>
              <a:ahLst/>
              <a:cxnLst/>
              <a:rect l="l" t="t" r="r" b="b"/>
              <a:pathLst>
                <a:path w="755650" h="690880">
                  <a:moveTo>
                    <a:pt x="345351" y="690735"/>
                  </a:moveTo>
                  <a:lnTo>
                    <a:pt x="298493" y="687582"/>
                  </a:lnTo>
                  <a:lnTo>
                    <a:pt x="253549" y="678399"/>
                  </a:lnTo>
                  <a:lnTo>
                    <a:pt x="210932" y="663595"/>
                  </a:lnTo>
                  <a:lnTo>
                    <a:pt x="171053" y="643584"/>
                  </a:lnTo>
                  <a:lnTo>
                    <a:pt x="134324" y="618776"/>
                  </a:lnTo>
                  <a:lnTo>
                    <a:pt x="101157" y="589584"/>
                  </a:lnTo>
                  <a:lnTo>
                    <a:pt x="71963" y="556417"/>
                  </a:lnTo>
                  <a:lnTo>
                    <a:pt x="47154" y="519689"/>
                  </a:lnTo>
                  <a:lnTo>
                    <a:pt x="27141" y="479809"/>
                  </a:lnTo>
                  <a:lnTo>
                    <a:pt x="12337" y="437191"/>
                  </a:lnTo>
                  <a:lnTo>
                    <a:pt x="3152" y="392245"/>
                  </a:lnTo>
                  <a:lnTo>
                    <a:pt x="0" y="345383"/>
                  </a:lnTo>
                  <a:lnTo>
                    <a:pt x="3152" y="298517"/>
                  </a:lnTo>
                  <a:lnTo>
                    <a:pt x="12337" y="253568"/>
                  </a:lnTo>
                  <a:lnTo>
                    <a:pt x="27141" y="210945"/>
                  </a:lnTo>
                  <a:lnTo>
                    <a:pt x="47154" y="171063"/>
                  </a:lnTo>
                  <a:lnTo>
                    <a:pt x="71963" y="134331"/>
                  </a:lnTo>
                  <a:lnTo>
                    <a:pt x="101157" y="101161"/>
                  </a:lnTo>
                  <a:lnTo>
                    <a:pt x="134324" y="71965"/>
                  </a:lnTo>
                  <a:lnTo>
                    <a:pt x="171053" y="47155"/>
                  </a:lnTo>
                  <a:lnTo>
                    <a:pt x="210932" y="27142"/>
                  </a:lnTo>
                  <a:lnTo>
                    <a:pt x="253549" y="12337"/>
                  </a:lnTo>
                  <a:lnTo>
                    <a:pt x="298493" y="3152"/>
                  </a:lnTo>
                  <a:lnTo>
                    <a:pt x="345351" y="0"/>
                  </a:lnTo>
                  <a:lnTo>
                    <a:pt x="348791" y="0"/>
                  </a:lnTo>
                  <a:lnTo>
                    <a:pt x="352182" y="48"/>
                  </a:lnTo>
                  <a:lnTo>
                    <a:pt x="355590" y="161"/>
                  </a:lnTo>
                  <a:lnTo>
                    <a:pt x="356995" y="80"/>
                  </a:lnTo>
                  <a:lnTo>
                    <a:pt x="358465" y="0"/>
                  </a:lnTo>
                  <a:lnTo>
                    <a:pt x="690816" y="0"/>
                  </a:lnTo>
                  <a:lnTo>
                    <a:pt x="715863" y="5089"/>
                  </a:lnTo>
                  <a:lnTo>
                    <a:pt x="736373" y="18945"/>
                  </a:lnTo>
                  <a:lnTo>
                    <a:pt x="750230" y="39455"/>
                  </a:lnTo>
                  <a:lnTo>
                    <a:pt x="755319" y="64503"/>
                  </a:lnTo>
                  <a:lnTo>
                    <a:pt x="750225" y="89550"/>
                  </a:lnTo>
                  <a:lnTo>
                    <a:pt x="736361" y="110060"/>
                  </a:lnTo>
                  <a:lnTo>
                    <a:pt x="715850" y="123917"/>
                  </a:lnTo>
                  <a:lnTo>
                    <a:pt x="690816" y="129006"/>
                  </a:lnTo>
                  <a:lnTo>
                    <a:pt x="614555" y="129006"/>
                  </a:lnTo>
                  <a:lnTo>
                    <a:pt x="640767" y="166373"/>
                  </a:lnTo>
                  <a:lnTo>
                    <a:pt x="661945" y="207145"/>
                  </a:lnTo>
                  <a:lnTo>
                    <a:pt x="677636" y="250872"/>
                  </a:lnTo>
                  <a:lnTo>
                    <a:pt x="687384" y="297102"/>
                  </a:lnTo>
                  <a:lnTo>
                    <a:pt x="690735" y="345383"/>
                  </a:lnTo>
                  <a:lnTo>
                    <a:pt x="687582" y="392245"/>
                  </a:lnTo>
                  <a:lnTo>
                    <a:pt x="678398" y="437191"/>
                  </a:lnTo>
                  <a:lnTo>
                    <a:pt x="663595" y="479809"/>
                  </a:lnTo>
                  <a:lnTo>
                    <a:pt x="643583" y="519689"/>
                  </a:lnTo>
                  <a:lnTo>
                    <a:pt x="618774" y="556417"/>
                  </a:lnTo>
                  <a:lnTo>
                    <a:pt x="589579" y="589584"/>
                  </a:lnTo>
                  <a:lnTo>
                    <a:pt x="556411" y="618776"/>
                  </a:lnTo>
                  <a:lnTo>
                    <a:pt x="519679" y="643584"/>
                  </a:lnTo>
                  <a:lnTo>
                    <a:pt x="479796" y="663595"/>
                  </a:lnTo>
                  <a:lnTo>
                    <a:pt x="437173" y="678399"/>
                  </a:lnTo>
                  <a:lnTo>
                    <a:pt x="392220" y="687582"/>
                  </a:lnTo>
                  <a:lnTo>
                    <a:pt x="345351" y="690735"/>
                  </a:lnTo>
                  <a:close/>
                </a:path>
              </a:pathLst>
            </a:custGeom>
            <a:solidFill>
              <a:srgbClr val="315D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625" y="990686"/>
              <a:ext cx="88728" cy="887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7006" y="1012747"/>
              <a:ext cx="740410" cy="608330"/>
            </a:xfrm>
            <a:custGeom>
              <a:avLst/>
              <a:gdLst/>
              <a:ahLst/>
              <a:cxnLst/>
              <a:rect l="l" t="t" r="r" b="b"/>
              <a:pathLst>
                <a:path w="740410" h="608330">
                  <a:moveTo>
                    <a:pt x="435936" y="607869"/>
                  </a:moveTo>
                  <a:lnTo>
                    <a:pt x="426536" y="607724"/>
                  </a:lnTo>
                  <a:lnTo>
                    <a:pt x="417142" y="607290"/>
                  </a:lnTo>
                  <a:lnTo>
                    <a:pt x="407766" y="606568"/>
                  </a:lnTo>
                  <a:lnTo>
                    <a:pt x="398420" y="605560"/>
                  </a:lnTo>
                  <a:lnTo>
                    <a:pt x="397403" y="605608"/>
                  </a:lnTo>
                  <a:lnTo>
                    <a:pt x="396401" y="605641"/>
                  </a:lnTo>
                  <a:lnTo>
                    <a:pt x="64486" y="605641"/>
                  </a:lnTo>
                  <a:lnTo>
                    <a:pt x="39442" y="600549"/>
                  </a:lnTo>
                  <a:lnTo>
                    <a:pt x="18937" y="586689"/>
                  </a:lnTo>
                  <a:lnTo>
                    <a:pt x="5086" y="566178"/>
                  </a:lnTo>
                  <a:lnTo>
                    <a:pt x="0" y="541138"/>
                  </a:lnTo>
                  <a:lnTo>
                    <a:pt x="5086" y="516093"/>
                  </a:lnTo>
                  <a:lnTo>
                    <a:pt x="18937" y="495588"/>
                  </a:lnTo>
                  <a:lnTo>
                    <a:pt x="39442" y="481737"/>
                  </a:lnTo>
                  <a:lnTo>
                    <a:pt x="64486" y="476651"/>
                  </a:lnTo>
                  <a:lnTo>
                    <a:pt x="185854" y="476651"/>
                  </a:lnTo>
                  <a:lnTo>
                    <a:pt x="162601" y="436935"/>
                  </a:lnTo>
                  <a:lnTo>
                    <a:pt x="145717" y="394409"/>
                  </a:lnTo>
                  <a:lnTo>
                    <a:pt x="135440" y="349826"/>
                  </a:lnTo>
                  <a:lnTo>
                    <a:pt x="132010" y="303942"/>
                  </a:lnTo>
                  <a:lnTo>
                    <a:pt x="135988" y="254641"/>
                  </a:lnTo>
                  <a:lnTo>
                    <a:pt x="147506" y="207873"/>
                  </a:lnTo>
                  <a:lnTo>
                    <a:pt x="165938" y="164263"/>
                  </a:lnTo>
                  <a:lnTo>
                    <a:pt x="190657" y="124438"/>
                  </a:lnTo>
                  <a:lnTo>
                    <a:pt x="221037" y="89022"/>
                  </a:lnTo>
                  <a:lnTo>
                    <a:pt x="256451" y="58643"/>
                  </a:lnTo>
                  <a:lnTo>
                    <a:pt x="296275" y="33925"/>
                  </a:lnTo>
                  <a:lnTo>
                    <a:pt x="339881" y="15495"/>
                  </a:lnTo>
                  <a:lnTo>
                    <a:pt x="386644" y="3978"/>
                  </a:lnTo>
                  <a:lnTo>
                    <a:pt x="435936" y="0"/>
                  </a:lnTo>
                  <a:lnTo>
                    <a:pt x="485242" y="3978"/>
                  </a:lnTo>
                  <a:lnTo>
                    <a:pt x="532014" y="15495"/>
                  </a:lnTo>
                  <a:lnTo>
                    <a:pt x="575626" y="33925"/>
                  </a:lnTo>
                  <a:lnTo>
                    <a:pt x="615454" y="58643"/>
                  </a:lnTo>
                  <a:lnTo>
                    <a:pt x="650871" y="89022"/>
                  </a:lnTo>
                  <a:lnTo>
                    <a:pt x="681251" y="124438"/>
                  </a:lnTo>
                  <a:lnTo>
                    <a:pt x="705970" y="164263"/>
                  </a:lnTo>
                  <a:lnTo>
                    <a:pt x="724400" y="207873"/>
                  </a:lnTo>
                  <a:lnTo>
                    <a:pt x="735918" y="254641"/>
                  </a:lnTo>
                  <a:lnTo>
                    <a:pt x="739896" y="303942"/>
                  </a:lnTo>
                  <a:lnTo>
                    <a:pt x="735918" y="353239"/>
                  </a:lnTo>
                  <a:lnTo>
                    <a:pt x="724400" y="400004"/>
                  </a:lnTo>
                  <a:lnTo>
                    <a:pt x="705970" y="443611"/>
                  </a:lnTo>
                  <a:lnTo>
                    <a:pt x="681251" y="483435"/>
                  </a:lnTo>
                  <a:lnTo>
                    <a:pt x="650871" y="518849"/>
                  </a:lnTo>
                  <a:lnTo>
                    <a:pt x="615454" y="549227"/>
                  </a:lnTo>
                  <a:lnTo>
                    <a:pt x="575626" y="573944"/>
                  </a:lnTo>
                  <a:lnTo>
                    <a:pt x="532014" y="592374"/>
                  </a:lnTo>
                  <a:lnTo>
                    <a:pt x="485242" y="603891"/>
                  </a:lnTo>
                  <a:lnTo>
                    <a:pt x="435936" y="607869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193" y="1508600"/>
              <a:ext cx="88728" cy="887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7006" y="1049827"/>
              <a:ext cx="702945" cy="534035"/>
            </a:xfrm>
            <a:custGeom>
              <a:avLst/>
              <a:gdLst/>
              <a:ahLst/>
              <a:cxnLst/>
              <a:rect l="l" t="t" r="r" b="b"/>
              <a:pathLst>
                <a:path w="702944" h="534035">
                  <a:moveTo>
                    <a:pt x="435969" y="533725"/>
                  </a:moveTo>
                  <a:lnTo>
                    <a:pt x="388000" y="529425"/>
                  </a:lnTo>
                  <a:lnTo>
                    <a:pt x="342851" y="517029"/>
                  </a:lnTo>
                  <a:lnTo>
                    <a:pt x="301278" y="497290"/>
                  </a:lnTo>
                  <a:lnTo>
                    <a:pt x="264032" y="470962"/>
                  </a:lnTo>
                  <a:lnTo>
                    <a:pt x="231869" y="438799"/>
                  </a:lnTo>
                  <a:lnTo>
                    <a:pt x="205541" y="401553"/>
                  </a:lnTo>
                  <a:lnTo>
                    <a:pt x="185802" y="359979"/>
                  </a:lnTo>
                  <a:lnTo>
                    <a:pt x="173406" y="314831"/>
                  </a:lnTo>
                  <a:lnTo>
                    <a:pt x="169106" y="266862"/>
                  </a:lnTo>
                  <a:lnTo>
                    <a:pt x="169335" y="255364"/>
                  </a:lnTo>
                  <a:lnTo>
                    <a:pt x="170067" y="243895"/>
                  </a:lnTo>
                  <a:lnTo>
                    <a:pt x="171296" y="232471"/>
                  </a:lnTo>
                  <a:lnTo>
                    <a:pt x="173014" y="221109"/>
                  </a:lnTo>
                  <a:lnTo>
                    <a:pt x="64486" y="221109"/>
                  </a:lnTo>
                  <a:lnTo>
                    <a:pt x="39442" y="216018"/>
                  </a:lnTo>
                  <a:lnTo>
                    <a:pt x="18937" y="202157"/>
                  </a:lnTo>
                  <a:lnTo>
                    <a:pt x="5086" y="181647"/>
                  </a:lnTo>
                  <a:lnTo>
                    <a:pt x="0" y="156606"/>
                  </a:lnTo>
                  <a:lnTo>
                    <a:pt x="5086" y="131561"/>
                  </a:lnTo>
                  <a:lnTo>
                    <a:pt x="18937" y="111057"/>
                  </a:lnTo>
                  <a:lnTo>
                    <a:pt x="39442" y="97206"/>
                  </a:lnTo>
                  <a:lnTo>
                    <a:pt x="64486" y="92119"/>
                  </a:lnTo>
                  <a:lnTo>
                    <a:pt x="234223" y="92119"/>
                  </a:lnTo>
                  <a:lnTo>
                    <a:pt x="266265" y="60870"/>
                  </a:lnTo>
                  <a:lnTo>
                    <a:pt x="303173" y="35316"/>
                  </a:lnTo>
                  <a:lnTo>
                    <a:pt x="344231" y="16174"/>
                  </a:lnTo>
                  <a:lnTo>
                    <a:pt x="388724" y="4163"/>
                  </a:lnTo>
                  <a:lnTo>
                    <a:pt x="435936" y="0"/>
                  </a:lnTo>
                  <a:lnTo>
                    <a:pt x="483915" y="4299"/>
                  </a:lnTo>
                  <a:lnTo>
                    <a:pt x="529069" y="16695"/>
                  </a:lnTo>
                  <a:lnTo>
                    <a:pt x="570646" y="36434"/>
                  </a:lnTo>
                  <a:lnTo>
                    <a:pt x="607893" y="62762"/>
                  </a:lnTo>
                  <a:lnTo>
                    <a:pt x="640057" y="94926"/>
                  </a:lnTo>
                  <a:lnTo>
                    <a:pt x="666384" y="132171"/>
                  </a:lnTo>
                  <a:lnTo>
                    <a:pt x="686121" y="173745"/>
                  </a:lnTo>
                  <a:lnTo>
                    <a:pt x="698516" y="218893"/>
                  </a:lnTo>
                  <a:lnTo>
                    <a:pt x="702815" y="266862"/>
                  </a:lnTo>
                  <a:lnTo>
                    <a:pt x="698516" y="314831"/>
                  </a:lnTo>
                  <a:lnTo>
                    <a:pt x="686122" y="359979"/>
                  </a:lnTo>
                  <a:lnTo>
                    <a:pt x="666385" y="401553"/>
                  </a:lnTo>
                  <a:lnTo>
                    <a:pt x="640059" y="438799"/>
                  </a:lnTo>
                  <a:lnTo>
                    <a:pt x="607898" y="470962"/>
                  </a:lnTo>
                  <a:lnTo>
                    <a:pt x="570656" y="497290"/>
                  </a:lnTo>
                  <a:lnTo>
                    <a:pt x="529084" y="517029"/>
                  </a:lnTo>
                  <a:lnTo>
                    <a:pt x="483937" y="529425"/>
                  </a:lnTo>
                  <a:lnTo>
                    <a:pt x="435969" y="533725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273" y="1163200"/>
              <a:ext cx="88695" cy="887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15748" y="1079462"/>
              <a:ext cx="647700" cy="474980"/>
            </a:xfrm>
            <a:custGeom>
              <a:avLst/>
              <a:gdLst/>
              <a:ahLst/>
              <a:cxnLst/>
              <a:rect l="l" t="t" r="r" b="b"/>
              <a:pathLst>
                <a:path w="647700" h="474980">
                  <a:moveTo>
                    <a:pt x="237195" y="474422"/>
                  </a:moveTo>
                  <a:lnTo>
                    <a:pt x="189398" y="469603"/>
                  </a:lnTo>
                  <a:lnTo>
                    <a:pt x="144877" y="455781"/>
                  </a:lnTo>
                  <a:lnTo>
                    <a:pt x="104587" y="433911"/>
                  </a:lnTo>
                  <a:lnTo>
                    <a:pt x="69481" y="404947"/>
                  </a:lnTo>
                  <a:lnTo>
                    <a:pt x="40515" y="369842"/>
                  </a:lnTo>
                  <a:lnTo>
                    <a:pt x="18643" y="329551"/>
                  </a:lnTo>
                  <a:lnTo>
                    <a:pt x="4819" y="285028"/>
                  </a:lnTo>
                  <a:lnTo>
                    <a:pt x="0" y="237227"/>
                  </a:lnTo>
                  <a:lnTo>
                    <a:pt x="4819" y="189420"/>
                  </a:lnTo>
                  <a:lnTo>
                    <a:pt x="18643" y="144891"/>
                  </a:lnTo>
                  <a:lnTo>
                    <a:pt x="40515" y="104594"/>
                  </a:lnTo>
                  <a:lnTo>
                    <a:pt x="69481" y="69485"/>
                  </a:lnTo>
                  <a:lnTo>
                    <a:pt x="104587" y="40516"/>
                  </a:lnTo>
                  <a:lnTo>
                    <a:pt x="144877" y="18643"/>
                  </a:lnTo>
                  <a:lnTo>
                    <a:pt x="189398" y="4819"/>
                  </a:lnTo>
                  <a:lnTo>
                    <a:pt x="237195" y="0"/>
                  </a:lnTo>
                  <a:lnTo>
                    <a:pt x="284886" y="4795"/>
                  </a:lnTo>
                  <a:lnTo>
                    <a:pt x="329315" y="18550"/>
                  </a:lnTo>
                  <a:lnTo>
                    <a:pt x="369535" y="40317"/>
                  </a:lnTo>
                  <a:lnTo>
                    <a:pt x="404601" y="69150"/>
                  </a:lnTo>
                  <a:lnTo>
                    <a:pt x="433568" y="104101"/>
                  </a:lnTo>
                  <a:lnTo>
                    <a:pt x="455488" y="144223"/>
                  </a:lnTo>
                  <a:lnTo>
                    <a:pt x="469416" y="188570"/>
                  </a:lnTo>
                  <a:lnTo>
                    <a:pt x="474406" y="236193"/>
                  </a:lnTo>
                  <a:lnTo>
                    <a:pt x="582659" y="236193"/>
                  </a:lnTo>
                  <a:lnTo>
                    <a:pt x="607707" y="241285"/>
                  </a:lnTo>
                  <a:lnTo>
                    <a:pt x="628216" y="255145"/>
                  </a:lnTo>
                  <a:lnTo>
                    <a:pt x="642073" y="275656"/>
                  </a:lnTo>
                  <a:lnTo>
                    <a:pt x="647162" y="300696"/>
                  </a:lnTo>
                  <a:lnTo>
                    <a:pt x="642073" y="325741"/>
                  </a:lnTo>
                  <a:lnTo>
                    <a:pt x="628216" y="346245"/>
                  </a:lnTo>
                  <a:lnTo>
                    <a:pt x="607707" y="360097"/>
                  </a:lnTo>
                  <a:lnTo>
                    <a:pt x="582659" y="365183"/>
                  </a:lnTo>
                  <a:lnTo>
                    <a:pt x="436954" y="365183"/>
                  </a:lnTo>
                  <a:lnTo>
                    <a:pt x="408035" y="401778"/>
                  </a:lnTo>
                  <a:lnTo>
                    <a:pt x="372578" y="432024"/>
                  </a:lnTo>
                  <a:lnTo>
                    <a:pt x="331605" y="454896"/>
                  </a:lnTo>
                  <a:lnTo>
                    <a:pt x="286137" y="469370"/>
                  </a:lnTo>
                  <a:lnTo>
                    <a:pt x="237195" y="474422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625" y="1333599"/>
              <a:ext cx="88728" cy="887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1143" y="1134857"/>
              <a:ext cx="363855" cy="363855"/>
            </a:xfrm>
            <a:custGeom>
              <a:avLst/>
              <a:gdLst/>
              <a:ahLst/>
              <a:cxnLst/>
              <a:rect l="l" t="t" r="r" b="b"/>
              <a:pathLst>
                <a:path w="363855" h="363855">
                  <a:moveTo>
                    <a:pt x="181800" y="363633"/>
                  </a:moveTo>
                  <a:lnTo>
                    <a:pt x="112230" y="349800"/>
                  </a:lnTo>
                  <a:lnTo>
                    <a:pt x="53246" y="310386"/>
                  </a:lnTo>
                  <a:lnTo>
                    <a:pt x="13832" y="251409"/>
                  </a:lnTo>
                  <a:lnTo>
                    <a:pt x="0" y="181832"/>
                  </a:lnTo>
                  <a:lnTo>
                    <a:pt x="3523" y="146186"/>
                  </a:lnTo>
                  <a:lnTo>
                    <a:pt x="30537" y="80944"/>
                  </a:lnTo>
                  <a:lnTo>
                    <a:pt x="80936" y="30550"/>
                  </a:lnTo>
                  <a:lnTo>
                    <a:pt x="146170" y="3527"/>
                  </a:lnTo>
                  <a:lnTo>
                    <a:pt x="181800" y="0"/>
                  </a:lnTo>
                  <a:lnTo>
                    <a:pt x="217446" y="3527"/>
                  </a:lnTo>
                  <a:lnTo>
                    <a:pt x="282689" y="30550"/>
                  </a:lnTo>
                  <a:lnTo>
                    <a:pt x="333089" y="80944"/>
                  </a:lnTo>
                  <a:lnTo>
                    <a:pt x="360107" y="146186"/>
                  </a:lnTo>
                  <a:lnTo>
                    <a:pt x="363633" y="181832"/>
                  </a:lnTo>
                  <a:lnTo>
                    <a:pt x="360107" y="217465"/>
                  </a:lnTo>
                  <a:lnTo>
                    <a:pt x="333089" y="282703"/>
                  </a:lnTo>
                  <a:lnTo>
                    <a:pt x="282689" y="333096"/>
                  </a:lnTo>
                  <a:lnTo>
                    <a:pt x="217446" y="360110"/>
                  </a:lnTo>
                  <a:lnTo>
                    <a:pt x="181800" y="363633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1" name="object 181"/>
          <p:cNvGrpSpPr/>
          <p:nvPr/>
        </p:nvGrpSpPr>
        <p:grpSpPr>
          <a:xfrm>
            <a:off x="1654412" y="971306"/>
            <a:ext cx="574675" cy="875030"/>
            <a:chOff x="1654412" y="971306"/>
            <a:chExt cx="574675" cy="875030"/>
          </a:xfrm>
        </p:grpSpPr>
        <p:sp>
          <p:nvSpPr>
            <p:cNvPr id="182" name="object 182"/>
            <p:cNvSpPr/>
            <p:nvPr/>
          </p:nvSpPr>
          <p:spPr>
            <a:xfrm>
              <a:off x="1654403" y="971308"/>
              <a:ext cx="574675" cy="875030"/>
            </a:xfrm>
            <a:custGeom>
              <a:avLst/>
              <a:gdLst/>
              <a:ahLst/>
              <a:cxnLst/>
              <a:rect l="l" t="t" r="r" b="b"/>
              <a:pathLst>
                <a:path w="574675" h="875030">
                  <a:moveTo>
                    <a:pt x="574497" y="287210"/>
                  </a:moveTo>
                  <a:lnTo>
                    <a:pt x="570738" y="240626"/>
                  </a:lnTo>
                  <a:lnTo>
                    <a:pt x="559854" y="196430"/>
                  </a:lnTo>
                  <a:lnTo>
                    <a:pt x="542442" y="155219"/>
                  </a:lnTo>
                  <a:lnTo>
                    <a:pt x="526618" y="129730"/>
                  </a:lnTo>
                  <a:lnTo>
                    <a:pt x="526618" y="287210"/>
                  </a:lnTo>
                  <a:lnTo>
                    <a:pt x="521766" y="335445"/>
                  </a:lnTo>
                  <a:lnTo>
                    <a:pt x="507822" y="380377"/>
                  </a:lnTo>
                  <a:lnTo>
                    <a:pt x="485749" y="421043"/>
                  </a:lnTo>
                  <a:lnTo>
                    <a:pt x="456526" y="456463"/>
                  </a:lnTo>
                  <a:lnTo>
                    <a:pt x="421106" y="485686"/>
                  </a:lnTo>
                  <a:lnTo>
                    <a:pt x="380441" y="507758"/>
                  </a:lnTo>
                  <a:lnTo>
                    <a:pt x="335508" y="521703"/>
                  </a:lnTo>
                  <a:lnTo>
                    <a:pt x="287274" y="526567"/>
                  </a:lnTo>
                  <a:lnTo>
                    <a:pt x="239026" y="521703"/>
                  </a:lnTo>
                  <a:lnTo>
                    <a:pt x="194094" y="507758"/>
                  </a:lnTo>
                  <a:lnTo>
                    <a:pt x="153428" y="485686"/>
                  </a:lnTo>
                  <a:lnTo>
                    <a:pt x="117995" y="456463"/>
                  </a:lnTo>
                  <a:lnTo>
                    <a:pt x="88760" y="421043"/>
                  </a:lnTo>
                  <a:lnTo>
                    <a:pt x="66687" y="380377"/>
                  </a:lnTo>
                  <a:lnTo>
                    <a:pt x="52743" y="335445"/>
                  </a:lnTo>
                  <a:lnTo>
                    <a:pt x="47879" y="287210"/>
                  </a:lnTo>
                  <a:lnTo>
                    <a:pt x="52743" y="238975"/>
                  </a:lnTo>
                  <a:lnTo>
                    <a:pt x="66687" y="194043"/>
                  </a:lnTo>
                  <a:lnTo>
                    <a:pt x="88760" y="153390"/>
                  </a:lnTo>
                  <a:lnTo>
                    <a:pt x="117995" y="117970"/>
                  </a:lnTo>
                  <a:lnTo>
                    <a:pt x="153428" y="88747"/>
                  </a:lnTo>
                  <a:lnTo>
                    <a:pt x="194094" y="66687"/>
                  </a:lnTo>
                  <a:lnTo>
                    <a:pt x="239026" y="52743"/>
                  </a:lnTo>
                  <a:lnTo>
                    <a:pt x="287274" y="47879"/>
                  </a:lnTo>
                  <a:lnTo>
                    <a:pt x="335508" y="52743"/>
                  </a:lnTo>
                  <a:lnTo>
                    <a:pt x="380441" y="66687"/>
                  </a:lnTo>
                  <a:lnTo>
                    <a:pt x="421106" y="88747"/>
                  </a:lnTo>
                  <a:lnTo>
                    <a:pt x="456526" y="117970"/>
                  </a:lnTo>
                  <a:lnTo>
                    <a:pt x="485749" y="153390"/>
                  </a:lnTo>
                  <a:lnTo>
                    <a:pt x="507822" y="194043"/>
                  </a:lnTo>
                  <a:lnTo>
                    <a:pt x="521766" y="238975"/>
                  </a:lnTo>
                  <a:lnTo>
                    <a:pt x="526618" y="287210"/>
                  </a:lnTo>
                  <a:lnTo>
                    <a:pt x="526618" y="129730"/>
                  </a:lnTo>
                  <a:lnTo>
                    <a:pt x="519087" y="117589"/>
                  </a:lnTo>
                  <a:lnTo>
                    <a:pt x="490372" y="84124"/>
                  </a:lnTo>
                  <a:lnTo>
                    <a:pt x="456907" y="55422"/>
                  </a:lnTo>
                  <a:lnTo>
                    <a:pt x="444754" y="47879"/>
                  </a:lnTo>
                  <a:lnTo>
                    <a:pt x="419277" y="32054"/>
                  </a:lnTo>
                  <a:lnTo>
                    <a:pt x="378066" y="14643"/>
                  </a:lnTo>
                  <a:lnTo>
                    <a:pt x="333870" y="3759"/>
                  </a:lnTo>
                  <a:lnTo>
                    <a:pt x="287274" y="0"/>
                  </a:lnTo>
                  <a:lnTo>
                    <a:pt x="240677" y="3759"/>
                  </a:lnTo>
                  <a:lnTo>
                    <a:pt x="196481" y="14643"/>
                  </a:lnTo>
                  <a:lnTo>
                    <a:pt x="155257" y="32054"/>
                  </a:lnTo>
                  <a:lnTo>
                    <a:pt x="117614" y="55422"/>
                  </a:lnTo>
                  <a:lnTo>
                    <a:pt x="84150" y="84124"/>
                  </a:lnTo>
                  <a:lnTo>
                    <a:pt x="55435" y="117589"/>
                  </a:lnTo>
                  <a:lnTo>
                    <a:pt x="32067" y="155219"/>
                  </a:lnTo>
                  <a:lnTo>
                    <a:pt x="14643" y="196430"/>
                  </a:lnTo>
                  <a:lnTo>
                    <a:pt x="3759" y="240626"/>
                  </a:lnTo>
                  <a:lnTo>
                    <a:pt x="0" y="287210"/>
                  </a:lnTo>
                  <a:lnTo>
                    <a:pt x="3759" y="333806"/>
                  </a:lnTo>
                  <a:lnTo>
                    <a:pt x="14643" y="378002"/>
                  </a:lnTo>
                  <a:lnTo>
                    <a:pt x="32067" y="419214"/>
                  </a:lnTo>
                  <a:lnTo>
                    <a:pt x="55435" y="456844"/>
                  </a:lnTo>
                  <a:lnTo>
                    <a:pt x="84150" y="490308"/>
                  </a:lnTo>
                  <a:lnTo>
                    <a:pt x="117614" y="519023"/>
                  </a:lnTo>
                  <a:lnTo>
                    <a:pt x="155257" y="542378"/>
                  </a:lnTo>
                  <a:lnTo>
                    <a:pt x="196481" y="559790"/>
                  </a:lnTo>
                  <a:lnTo>
                    <a:pt x="215912" y="564578"/>
                  </a:lnTo>
                  <a:lnTo>
                    <a:pt x="215912" y="874712"/>
                  </a:lnTo>
                  <a:lnTo>
                    <a:pt x="224053" y="874712"/>
                  </a:lnTo>
                  <a:lnTo>
                    <a:pt x="224053" y="566585"/>
                  </a:lnTo>
                  <a:lnTo>
                    <a:pt x="240677" y="570674"/>
                  </a:lnTo>
                  <a:lnTo>
                    <a:pt x="287274" y="574433"/>
                  </a:lnTo>
                  <a:lnTo>
                    <a:pt x="333870" y="570674"/>
                  </a:lnTo>
                  <a:lnTo>
                    <a:pt x="378066" y="559790"/>
                  </a:lnTo>
                  <a:lnTo>
                    <a:pt x="419277" y="542378"/>
                  </a:lnTo>
                  <a:lnTo>
                    <a:pt x="456907" y="519023"/>
                  </a:lnTo>
                  <a:lnTo>
                    <a:pt x="490372" y="490308"/>
                  </a:lnTo>
                  <a:lnTo>
                    <a:pt x="519087" y="456844"/>
                  </a:lnTo>
                  <a:lnTo>
                    <a:pt x="542442" y="419214"/>
                  </a:lnTo>
                  <a:lnTo>
                    <a:pt x="559854" y="378002"/>
                  </a:lnTo>
                  <a:lnTo>
                    <a:pt x="570738" y="333806"/>
                  </a:lnTo>
                  <a:lnTo>
                    <a:pt x="574497" y="287210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702282" y="1019187"/>
              <a:ext cx="478790" cy="762000"/>
            </a:xfrm>
            <a:custGeom>
              <a:avLst/>
              <a:gdLst/>
              <a:ahLst/>
              <a:cxnLst/>
              <a:rect l="l" t="t" r="r" b="b"/>
              <a:pathLst>
                <a:path w="478789" h="762000">
                  <a:moveTo>
                    <a:pt x="478739" y="239331"/>
                  </a:moveTo>
                  <a:lnTo>
                    <a:pt x="473887" y="191096"/>
                  </a:lnTo>
                  <a:lnTo>
                    <a:pt x="459943" y="146164"/>
                  </a:lnTo>
                  <a:lnTo>
                    <a:pt x="437870" y="105511"/>
                  </a:lnTo>
                  <a:lnTo>
                    <a:pt x="430872" y="97040"/>
                  </a:lnTo>
                  <a:lnTo>
                    <a:pt x="430872" y="239331"/>
                  </a:lnTo>
                  <a:lnTo>
                    <a:pt x="425818" y="283235"/>
                  </a:lnTo>
                  <a:lnTo>
                    <a:pt x="411403" y="323545"/>
                  </a:lnTo>
                  <a:lnTo>
                    <a:pt x="388810" y="359092"/>
                  </a:lnTo>
                  <a:lnTo>
                    <a:pt x="359156" y="388747"/>
                  </a:lnTo>
                  <a:lnTo>
                    <a:pt x="323608" y="411353"/>
                  </a:lnTo>
                  <a:lnTo>
                    <a:pt x="283298" y="425754"/>
                  </a:lnTo>
                  <a:lnTo>
                    <a:pt x="239395" y="430822"/>
                  </a:lnTo>
                  <a:lnTo>
                    <a:pt x="195478" y="425754"/>
                  </a:lnTo>
                  <a:lnTo>
                    <a:pt x="155168" y="411353"/>
                  </a:lnTo>
                  <a:lnTo>
                    <a:pt x="119608" y="388747"/>
                  </a:lnTo>
                  <a:lnTo>
                    <a:pt x="89954" y="359092"/>
                  </a:lnTo>
                  <a:lnTo>
                    <a:pt x="67348" y="323545"/>
                  </a:lnTo>
                  <a:lnTo>
                    <a:pt x="52933" y="283235"/>
                  </a:lnTo>
                  <a:lnTo>
                    <a:pt x="47879" y="239331"/>
                  </a:lnTo>
                  <a:lnTo>
                    <a:pt x="52933" y="195427"/>
                  </a:lnTo>
                  <a:lnTo>
                    <a:pt x="67348" y="155130"/>
                  </a:lnTo>
                  <a:lnTo>
                    <a:pt x="89954" y="119583"/>
                  </a:lnTo>
                  <a:lnTo>
                    <a:pt x="119608" y="89928"/>
                  </a:lnTo>
                  <a:lnTo>
                    <a:pt x="155168" y="67322"/>
                  </a:lnTo>
                  <a:lnTo>
                    <a:pt x="195478" y="52920"/>
                  </a:lnTo>
                  <a:lnTo>
                    <a:pt x="239395" y="47866"/>
                  </a:lnTo>
                  <a:lnTo>
                    <a:pt x="283298" y="52920"/>
                  </a:lnTo>
                  <a:lnTo>
                    <a:pt x="323608" y="67322"/>
                  </a:lnTo>
                  <a:lnTo>
                    <a:pt x="359156" y="89928"/>
                  </a:lnTo>
                  <a:lnTo>
                    <a:pt x="388810" y="119583"/>
                  </a:lnTo>
                  <a:lnTo>
                    <a:pt x="411403" y="155130"/>
                  </a:lnTo>
                  <a:lnTo>
                    <a:pt x="425818" y="195427"/>
                  </a:lnTo>
                  <a:lnTo>
                    <a:pt x="430872" y="239331"/>
                  </a:lnTo>
                  <a:lnTo>
                    <a:pt x="430872" y="97040"/>
                  </a:lnTo>
                  <a:lnTo>
                    <a:pt x="408647" y="70091"/>
                  </a:lnTo>
                  <a:lnTo>
                    <a:pt x="381698" y="47866"/>
                  </a:lnTo>
                  <a:lnTo>
                    <a:pt x="373227" y="40868"/>
                  </a:lnTo>
                  <a:lnTo>
                    <a:pt x="332562" y="18808"/>
                  </a:lnTo>
                  <a:lnTo>
                    <a:pt x="287629" y="4864"/>
                  </a:lnTo>
                  <a:lnTo>
                    <a:pt x="239395" y="0"/>
                  </a:lnTo>
                  <a:lnTo>
                    <a:pt x="191147" y="4864"/>
                  </a:lnTo>
                  <a:lnTo>
                    <a:pt x="146215" y="18808"/>
                  </a:lnTo>
                  <a:lnTo>
                    <a:pt x="105549" y="40868"/>
                  </a:lnTo>
                  <a:lnTo>
                    <a:pt x="70116" y="70091"/>
                  </a:lnTo>
                  <a:lnTo>
                    <a:pt x="40881" y="105511"/>
                  </a:lnTo>
                  <a:lnTo>
                    <a:pt x="18808" y="146164"/>
                  </a:lnTo>
                  <a:lnTo>
                    <a:pt x="4864" y="191096"/>
                  </a:lnTo>
                  <a:lnTo>
                    <a:pt x="0" y="239331"/>
                  </a:lnTo>
                  <a:lnTo>
                    <a:pt x="4864" y="287566"/>
                  </a:lnTo>
                  <a:lnTo>
                    <a:pt x="18808" y="332498"/>
                  </a:lnTo>
                  <a:lnTo>
                    <a:pt x="40881" y="373164"/>
                  </a:lnTo>
                  <a:lnTo>
                    <a:pt x="70116" y="408584"/>
                  </a:lnTo>
                  <a:lnTo>
                    <a:pt x="105549" y="437807"/>
                  </a:lnTo>
                  <a:lnTo>
                    <a:pt x="146215" y="459879"/>
                  </a:lnTo>
                  <a:lnTo>
                    <a:pt x="191147" y="473824"/>
                  </a:lnTo>
                  <a:lnTo>
                    <a:pt x="212877" y="476021"/>
                  </a:lnTo>
                  <a:lnTo>
                    <a:pt x="212877" y="761441"/>
                  </a:lnTo>
                  <a:lnTo>
                    <a:pt x="221030" y="761441"/>
                  </a:lnTo>
                  <a:lnTo>
                    <a:pt x="221030" y="476846"/>
                  </a:lnTo>
                  <a:lnTo>
                    <a:pt x="239395" y="478688"/>
                  </a:lnTo>
                  <a:lnTo>
                    <a:pt x="287629" y="473824"/>
                  </a:lnTo>
                  <a:lnTo>
                    <a:pt x="332562" y="459879"/>
                  </a:lnTo>
                  <a:lnTo>
                    <a:pt x="373227" y="437807"/>
                  </a:lnTo>
                  <a:lnTo>
                    <a:pt x="408647" y="408584"/>
                  </a:lnTo>
                  <a:lnTo>
                    <a:pt x="437870" y="373164"/>
                  </a:lnTo>
                  <a:lnTo>
                    <a:pt x="459943" y="332498"/>
                  </a:lnTo>
                  <a:lnTo>
                    <a:pt x="473887" y="287566"/>
                  </a:lnTo>
                  <a:lnTo>
                    <a:pt x="478739" y="239331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750161" y="1067053"/>
              <a:ext cx="383540" cy="643255"/>
            </a:xfrm>
            <a:custGeom>
              <a:avLst/>
              <a:gdLst/>
              <a:ahLst/>
              <a:cxnLst/>
              <a:rect l="l" t="t" r="r" b="b"/>
              <a:pathLst>
                <a:path w="383539" h="643255">
                  <a:moveTo>
                    <a:pt x="382993" y="191465"/>
                  </a:moveTo>
                  <a:lnTo>
                    <a:pt x="377939" y="147561"/>
                  </a:lnTo>
                  <a:lnTo>
                    <a:pt x="363524" y="107264"/>
                  </a:lnTo>
                  <a:lnTo>
                    <a:pt x="340931" y="71716"/>
                  </a:lnTo>
                  <a:lnTo>
                    <a:pt x="335114" y="65900"/>
                  </a:lnTo>
                  <a:lnTo>
                    <a:pt x="335114" y="191465"/>
                  </a:lnTo>
                  <a:lnTo>
                    <a:pt x="327799" y="236855"/>
                  </a:lnTo>
                  <a:lnTo>
                    <a:pt x="307416" y="276288"/>
                  </a:lnTo>
                  <a:lnTo>
                    <a:pt x="276326" y="307365"/>
                  </a:lnTo>
                  <a:lnTo>
                    <a:pt x="236905" y="327761"/>
                  </a:lnTo>
                  <a:lnTo>
                    <a:pt x="191516" y="335076"/>
                  </a:lnTo>
                  <a:lnTo>
                    <a:pt x="146113" y="327761"/>
                  </a:lnTo>
                  <a:lnTo>
                    <a:pt x="106680" y="307365"/>
                  </a:lnTo>
                  <a:lnTo>
                    <a:pt x="75590" y="276288"/>
                  </a:lnTo>
                  <a:lnTo>
                    <a:pt x="55194" y="236855"/>
                  </a:lnTo>
                  <a:lnTo>
                    <a:pt x="47866" y="191465"/>
                  </a:lnTo>
                  <a:lnTo>
                    <a:pt x="55194" y="146075"/>
                  </a:lnTo>
                  <a:lnTo>
                    <a:pt x="75590" y="106654"/>
                  </a:lnTo>
                  <a:lnTo>
                    <a:pt x="106680" y="75577"/>
                  </a:lnTo>
                  <a:lnTo>
                    <a:pt x="146113" y="55194"/>
                  </a:lnTo>
                  <a:lnTo>
                    <a:pt x="191516" y="47866"/>
                  </a:lnTo>
                  <a:lnTo>
                    <a:pt x="236905" y="55194"/>
                  </a:lnTo>
                  <a:lnTo>
                    <a:pt x="276326" y="75577"/>
                  </a:lnTo>
                  <a:lnTo>
                    <a:pt x="307416" y="106654"/>
                  </a:lnTo>
                  <a:lnTo>
                    <a:pt x="327799" y="146075"/>
                  </a:lnTo>
                  <a:lnTo>
                    <a:pt x="335114" y="191465"/>
                  </a:lnTo>
                  <a:lnTo>
                    <a:pt x="335114" y="65900"/>
                  </a:lnTo>
                  <a:lnTo>
                    <a:pt x="275729" y="19456"/>
                  </a:lnTo>
                  <a:lnTo>
                    <a:pt x="235419" y="5054"/>
                  </a:lnTo>
                  <a:lnTo>
                    <a:pt x="191516" y="0"/>
                  </a:lnTo>
                  <a:lnTo>
                    <a:pt x="147599" y="5054"/>
                  </a:lnTo>
                  <a:lnTo>
                    <a:pt x="107289" y="19456"/>
                  </a:lnTo>
                  <a:lnTo>
                    <a:pt x="71729" y="42062"/>
                  </a:lnTo>
                  <a:lnTo>
                    <a:pt x="42075" y="71716"/>
                  </a:lnTo>
                  <a:lnTo>
                    <a:pt x="19469" y="107264"/>
                  </a:lnTo>
                  <a:lnTo>
                    <a:pt x="5054" y="147561"/>
                  </a:lnTo>
                  <a:lnTo>
                    <a:pt x="0" y="191465"/>
                  </a:lnTo>
                  <a:lnTo>
                    <a:pt x="5054" y="235369"/>
                  </a:lnTo>
                  <a:lnTo>
                    <a:pt x="19469" y="275678"/>
                  </a:lnTo>
                  <a:lnTo>
                    <a:pt x="42075" y="311226"/>
                  </a:lnTo>
                  <a:lnTo>
                    <a:pt x="71729" y="340880"/>
                  </a:lnTo>
                  <a:lnTo>
                    <a:pt x="107289" y="363486"/>
                  </a:lnTo>
                  <a:lnTo>
                    <a:pt x="147599" y="377888"/>
                  </a:lnTo>
                  <a:lnTo>
                    <a:pt x="191516" y="382955"/>
                  </a:lnTo>
                  <a:lnTo>
                    <a:pt x="209842" y="380847"/>
                  </a:lnTo>
                  <a:lnTo>
                    <a:pt x="209842" y="642950"/>
                  </a:lnTo>
                  <a:lnTo>
                    <a:pt x="217995" y="642950"/>
                  </a:lnTo>
                  <a:lnTo>
                    <a:pt x="217995" y="379907"/>
                  </a:lnTo>
                  <a:lnTo>
                    <a:pt x="235419" y="377888"/>
                  </a:lnTo>
                  <a:lnTo>
                    <a:pt x="275729" y="363486"/>
                  </a:lnTo>
                  <a:lnTo>
                    <a:pt x="311277" y="340880"/>
                  </a:lnTo>
                  <a:lnTo>
                    <a:pt x="317080" y="335076"/>
                  </a:lnTo>
                  <a:lnTo>
                    <a:pt x="340931" y="311226"/>
                  </a:lnTo>
                  <a:lnTo>
                    <a:pt x="363524" y="275678"/>
                  </a:lnTo>
                  <a:lnTo>
                    <a:pt x="377939" y="235369"/>
                  </a:lnTo>
                  <a:lnTo>
                    <a:pt x="382993" y="191465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798027" y="1114920"/>
              <a:ext cx="287655" cy="525145"/>
            </a:xfrm>
            <a:custGeom>
              <a:avLst/>
              <a:gdLst/>
              <a:ahLst/>
              <a:cxnLst/>
              <a:rect l="l" t="t" r="r" b="b"/>
              <a:pathLst>
                <a:path w="287655" h="525144">
                  <a:moveTo>
                    <a:pt x="287248" y="143598"/>
                  </a:moveTo>
                  <a:lnTo>
                    <a:pt x="279933" y="98209"/>
                  </a:lnTo>
                  <a:lnTo>
                    <a:pt x="259549" y="58788"/>
                  </a:lnTo>
                  <a:lnTo>
                    <a:pt x="248615" y="47866"/>
                  </a:lnTo>
                  <a:lnTo>
                    <a:pt x="239369" y="38620"/>
                  </a:lnTo>
                  <a:lnTo>
                    <a:pt x="239369" y="143598"/>
                  </a:lnTo>
                  <a:lnTo>
                    <a:pt x="231851" y="180873"/>
                  </a:lnTo>
                  <a:lnTo>
                    <a:pt x="211340" y="211302"/>
                  </a:lnTo>
                  <a:lnTo>
                    <a:pt x="180911" y="231813"/>
                  </a:lnTo>
                  <a:lnTo>
                    <a:pt x="143649" y="239344"/>
                  </a:lnTo>
                  <a:lnTo>
                    <a:pt x="106375" y="231813"/>
                  </a:lnTo>
                  <a:lnTo>
                    <a:pt x="75933" y="211302"/>
                  </a:lnTo>
                  <a:lnTo>
                    <a:pt x="55410" y="180873"/>
                  </a:lnTo>
                  <a:lnTo>
                    <a:pt x="47879" y="143598"/>
                  </a:lnTo>
                  <a:lnTo>
                    <a:pt x="55410" y="106337"/>
                  </a:lnTo>
                  <a:lnTo>
                    <a:pt x="106375" y="55384"/>
                  </a:lnTo>
                  <a:lnTo>
                    <a:pt x="180911" y="55384"/>
                  </a:lnTo>
                  <a:lnTo>
                    <a:pt x="231851" y="106337"/>
                  </a:lnTo>
                  <a:lnTo>
                    <a:pt x="239369" y="143598"/>
                  </a:lnTo>
                  <a:lnTo>
                    <a:pt x="239369" y="38620"/>
                  </a:lnTo>
                  <a:lnTo>
                    <a:pt x="228460" y="27711"/>
                  </a:lnTo>
                  <a:lnTo>
                    <a:pt x="189039" y="7327"/>
                  </a:lnTo>
                  <a:lnTo>
                    <a:pt x="143649" y="0"/>
                  </a:lnTo>
                  <a:lnTo>
                    <a:pt x="98247" y="7327"/>
                  </a:lnTo>
                  <a:lnTo>
                    <a:pt x="58813" y="27711"/>
                  </a:lnTo>
                  <a:lnTo>
                    <a:pt x="27724" y="58788"/>
                  </a:lnTo>
                  <a:lnTo>
                    <a:pt x="7327" y="98209"/>
                  </a:lnTo>
                  <a:lnTo>
                    <a:pt x="0" y="143598"/>
                  </a:lnTo>
                  <a:lnTo>
                    <a:pt x="7327" y="188988"/>
                  </a:lnTo>
                  <a:lnTo>
                    <a:pt x="27724" y="228422"/>
                  </a:lnTo>
                  <a:lnTo>
                    <a:pt x="58813" y="259499"/>
                  </a:lnTo>
                  <a:lnTo>
                    <a:pt x="98247" y="279895"/>
                  </a:lnTo>
                  <a:lnTo>
                    <a:pt x="143649" y="287210"/>
                  </a:lnTo>
                  <a:lnTo>
                    <a:pt x="189039" y="279895"/>
                  </a:lnTo>
                  <a:lnTo>
                    <a:pt x="206819" y="270700"/>
                  </a:lnTo>
                  <a:lnTo>
                    <a:pt x="206819" y="524954"/>
                  </a:lnTo>
                  <a:lnTo>
                    <a:pt x="214960" y="524954"/>
                  </a:lnTo>
                  <a:lnTo>
                    <a:pt x="214960" y="266484"/>
                  </a:lnTo>
                  <a:lnTo>
                    <a:pt x="228460" y="259499"/>
                  </a:lnTo>
                  <a:lnTo>
                    <a:pt x="248615" y="239344"/>
                  </a:lnTo>
                  <a:lnTo>
                    <a:pt x="259549" y="228422"/>
                  </a:lnTo>
                  <a:lnTo>
                    <a:pt x="279933" y="188988"/>
                  </a:lnTo>
                  <a:lnTo>
                    <a:pt x="287248" y="143598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0" name="object 190"/>
          <p:cNvGrpSpPr/>
          <p:nvPr/>
        </p:nvGrpSpPr>
        <p:grpSpPr>
          <a:xfrm>
            <a:off x="2323059" y="971312"/>
            <a:ext cx="706120" cy="698500"/>
            <a:chOff x="2323059" y="971312"/>
            <a:chExt cx="706120" cy="698500"/>
          </a:xfrm>
        </p:grpSpPr>
        <p:pic>
          <p:nvPicPr>
            <p:cNvPr id="191" name="object 19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536203" y="1147634"/>
              <a:ext cx="145321" cy="193553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2323059" y="1142962"/>
              <a:ext cx="358775" cy="285115"/>
            </a:xfrm>
            <a:custGeom>
              <a:avLst/>
              <a:gdLst/>
              <a:ahLst/>
              <a:cxnLst/>
              <a:rect l="l" t="t" r="r" b="b"/>
              <a:pathLst>
                <a:path w="358775" h="285115">
                  <a:moveTo>
                    <a:pt x="206203" y="284667"/>
                  </a:moveTo>
                  <a:lnTo>
                    <a:pt x="150134" y="277879"/>
                  </a:lnTo>
                  <a:lnTo>
                    <a:pt x="89678" y="249619"/>
                  </a:lnTo>
                  <a:lnTo>
                    <a:pt x="56574" y="214907"/>
                  </a:lnTo>
                  <a:lnTo>
                    <a:pt x="31209" y="174654"/>
                  </a:lnTo>
                  <a:lnTo>
                    <a:pt x="13028" y="135161"/>
                  </a:lnTo>
                  <a:lnTo>
                    <a:pt x="0" y="92793"/>
                  </a:lnTo>
                  <a:lnTo>
                    <a:pt x="1580" y="83102"/>
                  </a:lnTo>
                  <a:lnTo>
                    <a:pt x="42754" y="46895"/>
                  </a:lnTo>
                  <a:lnTo>
                    <a:pt x="82601" y="24892"/>
                  </a:lnTo>
                  <a:lnTo>
                    <a:pt x="128930" y="7235"/>
                  </a:lnTo>
                  <a:lnTo>
                    <a:pt x="178094" y="0"/>
                  </a:lnTo>
                  <a:lnTo>
                    <a:pt x="188113" y="350"/>
                  </a:lnTo>
                  <a:lnTo>
                    <a:pt x="263694" y="26222"/>
                  </a:lnTo>
                  <a:lnTo>
                    <a:pt x="302084" y="53545"/>
                  </a:lnTo>
                  <a:lnTo>
                    <a:pt x="331538" y="86149"/>
                  </a:lnTo>
                  <a:lnTo>
                    <a:pt x="350762" y="122210"/>
                  </a:lnTo>
                  <a:lnTo>
                    <a:pt x="358463" y="159903"/>
                  </a:lnTo>
                  <a:lnTo>
                    <a:pt x="353347" y="197402"/>
                  </a:lnTo>
                  <a:lnTo>
                    <a:pt x="332698" y="234097"/>
                  </a:lnTo>
                  <a:lnTo>
                    <a:pt x="299338" y="261532"/>
                  </a:lnTo>
                  <a:lnTo>
                    <a:pt x="256196" y="278719"/>
                  </a:lnTo>
                  <a:lnTo>
                    <a:pt x="206203" y="284667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75261" y="1184218"/>
              <a:ext cx="251381" cy="200928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2425277" y="1319138"/>
              <a:ext cx="298450" cy="326390"/>
            </a:xfrm>
            <a:custGeom>
              <a:avLst/>
              <a:gdLst/>
              <a:ahLst/>
              <a:cxnLst/>
              <a:rect l="l" t="t" r="r" b="b"/>
              <a:pathLst>
                <a:path w="298450" h="326389">
                  <a:moveTo>
                    <a:pt x="55994" y="326287"/>
                  </a:moveTo>
                  <a:lnTo>
                    <a:pt x="54478" y="326287"/>
                  </a:lnTo>
                  <a:lnTo>
                    <a:pt x="53015" y="326281"/>
                  </a:lnTo>
                  <a:lnTo>
                    <a:pt x="21368" y="304296"/>
                  </a:lnTo>
                  <a:lnTo>
                    <a:pt x="3140" y="228631"/>
                  </a:lnTo>
                  <a:lnTo>
                    <a:pt x="0" y="181157"/>
                  </a:lnTo>
                  <a:lnTo>
                    <a:pt x="6375" y="133618"/>
                  </a:lnTo>
                  <a:lnTo>
                    <a:pt x="26416" y="90785"/>
                  </a:lnTo>
                  <a:lnTo>
                    <a:pt x="61063" y="52169"/>
                  </a:lnTo>
                  <a:lnTo>
                    <a:pt x="100327" y="23676"/>
                  </a:lnTo>
                  <a:lnTo>
                    <a:pt x="141853" y="6041"/>
                  </a:lnTo>
                  <a:lnTo>
                    <a:pt x="183286" y="0"/>
                  </a:lnTo>
                  <a:lnTo>
                    <a:pt x="201353" y="1270"/>
                  </a:lnTo>
                  <a:lnTo>
                    <a:pt x="250376" y="20874"/>
                  </a:lnTo>
                  <a:lnTo>
                    <a:pt x="292485" y="83225"/>
                  </a:lnTo>
                  <a:lnTo>
                    <a:pt x="298128" y="123699"/>
                  </a:lnTo>
                  <a:lnTo>
                    <a:pt x="293464" y="167389"/>
                  </a:lnTo>
                  <a:lnTo>
                    <a:pt x="278466" y="212061"/>
                  </a:lnTo>
                  <a:lnTo>
                    <a:pt x="253109" y="255477"/>
                  </a:lnTo>
                  <a:lnTo>
                    <a:pt x="219758" y="286986"/>
                  </a:lnTo>
                  <a:lnTo>
                    <a:pt x="178061" y="307565"/>
                  </a:lnTo>
                  <a:lnTo>
                    <a:pt x="133328" y="319470"/>
                  </a:lnTo>
                  <a:lnTo>
                    <a:pt x="90869" y="324959"/>
                  </a:lnTo>
                  <a:lnTo>
                    <a:pt x="55994" y="326287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67403" y="1369291"/>
              <a:ext cx="209982" cy="23031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2627346" y="1319743"/>
              <a:ext cx="298450" cy="326390"/>
            </a:xfrm>
            <a:custGeom>
              <a:avLst/>
              <a:gdLst/>
              <a:ahLst/>
              <a:cxnLst/>
              <a:rect l="l" t="t" r="r" b="b"/>
              <a:pathLst>
                <a:path w="298450" h="326389">
                  <a:moveTo>
                    <a:pt x="243653" y="326287"/>
                  </a:moveTo>
                  <a:lnTo>
                    <a:pt x="242142" y="326287"/>
                  </a:lnTo>
                  <a:lnTo>
                    <a:pt x="207267" y="324959"/>
                  </a:lnTo>
                  <a:lnTo>
                    <a:pt x="164807" y="319470"/>
                  </a:lnTo>
                  <a:lnTo>
                    <a:pt x="120074" y="307566"/>
                  </a:lnTo>
                  <a:lnTo>
                    <a:pt x="78377" y="286989"/>
                  </a:lnTo>
                  <a:lnTo>
                    <a:pt x="45028" y="255483"/>
                  </a:lnTo>
                  <a:lnTo>
                    <a:pt x="19666" y="212066"/>
                  </a:lnTo>
                  <a:lnTo>
                    <a:pt x="4666" y="167394"/>
                  </a:lnTo>
                  <a:lnTo>
                    <a:pt x="0" y="123702"/>
                  </a:lnTo>
                  <a:lnTo>
                    <a:pt x="5641" y="83228"/>
                  </a:lnTo>
                  <a:lnTo>
                    <a:pt x="21564" y="48208"/>
                  </a:lnTo>
                  <a:lnTo>
                    <a:pt x="63011" y="11642"/>
                  </a:lnTo>
                  <a:lnTo>
                    <a:pt x="114851" y="0"/>
                  </a:lnTo>
                  <a:lnTo>
                    <a:pt x="156282" y="6041"/>
                  </a:lnTo>
                  <a:lnTo>
                    <a:pt x="197805" y="23675"/>
                  </a:lnTo>
                  <a:lnTo>
                    <a:pt x="237066" y="52166"/>
                  </a:lnTo>
                  <a:lnTo>
                    <a:pt x="271715" y="90779"/>
                  </a:lnTo>
                  <a:lnTo>
                    <a:pt x="291756" y="133617"/>
                  </a:lnTo>
                  <a:lnTo>
                    <a:pt x="298132" y="181158"/>
                  </a:lnTo>
                  <a:lnTo>
                    <a:pt x="294992" y="228631"/>
                  </a:lnTo>
                  <a:lnTo>
                    <a:pt x="286487" y="271265"/>
                  </a:lnTo>
                  <a:lnTo>
                    <a:pt x="272126" y="313197"/>
                  </a:lnTo>
                  <a:lnTo>
                    <a:pt x="243653" y="326287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673369" y="1369896"/>
              <a:ext cx="209981" cy="230312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2670382" y="1143932"/>
              <a:ext cx="358775" cy="285115"/>
            </a:xfrm>
            <a:custGeom>
              <a:avLst/>
              <a:gdLst/>
              <a:ahLst/>
              <a:cxnLst/>
              <a:rect l="l" t="t" r="r" b="b"/>
              <a:pathLst>
                <a:path w="358775" h="285115">
                  <a:moveTo>
                    <a:pt x="152269" y="284673"/>
                  </a:moveTo>
                  <a:lnTo>
                    <a:pt x="102272" y="278724"/>
                  </a:lnTo>
                  <a:lnTo>
                    <a:pt x="59128" y="261539"/>
                  </a:lnTo>
                  <a:lnTo>
                    <a:pt x="25765" y="234105"/>
                  </a:lnTo>
                  <a:lnTo>
                    <a:pt x="5113" y="197414"/>
                  </a:lnTo>
                  <a:lnTo>
                    <a:pt x="0" y="159914"/>
                  </a:lnTo>
                  <a:lnTo>
                    <a:pt x="7703" y="122221"/>
                  </a:lnTo>
                  <a:lnTo>
                    <a:pt x="26930" y="86160"/>
                  </a:lnTo>
                  <a:lnTo>
                    <a:pt x="56386" y="53553"/>
                  </a:lnTo>
                  <a:lnTo>
                    <a:pt x="94777" y="26227"/>
                  </a:lnTo>
                  <a:lnTo>
                    <a:pt x="140809" y="6006"/>
                  </a:lnTo>
                  <a:lnTo>
                    <a:pt x="180366" y="0"/>
                  </a:lnTo>
                  <a:lnTo>
                    <a:pt x="229530" y="7237"/>
                  </a:lnTo>
                  <a:lnTo>
                    <a:pt x="275861" y="24897"/>
                  </a:lnTo>
                  <a:lnTo>
                    <a:pt x="315711" y="46903"/>
                  </a:lnTo>
                  <a:lnTo>
                    <a:pt x="352468" y="74344"/>
                  </a:lnTo>
                  <a:lnTo>
                    <a:pt x="358466" y="92802"/>
                  </a:lnTo>
                  <a:lnTo>
                    <a:pt x="356988" y="102732"/>
                  </a:lnTo>
                  <a:lnTo>
                    <a:pt x="327256" y="174663"/>
                  </a:lnTo>
                  <a:lnTo>
                    <a:pt x="301891" y="214914"/>
                  </a:lnTo>
                  <a:lnTo>
                    <a:pt x="268792" y="249625"/>
                  </a:lnTo>
                  <a:lnTo>
                    <a:pt x="227404" y="272496"/>
                  </a:lnTo>
                  <a:lnTo>
                    <a:pt x="189380" y="281685"/>
                  </a:lnTo>
                  <a:lnTo>
                    <a:pt x="152269" y="284673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725267" y="1185193"/>
              <a:ext cx="251377" cy="200934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2536203" y="971312"/>
              <a:ext cx="280670" cy="370205"/>
            </a:xfrm>
            <a:custGeom>
              <a:avLst/>
              <a:gdLst/>
              <a:ahLst/>
              <a:cxnLst/>
              <a:rect l="l" t="t" r="r" b="b"/>
              <a:pathLst>
                <a:path w="280669" h="370205">
                  <a:moveTo>
                    <a:pt x="140109" y="369875"/>
                  </a:moveTo>
                  <a:lnTo>
                    <a:pt x="69393" y="344180"/>
                  </a:lnTo>
                  <a:lnTo>
                    <a:pt x="41037" y="314751"/>
                  </a:lnTo>
                  <a:lnTo>
                    <a:pt x="19129" y="276661"/>
                  </a:lnTo>
                  <a:lnTo>
                    <a:pt x="5004" y="231703"/>
                  </a:lnTo>
                  <a:lnTo>
                    <a:pt x="0" y="181670"/>
                  </a:lnTo>
                  <a:lnTo>
                    <a:pt x="8964" y="135235"/>
                  </a:lnTo>
                  <a:lnTo>
                    <a:pt x="31750" y="93028"/>
                  </a:lnTo>
                  <a:lnTo>
                    <a:pt x="62195" y="56467"/>
                  </a:lnTo>
                  <a:lnTo>
                    <a:pt x="94137" y="26975"/>
                  </a:lnTo>
                  <a:lnTo>
                    <a:pt x="127009" y="1992"/>
                  </a:lnTo>
                  <a:lnTo>
                    <a:pt x="133556" y="0"/>
                  </a:lnTo>
                  <a:lnTo>
                    <a:pt x="140109" y="0"/>
                  </a:lnTo>
                  <a:lnTo>
                    <a:pt x="146656" y="0"/>
                  </a:lnTo>
                  <a:lnTo>
                    <a:pt x="186078" y="26975"/>
                  </a:lnTo>
                  <a:lnTo>
                    <a:pt x="218018" y="56467"/>
                  </a:lnTo>
                  <a:lnTo>
                    <a:pt x="248462" y="93028"/>
                  </a:lnTo>
                  <a:lnTo>
                    <a:pt x="271248" y="135235"/>
                  </a:lnTo>
                  <a:lnTo>
                    <a:pt x="280212" y="181670"/>
                  </a:lnTo>
                  <a:lnTo>
                    <a:pt x="275208" y="231700"/>
                  </a:lnTo>
                  <a:lnTo>
                    <a:pt x="261084" y="276658"/>
                  </a:lnTo>
                  <a:lnTo>
                    <a:pt x="239176" y="314749"/>
                  </a:lnTo>
                  <a:lnTo>
                    <a:pt x="210821" y="344179"/>
                  </a:lnTo>
                  <a:lnTo>
                    <a:pt x="177353" y="363152"/>
                  </a:lnTo>
                  <a:lnTo>
                    <a:pt x="140109" y="369875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2577423" y="1025708"/>
              <a:ext cx="198120" cy="261620"/>
            </a:xfrm>
            <a:custGeom>
              <a:avLst/>
              <a:gdLst/>
              <a:ahLst/>
              <a:cxnLst/>
              <a:rect l="l" t="t" r="r" b="b"/>
              <a:pathLst>
                <a:path w="198119" h="261619">
                  <a:moveTo>
                    <a:pt x="98889" y="261072"/>
                  </a:moveTo>
                  <a:lnTo>
                    <a:pt x="60395" y="250633"/>
                  </a:lnTo>
                  <a:lnTo>
                    <a:pt x="28962" y="222165"/>
                  </a:lnTo>
                  <a:lnTo>
                    <a:pt x="7770" y="179942"/>
                  </a:lnTo>
                  <a:lnTo>
                    <a:pt x="0" y="128238"/>
                  </a:lnTo>
                  <a:lnTo>
                    <a:pt x="9603" y="87698"/>
                  </a:lnTo>
                  <a:lnTo>
                    <a:pt x="32750" y="52208"/>
                  </a:lnTo>
                  <a:lnTo>
                    <a:pt x="60945" y="23728"/>
                  </a:lnTo>
                  <a:lnTo>
                    <a:pt x="94270" y="0"/>
                  </a:lnTo>
                  <a:lnTo>
                    <a:pt x="98889" y="0"/>
                  </a:lnTo>
                  <a:lnTo>
                    <a:pt x="103514" y="0"/>
                  </a:lnTo>
                  <a:lnTo>
                    <a:pt x="136827" y="23726"/>
                  </a:lnTo>
                  <a:lnTo>
                    <a:pt x="165022" y="52203"/>
                  </a:lnTo>
                  <a:lnTo>
                    <a:pt x="188169" y="87693"/>
                  </a:lnTo>
                  <a:lnTo>
                    <a:pt x="197772" y="128238"/>
                  </a:lnTo>
                  <a:lnTo>
                    <a:pt x="190002" y="179942"/>
                  </a:lnTo>
                  <a:lnTo>
                    <a:pt x="168811" y="222165"/>
                  </a:lnTo>
                  <a:lnTo>
                    <a:pt x="137379" y="250633"/>
                  </a:lnTo>
                  <a:lnTo>
                    <a:pt x="98889" y="261072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2531360" y="118576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143882" y="287741"/>
                  </a:moveTo>
                  <a:lnTo>
                    <a:pt x="88821" y="276792"/>
                  </a:lnTo>
                  <a:lnTo>
                    <a:pt x="42148" y="245604"/>
                  </a:lnTo>
                  <a:lnTo>
                    <a:pt x="10954" y="198931"/>
                  </a:lnTo>
                  <a:lnTo>
                    <a:pt x="0" y="143870"/>
                  </a:lnTo>
                  <a:lnTo>
                    <a:pt x="2790" y="115671"/>
                  </a:lnTo>
                  <a:lnTo>
                    <a:pt x="24178" y="64051"/>
                  </a:lnTo>
                  <a:lnTo>
                    <a:pt x="64058" y="24168"/>
                  </a:lnTo>
                  <a:lnTo>
                    <a:pt x="115681" y="2788"/>
                  </a:lnTo>
                  <a:lnTo>
                    <a:pt x="143882" y="0"/>
                  </a:lnTo>
                  <a:lnTo>
                    <a:pt x="172081" y="2788"/>
                  </a:lnTo>
                  <a:lnTo>
                    <a:pt x="223701" y="24168"/>
                  </a:lnTo>
                  <a:lnTo>
                    <a:pt x="263584" y="64051"/>
                  </a:lnTo>
                  <a:lnTo>
                    <a:pt x="284964" y="115671"/>
                  </a:lnTo>
                  <a:lnTo>
                    <a:pt x="287752" y="143870"/>
                  </a:lnTo>
                  <a:lnTo>
                    <a:pt x="284964" y="172071"/>
                  </a:lnTo>
                  <a:lnTo>
                    <a:pt x="263584" y="223694"/>
                  </a:lnTo>
                  <a:lnTo>
                    <a:pt x="223701" y="263573"/>
                  </a:lnTo>
                  <a:lnTo>
                    <a:pt x="172081" y="284952"/>
                  </a:lnTo>
                  <a:lnTo>
                    <a:pt x="143882" y="2877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544519" y="1198898"/>
              <a:ext cx="261031" cy="26146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437723" y="1040539"/>
              <a:ext cx="107150" cy="80383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2340622" y="1371434"/>
              <a:ext cx="655955" cy="139065"/>
            </a:xfrm>
            <a:custGeom>
              <a:avLst/>
              <a:gdLst/>
              <a:ahLst/>
              <a:cxnLst/>
              <a:rect l="l" t="t" r="r" b="b"/>
              <a:pathLst>
                <a:path w="655955" h="139065">
                  <a:moveTo>
                    <a:pt x="50736" y="123863"/>
                  </a:moveTo>
                  <a:lnTo>
                    <a:pt x="38569" y="100584"/>
                  </a:lnTo>
                  <a:lnTo>
                    <a:pt x="28397" y="76403"/>
                  </a:lnTo>
                  <a:lnTo>
                    <a:pt x="20281" y="51447"/>
                  </a:lnTo>
                  <a:lnTo>
                    <a:pt x="14262" y="25857"/>
                  </a:lnTo>
                  <a:lnTo>
                    <a:pt x="25844" y="23012"/>
                  </a:lnTo>
                  <a:lnTo>
                    <a:pt x="6451" y="0"/>
                  </a:lnTo>
                  <a:lnTo>
                    <a:pt x="0" y="29375"/>
                  </a:lnTo>
                  <a:lnTo>
                    <a:pt x="10274" y="26860"/>
                  </a:lnTo>
                  <a:lnTo>
                    <a:pt x="16370" y="52717"/>
                  </a:lnTo>
                  <a:lnTo>
                    <a:pt x="24587" y="77927"/>
                  </a:lnTo>
                  <a:lnTo>
                    <a:pt x="34874" y="102374"/>
                  </a:lnTo>
                  <a:lnTo>
                    <a:pt x="47193" y="125933"/>
                  </a:lnTo>
                  <a:lnTo>
                    <a:pt x="50736" y="123863"/>
                  </a:lnTo>
                  <a:close/>
                </a:path>
                <a:path w="655955" h="139065">
                  <a:moveTo>
                    <a:pt x="655739" y="13106"/>
                  </a:moveTo>
                  <a:lnTo>
                    <a:pt x="651662" y="12674"/>
                  </a:lnTo>
                  <a:lnTo>
                    <a:pt x="647814" y="38671"/>
                  </a:lnTo>
                  <a:lnTo>
                    <a:pt x="641819" y="64211"/>
                  </a:lnTo>
                  <a:lnTo>
                    <a:pt x="633717" y="89166"/>
                  </a:lnTo>
                  <a:lnTo>
                    <a:pt x="623531" y="113411"/>
                  </a:lnTo>
                  <a:lnTo>
                    <a:pt x="612495" y="108915"/>
                  </a:lnTo>
                  <a:lnTo>
                    <a:pt x="614667" y="138912"/>
                  </a:lnTo>
                  <a:lnTo>
                    <a:pt x="637159" y="118948"/>
                  </a:lnTo>
                  <a:lnTo>
                    <a:pt x="627354" y="114960"/>
                  </a:lnTo>
                  <a:lnTo>
                    <a:pt x="637628" y="90449"/>
                  </a:lnTo>
                  <a:lnTo>
                    <a:pt x="645807" y="65214"/>
                  </a:lnTo>
                  <a:lnTo>
                    <a:pt x="651852" y="39395"/>
                  </a:lnTo>
                  <a:lnTo>
                    <a:pt x="655739" y="13106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12150" y="1048448"/>
              <a:ext cx="108640" cy="77924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2608379" y="1642808"/>
              <a:ext cx="132715" cy="26670"/>
            </a:xfrm>
            <a:custGeom>
              <a:avLst/>
              <a:gdLst/>
              <a:ahLst/>
              <a:cxnLst/>
              <a:rect l="l" t="t" r="r" b="b"/>
              <a:pathLst>
                <a:path w="132714" h="26669">
                  <a:moveTo>
                    <a:pt x="25864" y="26526"/>
                  </a:moveTo>
                  <a:lnTo>
                    <a:pt x="0" y="11161"/>
                  </a:lnTo>
                  <a:lnTo>
                    <a:pt x="27941" y="0"/>
                  </a:lnTo>
                  <a:lnTo>
                    <a:pt x="27002" y="11883"/>
                  </a:lnTo>
                  <a:lnTo>
                    <a:pt x="53187" y="14222"/>
                  </a:lnTo>
                  <a:lnTo>
                    <a:pt x="79427" y="14367"/>
                  </a:lnTo>
                  <a:lnTo>
                    <a:pt x="105587" y="12321"/>
                  </a:lnTo>
                  <a:lnTo>
                    <a:pt x="131528" y="8088"/>
                  </a:lnTo>
                  <a:lnTo>
                    <a:pt x="132361" y="12108"/>
                  </a:lnTo>
                  <a:lnTo>
                    <a:pt x="106129" y="16395"/>
                  </a:lnTo>
                  <a:lnTo>
                    <a:pt x="79681" y="18473"/>
                  </a:lnTo>
                  <a:lnTo>
                    <a:pt x="53154" y="18338"/>
                  </a:lnTo>
                  <a:lnTo>
                    <a:pt x="26687" y="15983"/>
                  </a:lnTo>
                  <a:lnTo>
                    <a:pt x="25864" y="26526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3134874" y="971400"/>
            <a:ext cx="688340" cy="684530"/>
            <a:chOff x="3134874" y="971400"/>
            <a:chExt cx="688340" cy="684530"/>
          </a:xfrm>
        </p:grpSpPr>
        <p:sp>
          <p:nvSpPr>
            <p:cNvPr id="45" name="object 45"/>
            <p:cNvSpPr/>
            <p:nvPr/>
          </p:nvSpPr>
          <p:spPr>
            <a:xfrm>
              <a:off x="3361518" y="971400"/>
              <a:ext cx="280670" cy="281305"/>
            </a:xfrm>
            <a:custGeom>
              <a:avLst/>
              <a:gdLst/>
              <a:ahLst/>
              <a:cxnLst/>
              <a:rect l="l" t="t" r="r" b="b"/>
              <a:pathLst>
                <a:path w="280670" h="281305">
                  <a:moveTo>
                    <a:pt x="242813" y="281102"/>
                  </a:moveTo>
                  <a:lnTo>
                    <a:pt x="182194" y="220824"/>
                  </a:lnTo>
                  <a:lnTo>
                    <a:pt x="166748" y="229066"/>
                  </a:lnTo>
                  <a:lnTo>
                    <a:pt x="150967" y="234813"/>
                  </a:lnTo>
                  <a:lnTo>
                    <a:pt x="135041" y="238178"/>
                  </a:lnTo>
                  <a:lnTo>
                    <a:pt x="119160" y="239274"/>
                  </a:lnTo>
                  <a:lnTo>
                    <a:pt x="71150" y="229099"/>
                  </a:lnTo>
                  <a:lnTo>
                    <a:pt x="31341" y="201052"/>
                  </a:lnTo>
                  <a:lnTo>
                    <a:pt x="5652" y="158849"/>
                  </a:lnTo>
                  <a:lnTo>
                    <a:pt x="0" y="106210"/>
                  </a:lnTo>
                  <a:lnTo>
                    <a:pt x="13877" y="61964"/>
                  </a:lnTo>
                  <a:lnTo>
                    <a:pt x="41286" y="28526"/>
                  </a:lnTo>
                  <a:lnTo>
                    <a:pt x="77950" y="7378"/>
                  </a:lnTo>
                  <a:lnTo>
                    <a:pt x="119595" y="0"/>
                  </a:lnTo>
                  <a:lnTo>
                    <a:pt x="141792" y="2091"/>
                  </a:lnTo>
                  <a:lnTo>
                    <a:pt x="184320" y="19459"/>
                  </a:lnTo>
                  <a:lnTo>
                    <a:pt x="226640" y="68231"/>
                  </a:lnTo>
                  <a:lnTo>
                    <a:pt x="237421" y="106131"/>
                  </a:lnTo>
                  <a:lnTo>
                    <a:pt x="235405" y="145472"/>
                  </a:lnTo>
                  <a:lnTo>
                    <a:pt x="220207" y="182861"/>
                  </a:lnTo>
                  <a:lnTo>
                    <a:pt x="280440" y="243138"/>
                  </a:lnTo>
                  <a:lnTo>
                    <a:pt x="242813" y="28110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07163" y="1011839"/>
              <a:ext cx="151184" cy="15214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541635" y="1193819"/>
              <a:ext cx="281940" cy="281305"/>
            </a:xfrm>
            <a:custGeom>
              <a:avLst/>
              <a:gdLst/>
              <a:ahLst/>
              <a:cxnLst/>
              <a:rect l="l" t="t" r="r" b="b"/>
              <a:pathLst>
                <a:path w="281939" h="281305">
                  <a:moveTo>
                    <a:pt x="37965" y="281295"/>
                  </a:moveTo>
                  <a:lnTo>
                    <a:pt x="0" y="243332"/>
                  </a:lnTo>
                  <a:lnTo>
                    <a:pt x="60618" y="183054"/>
                  </a:lnTo>
                  <a:lnTo>
                    <a:pt x="44106" y="141437"/>
                  </a:lnTo>
                  <a:lnTo>
                    <a:pt x="43784" y="99682"/>
                  </a:lnTo>
                  <a:lnTo>
                    <a:pt x="57472" y="61225"/>
                  </a:lnTo>
                  <a:lnTo>
                    <a:pt x="82991" y="29501"/>
                  </a:lnTo>
                  <a:lnTo>
                    <a:pt x="118159" y="7948"/>
                  </a:lnTo>
                  <a:lnTo>
                    <a:pt x="160796" y="0"/>
                  </a:lnTo>
                  <a:lnTo>
                    <a:pt x="165529" y="0"/>
                  </a:lnTo>
                  <a:lnTo>
                    <a:pt x="219877" y="14857"/>
                  </a:lnTo>
                  <a:lnTo>
                    <a:pt x="253489" y="42737"/>
                  </a:lnTo>
                  <a:lnTo>
                    <a:pt x="274504" y="80050"/>
                  </a:lnTo>
                  <a:lnTo>
                    <a:pt x="281355" y="122333"/>
                  </a:lnTo>
                  <a:lnTo>
                    <a:pt x="272473" y="165126"/>
                  </a:lnTo>
                  <a:lnTo>
                    <a:pt x="246290" y="203968"/>
                  </a:lnTo>
                  <a:lnTo>
                    <a:pt x="206985" y="230092"/>
                  </a:lnTo>
                  <a:lnTo>
                    <a:pt x="161810" y="238936"/>
                  </a:lnTo>
                  <a:lnTo>
                    <a:pt x="145412" y="237809"/>
                  </a:lnTo>
                  <a:lnTo>
                    <a:pt x="129195" y="234408"/>
                  </a:lnTo>
                  <a:lnTo>
                    <a:pt x="113394" y="228707"/>
                  </a:lnTo>
                  <a:lnTo>
                    <a:pt x="98245" y="220679"/>
                  </a:lnTo>
                  <a:lnTo>
                    <a:pt x="37965" y="281295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29226" y="1238846"/>
              <a:ext cx="152161" cy="15199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134874" y="1149383"/>
              <a:ext cx="278130" cy="280035"/>
            </a:xfrm>
            <a:custGeom>
              <a:avLst/>
              <a:gdLst/>
              <a:ahLst/>
              <a:cxnLst/>
              <a:rect l="l" t="t" r="r" b="b"/>
              <a:pathLst>
                <a:path w="278129" h="280034">
                  <a:moveTo>
                    <a:pt x="119172" y="279749"/>
                  </a:moveTo>
                  <a:lnTo>
                    <a:pt x="74179" y="270971"/>
                  </a:lnTo>
                  <a:lnTo>
                    <a:pt x="34692" y="244877"/>
                  </a:lnTo>
                  <a:lnTo>
                    <a:pt x="9915" y="208700"/>
                  </a:lnTo>
                  <a:lnTo>
                    <a:pt x="0" y="167302"/>
                  </a:lnTo>
                  <a:lnTo>
                    <a:pt x="5172" y="124990"/>
                  </a:lnTo>
                  <a:lnTo>
                    <a:pt x="25660" y="86069"/>
                  </a:lnTo>
                  <a:lnTo>
                    <a:pt x="68014" y="52598"/>
                  </a:lnTo>
                  <a:lnTo>
                    <a:pt x="119172" y="41151"/>
                  </a:lnTo>
                  <a:lnTo>
                    <a:pt x="135443" y="42262"/>
                  </a:lnTo>
                  <a:lnTo>
                    <a:pt x="151565" y="45618"/>
                  </a:lnTo>
                  <a:lnTo>
                    <a:pt x="167297" y="51257"/>
                  </a:lnTo>
                  <a:lnTo>
                    <a:pt x="182399" y="59215"/>
                  </a:lnTo>
                  <a:lnTo>
                    <a:pt x="241617" y="0"/>
                  </a:lnTo>
                  <a:lnTo>
                    <a:pt x="266010" y="31008"/>
                  </a:lnTo>
                  <a:lnTo>
                    <a:pt x="277505" y="39702"/>
                  </a:lnTo>
                  <a:lnTo>
                    <a:pt x="220364" y="97178"/>
                  </a:lnTo>
                  <a:lnTo>
                    <a:pt x="236369" y="137950"/>
                  </a:lnTo>
                  <a:lnTo>
                    <a:pt x="236757" y="180506"/>
                  </a:lnTo>
                  <a:lnTo>
                    <a:pt x="222246" y="220509"/>
                  </a:lnTo>
                  <a:lnTo>
                    <a:pt x="193557" y="253619"/>
                  </a:lnTo>
                  <a:lnTo>
                    <a:pt x="176412" y="265079"/>
                  </a:lnTo>
                  <a:lnTo>
                    <a:pt x="158013" y="273241"/>
                  </a:lnTo>
                  <a:lnTo>
                    <a:pt x="138789" y="278125"/>
                  </a:lnTo>
                  <a:lnTo>
                    <a:pt x="119172" y="279749"/>
                  </a:lnTo>
                  <a:close/>
                </a:path>
              </a:pathLst>
            </a:custGeom>
            <a:solidFill>
              <a:srgbClr val="3749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77228" y="1229862"/>
              <a:ext cx="149867" cy="15223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315196" y="1374748"/>
              <a:ext cx="280670" cy="281305"/>
            </a:xfrm>
            <a:custGeom>
              <a:avLst/>
              <a:gdLst/>
              <a:ahLst/>
              <a:cxnLst/>
              <a:rect l="l" t="t" r="r" b="b"/>
              <a:pathLst>
                <a:path w="280670" h="281305">
                  <a:moveTo>
                    <a:pt x="161086" y="281150"/>
                  </a:moveTo>
                  <a:lnTo>
                    <a:pt x="117216" y="272619"/>
                  </a:lnTo>
                  <a:lnTo>
                    <a:pt x="77330" y="245940"/>
                  </a:lnTo>
                  <a:lnTo>
                    <a:pt x="53948" y="212871"/>
                  </a:lnTo>
                  <a:lnTo>
                    <a:pt x="43109" y="174970"/>
                  </a:lnTo>
                  <a:lnTo>
                    <a:pt x="45202" y="135629"/>
                  </a:lnTo>
                  <a:lnTo>
                    <a:pt x="60618" y="98240"/>
                  </a:lnTo>
                  <a:lnTo>
                    <a:pt x="0" y="38011"/>
                  </a:lnTo>
                  <a:lnTo>
                    <a:pt x="37964" y="0"/>
                  </a:lnTo>
                  <a:lnTo>
                    <a:pt x="98245" y="60277"/>
                  </a:lnTo>
                  <a:lnTo>
                    <a:pt x="113691" y="52043"/>
                  </a:lnTo>
                  <a:lnTo>
                    <a:pt x="129473" y="46313"/>
                  </a:lnTo>
                  <a:lnTo>
                    <a:pt x="145398" y="42964"/>
                  </a:lnTo>
                  <a:lnTo>
                    <a:pt x="161279" y="41875"/>
                  </a:lnTo>
                  <a:lnTo>
                    <a:pt x="209289" y="52043"/>
                  </a:lnTo>
                  <a:lnTo>
                    <a:pt x="249098" y="80074"/>
                  </a:lnTo>
                  <a:lnTo>
                    <a:pt x="274788" y="122260"/>
                  </a:lnTo>
                  <a:lnTo>
                    <a:pt x="280439" y="174891"/>
                  </a:lnTo>
                  <a:lnTo>
                    <a:pt x="266586" y="219165"/>
                  </a:lnTo>
                  <a:lnTo>
                    <a:pt x="239238" y="252617"/>
                  </a:lnTo>
                  <a:lnTo>
                    <a:pt x="202653" y="273771"/>
                  </a:lnTo>
                  <a:lnTo>
                    <a:pt x="161086" y="281150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03714" y="1460588"/>
              <a:ext cx="149962" cy="15209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48611" y="971323"/>
            <a:ext cx="634644" cy="69997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704249" y="971306"/>
            <a:ext cx="726440" cy="700405"/>
            <a:chOff x="4704249" y="971306"/>
            <a:chExt cx="726440" cy="700405"/>
          </a:xfrm>
        </p:grpSpPr>
        <p:sp>
          <p:nvSpPr>
            <p:cNvPr id="14" name="object 14"/>
            <p:cNvSpPr/>
            <p:nvPr/>
          </p:nvSpPr>
          <p:spPr>
            <a:xfrm>
              <a:off x="4785245" y="1049153"/>
              <a:ext cx="567055" cy="538480"/>
            </a:xfrm>
            <a:custGeom>
              <a:avLst/>
              <a:gdLst/>
              <a:ahLst/>
              <a:cxnLst/>
              <a:rect l="l" t="t" r="r" b="b"/>
              <a:pathLst>
                <a:path w="567054" h="538480">
                  <a:moveTo>
                    <a:pt x="458276" y="538332"/>
                  </a:moveTo>
                  <a:lnTo>
                    <a:pt x="108184" y="538332"/>
                  </a:lnTo>
                  <a:lnTo>
                    <a:pt x="0" y="205624"/>
                  </a:lnTo>
                  <a:lnTo>
                    <a:pt x="283230" y="0"/>
                  </a:lnTo>
                  <a:lnTo>
                    <a:pt x="566460" y="205624"/>
                  </a:lnTo>
                  <a:lnTo>
                    <a:pt x="458276" y="538332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77848" y="1188947"/>
              <a:ext cx="252246" cy="4662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21339" y="1330350"/>
              <a:ext cx="473709" cy="340995"/>
            </a:xfrm>
            <a:custGeom>
              <a:avLst/>
              <a:gdLst/>
              <a:ahLst/>
              <a:cxnLst/>
              <a:rect l="l" t="t" r="r" b="b"/>
              <a:pathLst>
                <a:path w="473710" h="340994">
                  <a:moveTo>
                    <a:pt x="94818" y="246824"/>
                  </a:moveTo>
                  <a:lnTo>
                    <a:pt x="21361" y="20485"/>
                  </a:lnTo>
                  <a:lnTo>
                    <a:pt x="34048" y="16421"/>
                  </a:lnTo>
                  <a:lnTo>
                    <a:pt x="9918" y="0"/>
                  </a:lnTo>
                  <a:lnTo>
                    <a:pt x="0" y="27330"/>
                  </a:lnTo>
                  <a:lnTo>
                    <a:pt x="12674" y="23266"/>
                  </a:lnTo>
                  <a:lnTo>
                    <a:pt x="86131" y="249618"/>
                  </a:lnTo>
                  <a:lnTo>
                    <a:pt x="94818" y="246824"/>
                  </a:lnTo>
                  <a:close/>
                </a:path>
                <a:path w="473710" h="340994">
                  <a:moveTo>
                    <a:pt x="234518" y="258978"/>
                  </a:moveTo>
                  <a:lnTo>
                    <a:pt x="223443" y="222427"/>
                  </a:lnTo>
                  <a:lnTo>
                    <a:pt x="193852" y="198094"/>
                  </a:lnTo>
                  <a:lnTo>
                    <a:pt x="168643" y="193078"/>
                  </a:lnTo>
                  <a:lnTo>
                    <a:pt x="143014" y="198259"/>
                  </a:lnTo>
                  <a:lnTo>
                    <a:pt x="122072" y="212382"/>
                  </a:lnTo>
                  <a:lnTo>
                    <a:pt x="107962" y="233337"/>
                  </a:lnTo>
                  <a:lnTo>
                    <a:pt x="102781" y="258978"/>
                  </a:lnTo>
                  <a:lnTo>
                    <a:pt x="107962" y="284632"/>
                  </a:lnTo>
                  <a:lnTo>
                    <a:pt x="122072" y="305587"/>
                  </a:lnTo>
                  <a:lnTo>
                    <a:pt x="143014" y="319709"/>
                  </a:lnTo>
                  <a:lnTo>
                    <a:pt x="168643" y="324878"/>
                  </a:lnTo>
                  <a:lnTo>
                    <a:pt x="194284" y="319709"/>
                  </a:lnTo>
                  <a:lnTo>
                    <a:pt x="215226" y="305587"/>
                  </a:lnTo>
                  <a:lnTo>
                    <a:pt x="229336" y="284632"/>
                  </a:lnTo>
                  <a:lnTo>
                    <a:pt x="234518" y="258978"/>
                  </a:lnTo>
                  <a:close/>
                </a:path>
                <a:path w="473710" h="340994">
                  <a:moveTo>
                    <a:pt x="473557" y="318528"/>
                  </a:moveTo>
                  <a:lnTo>
                    <a:pt x="235508" y="318592"/>
                  </a:lnTo>
                  <a:lnTo>
                    <a:pt x="235585" y="305346"/>
                  </a:lnTo>
                  <a:lnTo>
                    <a:pt x="212585" y="323138"/>
                  </a:lnTo>
                  <a:lnTo>
                    <a:pt x="235381" y="340931"/>
                  </a:lnTo>
                  <a:lnTo>
                    <a:pt x="235458" y="327672"/>
                  </a:lnTo>
                  <a:lnTo>
                    <a:pt x="473506" y="327609"/>
                  </a:lnTo>
                  <a:lnTo>
                    <a:pt x="473557" y="318528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02555" y="971308"/>
              <a:ext cx="360045" cy="210185"/>
            </a:xfrm>
            <a:custGeom>
              <a:avLst/>
              <a:gdLst/>
              <a:ahLst/>
              <a:cxnLst/>
              <a:rect l="l" t="t" r="r" b="b"/>
              <a:pathLst>
                <a:path w="360045" h="210184">
                  <a:moveTo>
                    <a:pt x="131737" y="65900"/>
                  </a:moveTo>
                  <a:lnTo>
                    <a:pt x="120662" y="29337"/>
                  </a:lnTo>
                  <a:lnTo>
                    <a:pt x="91071" y="5016"/>
                  </a:lnTo>
                  <a:lnTo>
                    <a:pt x="65862" y="0"/>
                  </a:lnTo>
                  <a:lnTo>
                    <a:pt x="40233" y="5181"/>
                  </a:lnTo>
                  <a:lnTo>
                    <a:pt x="19291" y="19304"/>
                  </a:lnTo>
                  <a:lnTo>
                    <a:pt x="5181" y="40259"/>
                  </a:lnTo>
                  <a:lnTo>
                    <a:pt x="0" y="65900"/>
                  </a:lnTo>
                  <a:lnTo>
                    <a:pt x="5181" y="91554"/>
                  </a:lnTo>
                  <a:lnTo>
                    <a:pt x="19291" y="112509"/>
                  </a:lnTo>
                  <a:lnTo>
                    <a:pt x="40233" y="126631"/>
                  </a:lnTo>
                  <a:lnTo>
                    <a:pt x="65862" y="131800"/>
                  </a:lnTo>
                  <a:lnTo>
                    <a:pt x="91503" y="126631"/>
                  </a:lnTo>
                  <a:lnTo>
                    <a:pt x="112445" y="112509"/>
                  </a:lnTo>
                  <a:lnTo>
                    <a:pt x="126555" y="91554"/>
                  </a:lnTo>
                  <a:lnTo>
                    <a:pt x="131737" y="65900"/>
                  </a:lnTo>
                  <a:close/>
                </a:path>
                <a:path w="360045" h="210184">
                  <a:moveTo>
                    <a:pt x="359981" y="209003"/>
                  </a:moveTo>
                  <a:lnTo>
                    <a:pt x="351942" y="181190"/>
                  </a:lnTo>
                  <a:lnTo>
                    <a:pt x="344157" y="191897"/>
                  </a:lnTo>
                  <a:lnTo>
                    <a:pt x="151549" y="51993"/>
                  </a:lnTo>
                  <a:lnTo>
                    <a:pt x="146215" y="59334"/>
                  </a:lnTo>
                  <a:lnTo>
                    <a:pt x="338823" y="199237"/>
                  </a:lnTo>
                  <a:lnTo>
                    <a:pt x="331038" y="209931"/>
                  </a:lnTo>
                  <a:lnTo>
                    <a:pt x="359981" y="209003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04245" y="1022464"/>
              <a:ext cx="286385" cy="298450"/>
            </a:xfrm>
            <a:custGeom>
              <a:avLst/>
              <a:gdLst/>
              <a:ahLst/>
              <a:cxnLst/>
              <a:rect l="l" t="t" r="r" b="b"/>
              <a:pathLst>
                <a:path w="286385" h="298450">
                  <a:moveTo>
                    <a:pt x="131724" y="232384"/>
                  </a:moveTo>
                  <a:lnTo>
                    <a:pt x="120662" y="195834"/>
                  </a:lnTo>
                  <a:lnTo>
                    <a:pt x="91071" y="171500"/>
                  </a:lnTo>
                  <a:lnTo>
                    <a:pt x="65862" y="166484"/>
                  </a:lnTo>
                  <a:lnTo>
                    <a:pt x="40220" y="171665"/>
                  </a:lnTo>
                  <a:lnTo>
                    <a:pt x="19291" y="185788"/>
                  </a:lnTo>
                  <a:lnTo>
                    <a:pt x="5168" y="206743"/>
                  </a:lnTo>
                  <a:lnTo>
                    <a:pt x="0" y="232384"/>
                  </a:lnTo>
                  <a:lnTo>
                    <a:pt x="5168" y="258038"/>
                  </a:lnTo>
                  <a:lnTo>
                    <a:pt x="19291" y="278993"/>
                  </a:lnTo>
                  <a:lnTo>
                    <a:pt x="40220" y="293116"/>
                  </a:lnTo>
                  <a:lnTo>
                    <a:pt x="65862" y="298284"/>
                  </a:lnTo>
                  <a:lnTo>
                    <a:pt x="91503" y="293116"/>
                  </a:lnTo>
                  <a:lnTo>
                    <a:pt x="112433" y="278993"/>
                  </a:lnTo>
                  <a:lnTo>
                    <a:pt x="126555" y="258038"/>
                  </a:lnTo>
                  <a:lnTo>
                    <a:pt x="131724" y="232384"/>
                  </a:lnTo>
                  <a:close/>
                </a:path>
                <a:path w="286385" h="298450">
                  <a:moveTo>
                    <a:pt x="285800" y="1003"/>
                  </a:moveTo>
                  <a:lnTo>
                    <a:pt x="256794" y="0"/>
                  </a:lnTo>
                  <a:lnTo>
                    <a:pt x="264553" y="10795"/>
                  </a:lnTo>
                  <a:lnTo>
                    <a:pt x="71983" y="150634"/>
                  </a:lnTo>
                  <a:lnTo>
                    <a:pt x="77304" y="158038"/>
                  </a:lnTo>
                  <a:lnTo>
                    <a:pt x="269875" y="18199"/>
                  </a:lnTo>
                  <a:lnTo>
                    <a:pt x="277634" y="29006"/>
                  </a:lnTo>
                  <a:lnTo>
                    <a:pt x="285800" y="1003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5521547" y="971332"/>
            <a:ext cx="661035" cy="688975"/>
            <a:chOff x="5521547" y="971332"/>
            <a:chExt cx="661035" cy="68897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5887" y="1189731"/>
              <a:ext cx="251942" cy="25200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21547" y="1018078"/>
              <a:ext cx="323850" cy="289560"/>
            </a:xfrm>
            <a:custGeom>
              <a:avLst/>
              <a:gdLst/>
              <a:ahLst/>
              <a:cxnLst/>
              <a:rect l="l" t="t" r="r" b="b"/>
              <a:pathLst>
                <a:path w="323850" h="289559">
                  <a:moveTo>
                    <a:pt x="190979" y="289389"/>
                  </a:moveTo>
                  <a:lnTo>
                    <a:pt x="86540" y="289389"/>
                  </a:lnTo>
                  <a:lnTo>
                    <a:pt x="52842" y="282592"/>
                  </a:lnTo>
                  <a:lnTo>
                    <a:pt x="25336" y="264053"/>
                  </a:lnTo>
                  <a:lnTo>
                    <a:pt x="6796" y="236546"/>
                  </a:lnTo>
                  <a:lnTo>
                    <a:pt x="0" y="202848"/>
                  </a:lnTo>
                  <a:lnTo>
                    <a:pt x="0" y="0"/>
                  </a:lnTo>
                  <a:lnTo>
                    <a:pt x="99964" y="0"/>
                  </a:lnTo>
                  <a:lnTo>
                    <a:pt x="104817" y="24023"/>
                  </a:lnTo>
                  <a:lnTo>
                    <a:pt x="118053" y="43643"/>
                  </a:lnTo>
                  <a:lnTo>
                    <a:pt x="137692" y="56872"/>
                  </a:lnTo>
                  <a:lnTo>
                    <a:pt x="161752" y="61724"/>
                  </a:lnTo>
                  <a:lnTo>
                    <a:pt x="185798" y="56872"/>
                  </a:lnTo>
                  <a:lnTo>
                    <a:pt x="205439" y="43643"/>
                  </a:lnTo>
                  <a:lnTo>
                    <a:pt x="218682" y="24023"/>
                  </a:lnTo>
                  <a:lnTo>
                    <a:pt x="223539" y="0"/>
                  </a:lnTo>
                  <a:lnTo>
                    <a:pt x="237058" y="0"/>
                  </a:lnTo>
                  <a:lnTo>
                    <a:pt x="270701" y="6800"/>
                  </a:lnTo>
                  <a:lnTo>
                    <a:pt x="298179" y="25340"/>
                  </a:lnTo>
                  <a:lnTo>
                    <a:pt x="316709" y="52829"/>
                  </a:lnTo>
                  <a:lnTo>
                    <a:pt x="323504" y="86477"/>
                  </a:lnTo>
                  <a:lnTo>
                    <a:pt x="323504" y="158229"/>
                  </a:lnTo>
                  <a:lnTo>
                    <a:pt x="273347" y="170186"/>
                  </a:lnTo>
                  <a:lnTo>
                    <a:pt x="232096" y="198473"/>
                  </a:lnTo>
                  <a:lnTo>
                    <a:pt x="203417" y="239428"/>
                  </a:lnTo>
                  <a:lnTo>
                    <a:pt x="190979" y="289389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36554" y="971332"/>
              <a:ext cx="93458" cy="934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58665" y="1018078"/>
              <a:ext cx="323850" cy="289560"/>
            </a:xfrm>
            <a:custGeom>
              <a:avLst/>
              <a:gdLst/>
              <a:ahLst/>
              <a:cxnLst/>
              <a:rect l="l" t="t" r="r" b="b"/>
              <a:pathLst>
                <a:path w="323850" h="289559">
                  <a:moveTo>
                    <a:pt x="236963" y="289389"/>
                  </a:moveTo>
                  <a:lnTo>
                    <a:pt x="132555" y="289389"/>
                  </a:lnTo>
                  <a:lnTo>
                    <a:pt x="120091" y="239428"/>
                  </a:lnTo>
                  <a:lnTo>
                    <a:pt x="91412" y="198473"/>
                  </a:lnTo>
                  <a:lnTo>
                    <a:pt x="50165" y="170186"/>
                  </a:lnTo>
                  <a:lnTo>
                    <a:pt x="0" y="158229"/>
                  </a:lnTo>
                  <a:lnTo>
                    <a:pt x="0" y="86477"/>
                  </a:lnTo>
                  <a:lnTo>
                    <a:pt x="6796" y="52816"/>
                  </a:lnTo>
                  <a:lnTo>
                    <a:pt x="25332" y="25328"/>
                  </a:lnTo>
                  <a:lnTo>
                    <a:pt x="52829" y="6795"/>
                  </a:lnTo>
                  <a:lnTo>
                    <a:pt x="86508" y="0"/>
                  </a:lnTo>
                  <a:lnTo>
                    <a:pt x="99964" y="0"/>
                  </a:lnTo>
                  <a:lnTo>
                    <a:pt x="104816" y="24023"/>
                  </a:lnTo>
                  <a:lnTo>
                    <a:pt x="118053" y="43643"/>
                  </a:lnTo>
                  <a:lnTo>
                    <a:pt x="137692" y="56872"/>
                  </a:lnTo>
                  <a:lnTo>
                    <a:pt x="161751" y="61724"/>
                  </a:lnTo>
                  <a:lnTo>
                    <a:pt x="185793" y="56872"/>
                  </a:lnTo>
                  <a:lnTo>
                    <a:pt x="205423" y="43643"/>
                  </a:lnTo>
                  <a:lnTo>
                    <a:pt x="218656" y="24023"/>
                  </a:lnTo>
                  <a:lnTo>
                    <a:pt x="223507" y="0"/>
                  </a:lnTo>
                  <a:lnTo>
                    <a:pt x="323472" y="0"/>
                  </a:lnTo>
                  <a:lnTo>
                    <a:pt x="323472" y="202848"/>
                  </a:lnTo>
                  <a:lnTo>
                    <a:pt x="316676" y="236546"/>
                  </a:lnTo>
                  <a:lnTo>
                    <a:pt x="298140" y="264053"/>
                  </a:lnTo>
                  <a:lnTo>
                    <a:pt x="270642" y="282592"/>
                  </a:lnTo>
                  <a:lnTo>
                    <a:pt x="236963" y="289389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73672" y="971332"/>
              <a:ext cx="93458" cy="9342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521547" y="1324001"/>
              <a:ext cx="323850" cy="289560"/>
            </a:xfrm>
            <a:custGeom>
              <a:avLst/>
              <a:gdLst/>
              <a:ahLst/>
              <a:cxnLst/>
              <a:rect l="l" t="t" r="r" b="b"/>
              <a:pathLst>
                <a:path w="323850" h="289559">
                  <a:moveTo>
                    <a:pt x="236963" y="289452"/>
                  </a:moveTo>
                  <a:lnTo>
                    <a:pt x="223539" y="289452"/>
                  </a:lnTo>
                  <a:lnTo>
                    <a:pt x="218682" y="265392"/>
                  </a:lnTo>
                  <a:lnTo>
                    <a:pt x="205439" y="245754"/>
                  </a:lnTo>
                  <a:lnTo>
                    <a:pt x="185798" y="232517"/>
                  </a:lnTo>
                  <a:lnTo>
                    <a:pt x="161752" y="227665"/>
                  </a:lnTo>
                  <a:lnTo>
                    <a:pt x="137692" y="232517"/>
                  </a:lnTo>
                  <a:lnTo>
                    <a:pt x="118053" y="245754"/>
                  </a:lnTo>
                  <a:lnTo>
                    <a:pt x="104817" y="265392"/>
                  </a:lnTo>
                  <a:lnTo>
                    <a:pt x="99964" y="289452"/>
                  </a:lnTo>
                  <a:lnTo>
                    <a:pt x="0" y="289452"/>
                  </a:lnTo>
                  <a:lnTo>
                    <a:pt x="0" y="86540"/>
                  </a:lnTo>
                  <a:lnTo>
                    <a:pt x="6796" y="52869"/>
                  </a:lnTo>
                  <a:lnTo>
                    <a:pt x="25336" y="25360"/>
                  </a:lnTo>
                  <a:lnTo>
                    <a:pt x="52842" y="6805"/>
                  </a:lnTo>
                  <a:lnTo>
                    <a:pt x="86540" y="0"/>
                  </a:lnTo>
                  <a:lnTo>
                    <a:pt x="190979" y="0"/>
                  </a:lnTo>
                  <a:lnTo>
                    <a:pt x="203416" y="49983"/>
                  </a:lnTo>
                  <a:lnTo>
                    <a:pt x="232088" y="90955"/>
                  </a:lnTo>
                  <a:lnTo>
                    <a:pt x="273321" y="119247"/>
                  </a:lnTo>
                  <a:lnTo>
                    <a:pt x="323440" y="131191"/>
                  </a:lnTo>
                  <a:lnTo>
                    <a:pt x="323440" y="202912"/>
                  </a:lnTo>
                  <a:lnTo>
                    <a:pt x="316645" y="236583"/>
                  </a:lnTo>
                  <a:lnTo>
                    <a:pt x="298112" y="264092"/>
                  </a:lnTo>
                  <a:lnTo>
                    <a:pt x="270624" y="282647"/>
                  </a:lnTo>
                  <a:lnTo>
                    <a:pt x="236963" y="289452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6554" y="1566709"/>
              <a:ext cx="93458" cy="9345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58665" y="1324001"/>
              <a:ext cx="323850" cy="289560"/>
            </a:xfrm>
            <a:custGeom>
              <a:avLst/>
              <a:gdLst/>
              <a:ahLst/>
              <a:cxnLst/>
              <a:rect l="l" t="t" r="r" b="b"/>
              <a:pathLst>
                <a:path w="323850" h="289559">
                  <a:moveTo>
                    <a:pt x="323472" y="289452"/>
                  </a:moveTo>
                  <a:lnTo>
                    <a:pt x="223507" y="289452"/>
                  </a:lnTo>
                  <a:lnTo>
                    <a:pt x="218646" y="265392"/>
                  </a:lnTo>
                  <a:lnTo>
                    <a:pt x="205395" y="245754"/>
                  </a:lnTo>
                  <a:lnTo>
                    <a:pt x="185753" y="232517"/>
                  </a:lnTo>
                  <a:lnTo>
                    <a:pt x="161720" y="227665"/>
                  </a:lnTo>
                  <a:lnTo>
                    <a:pt x="137655" y="232517"/>
                  </a:lnTo>
                  <a:lnTo>
                    <a:pt x="118005" y="245754"/>
                  </a:lnTo>
                  <a:lnTo>
                    <a:pt x="104758" y="265392"/>
                  </a:lnTo>
                  <a:lnTo>
                    <a:pt x="99900" y="289452"/>
                  </a:lnTo>
                  <a:lnTo>
                    <a:pt x="86508" y="289452"/>
                  </a:lnTo>
                  <a:lnTo>
                    <a:pt x="52829" y="282656"/>
                  </a:lnTo>
                  <a:lnTo>
                    <a:pt x="25332" y="264116"/>
                  </a:lnTo>
                  <a:lnTo>
                    <a:pt x="6796" y="236610"/>
                  </a:lnTo>
                  <a:lnTo>
                    <a:pt x="0" y="202912"/>
                  </a:lnTo>
                  <a:lnTo>
                    <a:pt x="0" y="131191"/>
                  </a:lnTo>
                  <a:lnTo>
                    <a:pt x="50165" y="119234"/>
                  </a:lnTo>
                  <a:lnTo>
                    <a:pt x="91412" y="90943"/>
                  </a:lnTo>
                  <a:lnTo>
                    <a:pt x="120091" y="49979"/>
                  </a:lnTo>
                  <a:lnTo>
                    <a:pt x="132555" y="0"/>
                  </a:lnTo>
                  <a:lnTo>
                    <a:pt x="236963" y="0"/>
                  </a:lnTo>
                  <a:lnTo>
                    <a:pt x="270642" y="6819"/>
                  </a:lnTo>
                  <a:lnTo>
                    <a:pt x="298140" y="25371"/>
                  </a:lnTo>
                  <a:lnTo>
                    <a:pt x="316676" y="52874"/>
                  </a:lnTo>
                  <a:lnTo>
                    <a:pt x="323472" y="86540"/>
                  </a:lnTo>
                  <a:lnTo>
                    <a:pt x="323472" y="289452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3672" y="1566709"/>
              <a:ext cx="93458" cy="93458"/>
            </a:xfrm>
            <a:prstGeom prst="rect">
              <a:avLst/>
            </a:prstGeom>
          </p:spPr>
        </p:pic>
      </p:grpSp>
      <p:grpSp>
        <p:nvGrpSpPr>
          <p:cNvPr id="218" name="object 218"/>
          <p:cNvGrpSpPr/>
          <p:nvPr/>
        </p:nvGrpSpPr>
        <p:grpSpPr>
          <a:xfrm>
            <a:off x="6303104" y="971805"/>
            <a:ext cx="1317625" cy="684530"/>
            <a:chOff x="6303104" y="971805"/>
            <a:chExt cx="1317625" cy="684530"/>
          </a:xfrm>
        </p:grpSpPr>
        <p:sp>
          <p:nvSpPr>
            <p:cNvPr id="219" name="object 219"/>
            <p:cNvSpPr/>
            <p:nvPr/>
          </p:nvSpPr>
          <p:spPr>
            <a:xfrm>
              <a:off x="6661429" y="971816"/>
              <a:ext cx="601345" cy="684530"/>
            </a:xfrm>
            <a:custGeom>
              <a:avLst/>
              <a:gdLst/>
              <a:ahLst/>
              <a:cxnLst/>
              <a:rect l="l" t="t" r="r" b="b"/>
              <a:pathLst>
                <a:path w="601345" h="684530">
                  <a:moveTo>
                    <a:pt x="600798" y="0"/>
                  </a:moveTo>
                  <a:lnTo>
                    <a:pt x="553021" y="3835"/>
                  </a:lnTo>
                  <a:lnTo>
                    <a:pt x="509143" y="14833"/>
                  </a:lnTo>
                  <a:lnTo>
                    <a:pt x="468820" y="32156"/>
                  </a:lnTo>
                  <a:lnTo>
                    <a:pt x="431736" y="55029"/>
                  </a:lnTo>
                  <a:lnTo>
                    <a:pt x="397548" y="82613"/>
                  </a:lnTo>
                  <a:lnTo>
                    <a:pt x="365925" y="114109"/>
                  </a:lnTo>
                  <a:lnTo>
                    <a:pt x="336524" y="148717"/>
                  </a:lnTo>
                  <a:lnTo>
                    <a:pt x="309041" y="185623"/>
                  </a:lnTo>
                  <a:lnTo>
                    <a:pt x="283108" y="224015"/>
                  </a:lnTo>
                  <a:lnTo>
                    <a:pt x="258419" y="263093"/>
                  </a:lnTo>
                  <a:lnTo>
                    <a:pt x="234645" y="302044"/>
                  </a:lnTo>
                  <a:lnTo>
                    <a:pt x="199986" y="358063"/>
                  </a:lnTo>
                  <a:lnTo>
                    <a:pt x="167182" y="407530"/>
                  </a:lnTo>
                  <a:lnTo>
                    <a:pt x="135331" y="449681"/>
                  </a:lnTo>
                  <a:lnTo>
                    <a:pt x="103568" y="483755"/>
                  </a:lnTo>
                  <a:lnTo>
                    <a:pt x="71018" y="509028"/>
                  </a:lnTo>
                  <a:lnTo>
                    <a:pt x="0" y="530148"/>
                  </a:lnTo>
                  <a:lnTo>
                    <a:pt x="29959" y="536206"/>
                  </a:lnTo>
                  <a:lnTo>
                    <a:pt x="54432" y="552716"/>
                  </a:lnTo>
                  <a:lnTo>
                    <a:pt x="70954" y="577202"/>
                  </a:lnTo>
                  <a:lnTo>
                    <a:pt x="77000" y="607161"/>
                  </a:lnTo>
                  <a:lnTo>
                    <a:pt x="70954" y="637108"/>
                  </a:lnTo>
                  <a:lnTo>
                    <a:pt x="54432" y="661593"/>
                  </a:lnTo>
                  <a:lnTo>
                    <a:pt x="29959" y="678103"/>
                  </a:lnTo>
                  <a:lnTo>
                    <a:pt x="0" y="684161"/>
                  </a:lnTo>
                  <a:lnTo>
                    <a:pt x="47790" y="680313"/>
                  </a:lnTo>
                  <a:lnTo>
                    <a:pt x="91694" y="669328"/>
                  </a:lnTo>
                  <a:lnTo>
                    <a:pt x="132016" y="651992"/>
                  </a:lnTo>
                  <a:lnTo>
                    <a:pt x="169113" y="629132"/>
                  </a:lnTo>
                  <a:lnTo>
                    <a:pt x="203314" y="601548"/>
                  </a:lnTo>
                  <a:lnTo>
                    <a:pt x="234950" y="570039"/>
                  </a:lnTo>
                  <a:lnTo>
                    <a:pt x="264337" y="535432"/>
                  </a:lnTo>
                  <a:lnTo>
                    <a:pt x="291833" y="498525"/>
                  </a:lnTo>
                  <a:lnTo>
                    <a:pt x="317766" y="460133"/>
                  </a:lnTo>
                  <a:lnTo>
                    <a:pt x="342442" y="421055"/>
                  </a:lnTo>
                  <a:lnTo>
                    <a:pt x="366229" y="382117"/>
                  </a:lnTo>
                  <a:lnTo>
                    <a:pt x="400862" y="326059"/>
                  </a:lnTo>
                  <a:lnTo>
                    <a:pt x="433654" y="276580"/>
                  </a:lnTo>
                  <a:lnTo>
                    <a:pt x="465505" y="234416"/>
                  </a:lnTo>
                  <a:lnTo>
                    <a:pt x="497255" y="200317"/>
                  </a:lnTo>
                  <a:lnTo>
                    <a:pt x="529818" y="175044"/>
                  </a:lnTo>
                  <a:lnTo>
                    <a:pt x="600798" y="153924"/>
                  </a:lnTo>
                  <a:lnTo>
                    <a:pt x="571030" y="146926"/>
                  </a:lnTo>
                  <a:lnTo>
                    <a:pt x="547077" y="129679"/>
                  </a:lnTo>
                  <a:lnTo>
                    <a:pt x="531342" y="104711"/>
                  </a:lnTo>
                  <a:lnTo>
                    <a:pt x="526211" y="74574"/>
                  </a:lnTo>
                  <a:lnTo>
                    <a:pt x="532650" y="45961"/>
                  </a:lnTo>
                  <a:lnTo>
                    <a:pt x="548690" y="22529"/>
                  </a:lnTo>
                  <a:lnTo>
                    <a:pt x="572135" y="6477"/>
                  </a:lnTo>
                  <a:lnTo>
                    <a:pt x="600798" y="0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303104" y="1313928"/>
              <a:ext cx="435609" cy="342265"/>
            </a:xfrm>
            <a:custGeom>
              <a:avLst/>
              <a:gdLst/>
              <a:ahLst/>
              <a:cxnLst/>
              <a:rect l="l" t="t" r="r" b="b"/>
              <a:pathLst>
                <a:path w="435609" h="342264">
                  <a:moveTo>
                    <a:pt x="358252" y="341961"/>
                  </a:moveTo>
                  <a:lnTo>
                    <a:pt x="309721" y="338833"/>
                  </a:lnTo>
                  <a:lnTo>
                    <a:pt x="263149" y="329722"/>
                  </a:lnTo>
                  <a:lnTo>
                    <a:pt x="218967" y="315040"/>
                  </a:lnTo>
                  <a:lnTo>
                    <a:pt x="177607" y="295197"/>
                  </a:lnTo>
                  <a:lnTo>
                    <a:pt x="139499" y="270605"/>
                  </a:lnTo>
                  <a:lnTo>
                    <a:pt x="105075" y="241674"/>
                  </a:lnTo>
                  <a:lnTo>
                    <a:pt x="74764" y="208816"/>
                  </a:lnTo>
                  <a:lnTo>
                    <a:pt x="48998" y="172442"/>
                  </a:lnTo>
                  <a:lnTo>
                    <a:pt x="28207" y="132962"/>
                  </a:lnTo>
                  <a:lnTo>
                    <a:pt x="12824" y="90787"/>
                  </a:lnTo>
                  <a:lnTo>
                    <a:pt x="3277" y="46330"/>
                  </a:lnTo>
                  <a:lnTo>
                    <a:pt x="0" y="0"/>
                  </a:lnTo>
                  <a:lnTo>
                    <a:pt x="6052" y="29899"/>
                  </a:lnTo>
                  <a:lnTo>
                    <a:pt x="22536" y="54326"/>
                  </a:lnTo>
                  <a:lnTo>
                    <a:pt x="46942" y="70801"/>
                  </a:lnTo>
                  <a:lnTo>
                    <a:pt x="76761" y="76844"/>
                  </a:lnTo>
                  <a:lnTo>
                    <a:pt x="172366" y="76844"/>
                  </a:lnTo>
                  <a:lnTo>
                    <a:pt x="174489" y="82320"/>
                  </a:lnTo>
                  <a:lnTo>
                    <a:pt x="198459" y="117141"/>
                  </a:lnTo>
                  <a:lnTo>
                    <a:pt x="229899" y="146243"/>
                  </a:lnTo>
                  <a:lnTo>
                    <a:pt x="267584" y="168506"/>
                  </a:lnTo>
                  <a:lnTo>
                    <a:pt x="310291" y="182809"/>
                  </a:lnTo>
                  <a:lnTo>
                    <a:pt x="356799" y="188033"/>
                  </a:lnTo>
                  <a:lnTo>
                    <a:pt x="358252" y="188033"/>
                  </a:lnTo>
                  <a:lnTo>
                    <a:pt x="388197" y="194065"/>
                  </a:lnTo>
                  <a:lnTo>
                    <a:pt x="412648" y="210529"/>
                  </a:lnTo>
                  <a:lnTo>
                    <a:pt x="429131" y="234975"/>
                  </a:lnTo>
                  <a:lnTo>
                    <a:pt x="435175" y="264955"/>
                  </a:lnTo>
                  <a:lnTo>
                    <a:pt x="429131" y="294915"/>
                  </a:lnTo>
                  <a:lnTo>
                    <a:pt x="412648" y="319394"/>
                  </a:lnTo>
                  <a:lnTo>
                    <a:pt x="388197" y="335905"/>
                  </a:lnTo>
                  <a:lnTo>
                    <a:pt x="358252" y="341961"/>
                  </a:lnTo>
                  <a:close/>
                </a:path>
                <a:path w="435609" h="342264">
                  <a:moveTo>
                    <a:pt x="172366" y="76844"/>
                  </a:moveTo>
                  <a:lnTo>
                    <a:pt x="76761" y="76844"/>
                  </a:lnTo>
                  <a:lnTo>
                    <a:pt x="106766" y="70801"/>
                  </a:lnTo>
                  <a:lnTo>
                    <a:pt x="131268" y="54326"/>
                  </a:lnTo>
                  <a:lnTo>
                    <a:pt x="147787" y="29899"/>
                  </a:lnTo>
                  <a:lnTo>
                    <a:pt x="153845" y="0"/>
                  </a:lnTo>
                  <a:lnTo>
                    <a:pt x="159210" y="42899"/>
                  </a:lnTo>
                  <a:lnTo>
                    <a:pt x="172366" y="76844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6303104" y="971805"/>
              <a:ext cx="358775" cy="419100"/>
            </a:xfrm>
            <a:custGeom>
              <a:avLst/>
              <a:gdLst/>
              <a:ahLst/>
              <a:cxnLst/>
              <a:rect l="l" t="t" r="r" b="b"/>
              <a:pathLst>
                <a:path w="358775" h="419100">
                  <a:moveTo>
                    <a:pt x="77005" y="418884"/>
                  </a:moveTo>
                  <a:lnTo>
                    <a:pt x="47029" y="412840"/>
                  </a:lnTo>
                  <a:lnTo>
                    <a:pt x="22547" y="396358"/>
                  </a:lnTo>
                  <a:lnTo>
                    <a:pt x="6049" y="371908"/>
                  </a:lnTo>
                  <a:lnTo>
                    <a:pt x="0" y="341961"/>
                  </a:lnTo>
                  <a:lnTo>
                    <a:pt x="3277" y="295613"/>
                  </a:lnTo>
                  <a:lnTo>
                    <a:pt x="12824" y="251144"/>
                  </a:lnTo>
                  <a:lnTo>
                    <a:pt x="28208" y="208964"/>
                  </a:lnTo>
                  <a:lnTo>
                    <a:pt x="49000" y="169482"/>
                  </a:lnTo>
                  <a:lnTo>
                    <a:pt x="74769" y="133109"/>
                  </a:lnTo>
                  <a:lnTo>
                    <a:pt x="105084" y="100255"/>
                  </a:lnTo>
                  <a:lnTo>
                    <a:pt x="139515" y="71330"/>
                  </a:lnTo>
                  <a:lnTo>
                    <a:pt x="177630" y="46745"/>
                  </a:lnTo>
                  <a:lnTo>
                    <a:pt x="219000" y="26909"/>
                  </a:lnTo>
                  <a:lnTo>
                    <a:pt x="263194" y="12233"/>
                  </a:lnTo>
                  <a:lnTo>
                    <a:pt x="309781" y="3126"/>
                  </a:lnTo>
                  <a:lnTo>
                    <a:pt x="358330" y="0"/>
                  </a:lnTo>
                  <a:lnTo>
                    <a:pt x="328338" y="6056"/>
                  </a:lnTo>
                  <a:lnTo>
                    <a:pt x="303863" y="22567"/>
                  </a:lnTo>
                  <a:lnTo>
                    <a:pt x="287371" y="47045"/>
                  </a:lnTo>
                  <a:lnTo>
                    <a:pt x="281325" y="77005"/>
                  </a:lnTo>
                  <a:lnTo>
                    <a:pt x="287350" y="106868"/>
                  </a:lnTo>
                  <a:lnTo>
                    <a:pt x="303790" y="131288"/>
                  </a:lnTo>
                  <a:lnTo>
                    <a:pt x="328194" y="147777"/>
                  </a:lnTo>
                  <a:lnTo>
                    <a:pt x="358109" y="153845"/>
                  </a:lnTo>
                  <a:lnTo>
                    <a:pt x="311342" y="158858"/>
                  </a:lnTo>
                  <a:lnTo>
                    <a:pt x="268393" y="173044"/>
                  </a:lnTo>
                  <a:lnTo>
                    <a:pt x="230495" y="195270"/>
                  </a:lnTo>
                  <a:lnTo>
                    <a:pt x="198877" y="224402"/>
                  </a:lnTo>
                  <a:lnTo>
                    <a:pt x="174769" y="259303"/>
                  </a:lnTo>
                  <a:lnTo>
                    <a:pt x="159402" y="298840"/>
                  </a:lnTo>
                  <a:lnTo>
                    <a:pt x="154006" y="341961"/>
                  </a:lnTo>
                  <a:lnTo>
                    <a:pt x="147929" y="371908"/>
                  </a:lnTo>
                  <a:lnTo>
                    <a:pt x="131441" y="396358"/>
                  </a:lnTo>
                  <a:lnTo>
                    <a:pt x="106986" y="412840"/>
                  </a:lnTo>
                  <a:lnTo>
                    <a:pt x="77005" y="418884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6961792" y="13137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</a:path>
              </a:pathLst>
            </a:custGeom>
            <a:solidFill>
              <a:srgbClr val="DB63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6584351" y="971805"/>
              <a:ext cx="440690" cy="377825"/>
            </a:xfrm>
            <a:custGeom>
              <a:avLst/>
              <a:gdLst/>
              <a:ahLst/>
              <a:cxnLst/>
              <a:rect l="l" t="t" r="r" b="b"/>
              <a:pathLst>
                <a:path w="440690" h="377825">
                  <a:moveTo>
                    <a:pt x="309064" y="377279"/>
                  </a:moveTo>
                  <a:lnTo>
                    <a:pt x="307935" y="375748"/>
                  </a:lnTo>
                  <a:lnTo>
                    <a:pt x="306966" y="374212"/>
                  </a:lnTo>
                  <a:lnTo>
                    <a:pt x="305919" y="372602"/>
                  </a:lnTo>
                  <a:lnTo>
                    <a:pt x="273444" y="320201"/>
                  </a:lnTo>
                  <a:lnTo>
                    <a:pt x="242143" y="273304"/>
                  </a:lnTo>
                  <a:lnTo>
                    <a:pt x="211268" y="232843"/>
                  </a:lnTo>
                  <a:lnTo>
                    <a:pt x="180067" y="199750"/>
                  </a:lnTo>
                  <a:lnTo>
                    <a:pt x="147789" y="174959"/>
                  </a:lnTo>
                  <a:lnTo>
                    <a:pt x="77005" y="154006"/>
                  </a:lnTo>
                  <a:lnTo>
                    <a:pt x="47010" y="147962"/>
                  </a:lnTo>
                  <a:lnTo>
                    <a:pt x="22535" y="131471"/>
                  </a:lnTo>
                  <a:lnTo>
                    <a:pt x="6044" y="106997"/>
                  </a:lnTo>
                  <a:lnTo>
                    <a:pt x="0" y="77005"/>
                  </a:lnTo>
                  <a:lnTo>
                    <a:pt x="6044" y="47045"/>
                  </a:lnTo>
                  <a:lnTo>
                    <a:pt x="22535" y="22567"/>
                  </a:lnTo>
                  <a:lnTo>
                    <a:pt x="47010" y="6056"/>
                  </a:lnTo>
                  <a:lnTo>
                    <a:pt x="77005" y="0"/>
                  </a:lnTo>
                  <a:lnTo>
                    <a:pt x="129337" y="4675"/>
                  </a:lnTo>
                  <a:lnTo>
                    <a:pt x="177011" y="17923"/>
                  </a:lnTo>
                  <a:lnTo>
                    <a:pt x="220419" y="38577"/>
                  </a:lnTo>
                  <a:lnTo>
                    <a:pt x="259950" y="65473"/>
                  </a:lnTo>
                  <a:lnTo>
                    <a:pt x="295992" y="97444"/>
                  </a:lnTo>
                  <a:lnTo>
                    <a:pt x="328936" y="133323"/>
                  </a:lnTo>
                  <a:lnTo>
                    <a:pt x="359170" y="171946"/>
                  </a:lnTo>
                  <a:lnTo>
                    <a:pt x="387085" y="212146"/>
                  </a:lnTo>
                  <a:lnTo>
                    <a:pt x="413070" y="252756"/>
                  </a:lnTo>
                  <a:lnTo>
                    <a:pt x="437513" y="292612"/>
                  </a:lnTo>
                  <a:lnTo>
                    <a:pt x="438478" y="294226"/>
                  </a:lnTo>
                  <a:lnTo>
                    <a:pt x="439446" y="295841"/>
                  </a:lnTo>
                  <a:lnTo>
                    <a:pt x="440253" y="297450"/>
                  </a:lnTo>
                  <a:lnTo>
                    <a:pt x="427569" y="283567"/>
                  </a:lnTo>
                  <a:lnTo>
                    <a:pt x="412349" y="273419"/>
                  </a:lnTo>
                  <a:lnTo>
                    <a:pt x="395369" y="267192"/>
                  </a:lnTo>
                  <a:lnTo>
                    <a:pt x="377408" y="265075"/>
                  </a:lnTo>
                  <a:lnTo>
                    <a:pt x="367193" y="265757"/>
                  </a:lnTo>
                  <a:lnTo>
                    <a:pt x="315833" y="295945"/>
                  </a:lnTo>
                  <a:lnTo>
                    <a:pt x="300868" y="349462"/>
                  </a:lnTo>
                  <a:lnTo>
                    <a:pt x="309064" y="377279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6885219" y="1236844"/>
              <a:ext cx="377190" cy="419100"/>
            </a:xfrm>
            <a:custGeom>
              <a:avLst/>
              <a:gdLst/>
              <a:ahLst/>
              <a:cxnLst/>
              <a:rect l="l" t="t" r="r" b="b"/>
              <a:pathLst>
                <a:path w="377190" h="419100">
                  <a:moveTo>
                    <a:pt x="377089" y="419045"/>
                  </a:moveTo>
                  <a:lnTo>
                    <a:pt x="329296" y="415201"/>
                  </a:lnTo>
                  <a:lnTo>
                    <a:pt x="285401" y="404209"/>
                  </a:lnTo>
                  <a:lnTo>
                    <a:pt x="245071" y="386876"/>
                  </a:lnTo>
                  <a:lnTo>
                    <a:pt x="207973" y="364011"/>
                  </a:lnTo>
                  <a:lnTo>
                    <a:pt x="173774" y="336421"/>
                  </a:lnTo>
                  <a:lnTo>
                    <a:pt x="142143" y="304914"/>
                  </a:lnTo>
                  <a:lnTo>
                    <a:pt x="112747" y="270300"/>
                  </a:lnTo>
                  <a:lnTo>
                    <a:pt x="85253" y="233385"/>
                  </a:lnTo>
                  <a:lnTo>
                    <a:pt x="59328" y="194977"/>
                  </a:lnTo>
                  <a:lnTo>
                    <a:pt x="34641" y="155885"/>
                  </a:lnTo>
                  <a:lnTo>
                    <a:pt x="10857" y="116917"/>
                  </a:lnTo>
                  <a:lnTo>
                    <a:pt x="0" y="84435"/>
                  </a:lnTo>
                  <a:lnTo>
                    <a:pt x="2500" y="56341"/>
                  </a:lnTo>
                  <a:lnTo>
                    <a:pt x="36660" y="11208"/>
                  </a:lnTo>
                  <a:lnTo>
                    <a:pt x="76530" y="0"/>
                  </a:lnTo>
                  <a:lnTo>
                    <a:pt x="94494" y="2122"/>
                  </a:lnTo>
                  <a:lnTo>
                    <a:pt x="139385" y="32412"/>
                  </a:lnTo>
                  <a:lnTo>
                    <a:pt x="142369" y="37010"/>
                  </a:lnTo>
                  <a:lnTo>
                    <a:pt x="177022" y="93034"/>
                  </a:lnTo>
                  <a:lnTo>
                    <a:pt x="209831" y="142494"/>
                  </a:lnTo>
                  <a:lnTo>
                    <a:pt x="241675" y="184641"/>
                  </a:lnTo>
                  <a:lnTo>
                    <a:pt x="273435" y="218726"/>
                  </a:lnTo>
                  <a:lnTo>
                    <a:pt x="305991" y="243999"/>
                  </a:lnTo>
                  <a:lnTo>
                    <a:pt x="377011" y="265117"/>
                  </a:lnTo>
                  <a:lnTo>
                    <a:pt x="347097" y="271149"/>
                  </a:lnTo>
                  <a:lnTo>
                    <a:pt x="322642" y="287613"/>
                  </a:lnTo>
                  <a:lnTo>
                    <a:pt x="306139" y="312060"/>
                  </a:lnTo>
                  <a:lnTo>
                    <a:pt x="300084" y="342039"/>
                  </a:lnTo>
                  <a:lnTo>
                    <a:pt x="306141" y="371999"/>
                  </a:lnTo>
                  <a:lnTo>
                    <a:pt x="322651" y="396478"/>
                  </a:lnTo>
                  <a:lnTo>
                    <a:pt x="347130" y="412989"/>
                  </a:lnTo>
                  <a:lnTo>
                    <a:pt x="377089" y="419045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185226" y="1313767"/>
              <a:ext cx="435609" cy="342265"/>
            </a:xfrm>
            <a:custGeom>
              <a:avLst/>
              <a:gdLst/>
              <a:ahLst/>
              <a:cxnLst/>
              <a:rect l="l" t="t" r="r" b="b"/>
              <a:pathLst>
                <a:path w="435609" h="342264">
                  <a:moveTo>
                    <a:pt x="77005" y="342122"/>
                  </a:moveTo>
                  <a:lnTo>
                    <a:pt x="47045" y="336066"/>
                  </a:lnTo>
                  <a:lnTo>
                    <a:pt x="22567" y="319555"/>
                  </a:lnTo>
                  <a:lnTo>
                    <a:pt x="6056" y="295077"/>
                  </a:lnTo>
                  <a:lnTo>
                    <a:pt x="0" y="265117"/>
                  </a:lnTo>
                  <a:lnTo>
                    <a:pt x="6044" y="235125"/>
                  </a:lnTo>
                  <a:lnTo>
                    <a:pt x="22535" y="210651"/>
                  </a:lnTo>
                  <a:lnTo>
                    <a:pt x="47010" y="194160"/>
                  </a:lnTo>
                  <a:lnTo>
                    <a:pt x="77005" y="188116"/>
                  </a:lnTo>
                  <a:lnTo>
                    <a:pt x="77485" y="188116"/>
                  </a:lnTo>
                  <a:lnTo>
                    <a:pt x="124194" y="183027"/>
                  </a:lnTo>
                  <a:lnTo>
                    <a:pt x="167088" y="168791"/>
                  </a:lnTo>
                  <a:lnTo>
                    <a:pt x="204938" y="146539"/>
                  </a:lnTo>
                  <a:lnTo>
                    <a:pt x="236515" y="117403"/>
                  </a:lnTo>
                  <a:lnTo>
                    <a:pt x="260591" y="82514"/>
                  </a:lnTo>
                  <a:lnTo>
                    <a:pt x="275937" y="43002"/>
                  </a:lnTo>
                  <a:lnTo>
                    <a:pt x="281265" y="479"/>
                  </a:lnTo>
                  <a:lnTo>
                    <a:pt x="281325" y="0"/>
                  </a:lnTo>
                  <a:lnTo>
                    <a:pt x="287371" y="29992"/>
                  </a:lnTo>
                  <a:lnTo>
                    <a:pt x="303863" y="54467"/>
                  </a:lnTo>
                  <a:lnTo>
                    <a:pt x="328338" y="70960"/>
                  </a:lnTo>
                  <a:lnTo>
                    <a:pt x="358330" y="77005"/>
                  </a:lnTo>
                  <a:lnTo>
                    <a:pt x="425410" y="77005"/>
                  </a:lnTo>
                  <a:lnTo>
                    <a:pt x="422347" y="91208"/>
                  </a:lnTo>
                  <a:lnTo>
                    <a:pt x="406943" y="133349"/>
                  </a:lnTo>
                  <a:lnTo>
                    <a:pt x="386143" y="172794"/>
                  </a:lnTo>
                  <a:lnTo>
                    <a:pt x="360377" y="209133"/>
                  </a:lnTo>
                  <a:lnTo>
                    <a:pt x="330074" y="241957"/>
                  </a:lnTo>
                  <a:lnTo>
                    <a:pt x="295662" y="270855"/>
                  </a:lnTo>
                  <a:lnTo>
                    <a:pt x="257572" y="295419"/>
                  </a:lnTo>
                  <a:lnTo>
                    <a:pt x="216232" y="315237"/>
                  </a:lnTo>
                  <a:lnTo>
                    <a:pt x="172072" y="329900"/>
                  </a:lnTo>
                  <a:lnTo>
                    <a:pt x="125519" y="338999"/>
                  </a:lnTo>
                  <a:lnTo>
                    <a:pt x="77005" y="342122"/>
                  </a:lnTo>
                  <a:close/>
                </a:path>
                <a:path w="435609" h="342264">
                  <a:moveTo>
                    <a:pt x="425410" y="77005"/>
                  </a:moveTo>
                  <a:lnTo>
                    <a:pt x="358330" y="77005"/>
                  </a:lnTo>
                  <a:lnTo>
                    <a:pt x="388391" y="70960"/>
                  </a:lnTo>
                  <a:lnTo>
                    <a:pt x="388259" y="70960"/>
                  </a:lnTo>
                  <a:lnTo>
                    <a:pt x="412627" y="54609"/>
                  </a:lnTo>
                  <a:lnTo>
                    <a:pt x="429135" y="30286"/>
                  </a:lnTo>
                  <a:lnTo>
                    <a:pt x="435253" y="479"/>
                  </a:lnTo>
                  <a:lnTo>
                    <a:pt x="431927" y="46782"/>
                  </a:lnTo>
                  <a:lnTo>
                    <a:pt x="425410" y="77005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7187642" y="971805"/>
              <a:ext cx="433070" cy="419100"/>
            </a:xfrm>
            <a:custGeom>
              <a:avLst/>
              <a:gdLst/>
              <a:ahLst/>
              <a:cxnLst/>
              <a:rect l="l" t="t" r="r" b="b"/>
              <a:pathLst>
                <a:path w="433070" h="419100">
                  <a:moveTo>
                    <a:pt x="355914" y="418967"/>
                  </a:moveTo>
                  <a:lnTo>
                    <a:pt x="301447" y="396429"/>
                  </a:lnTo>
                  <a:lnTo>
                    <a:pt x="278909" y="341961"/>
                  </a:lnTo>
                  <a:lnTo>
                    <a:pt x="273512" y="298926"/>
                  </a:lnTo>
                  <a:lnTo>
                    <a:pt x="258142" y="259386"/>
                  </a:lnTo>
                  <a:lnTo>
                    <a:pt x="234034" y="224480"/>
                  </a:lnTo>
                  <a:lnTo>
                    <a:pt x="202423" y="195344"/>
                  </a:lnTo>
                  <a:lnTo>
                    <a:pt x="164542" y="173116"/>
                  </a:lnTo>
                  <a:lnTo>
                    <a:pt x="121625" y="158931"/>
                  </a:lnTo>
                  <a:lnTo>
                    <a:pt x="74906" y="153928"/>
                  </a:lnTo>
                  <a:lnTo>
                    <a:pt x="74588" y="153928"/>
                  </a:lnTo>
                  <a:lnTo>
                    <a:pt x="44825" y="146972"/>
                  </a:lnTo>
                  <a:lnTo>
                    <a:pt x="20876" y="129736"/>
                  </a:lnTo>
                  <a:lnTo>
                    <a:pt x="5135" y="104760"/>
                  </a:lnTo>
                  <a:lnTo>
                    <a:pt x="0" y="74584"/>
                  </a:lnTo>
                  <a:lnTo>
                    <a:pt x="6484" y="45968"/>
                  </a:lnTo>
                  <a:lnTo>
                    <a:pt x="22538" y="22537"/>
                  </a:lnTo>
                  <a:lnTo>
                    <a:pt x="45970" y="6484"/>
                  </a:lnTo>
                  <a:lnTo>
                    <a:pt x="74588" y="0"/>
                  </a:lnTo>
                  <a:lnTo>
                    <a:pt x="123138" y="3126"/>
                  </a:lnTo>
                  <a:lnTo>
                    <a:pt x="169725" y="12233"/>
                  </a:lnTo>
                  <a:lnTo>
                    <a:pt x="213919" y="26909"/>
                  </a:lnTo>
                  <a:lnTo>
                    <a:pt x="255289" y="46745"/>
                  </a:lnTo>
                  <a:lnTo>
                    <a:pt x="293404" y="71330"/>
                  </a:lnTo>
                  <a:lnTo>
                    <a:pt x="327835" y="100255"/>
                  </a:lnTo>
                  <a:lnTo>
                    <a:pt x="358150" y="133109"/>
                  </a:lnTo>
                  <a:lnTo>
                    <a:pt x="383919" y="169482"/>
                  </a:lnTo>
                  <a:lnTo>
                    <a:pt x="404711" y="208964"/>
                  </a:lnTo>
                  <a:lnTo>
                    <a:pt x="420095" y="251144"/>
                  </a:lnTo>
                  <a:lnTo>
                    <a:pt x="429642" y="295613"/>
                  </a:lnTo>
                  <a:lnTo>
                    <a:pt x="432920" y="341961"/>
                  </a:lnTo>
                  <a:lnTo>
                    <a:pt x="426863" y="371954"/>
                  </a:lnTo>
                  <a:lnTo>
                    <a:pt x="410352" y="396429"/>
                  </a:lnTo>
                  <a:lnTo>
                    <a:pt x="385874" y="412921"/>
                  </a:lnTo>
                  <a:lnTo>
                    <a:pt x="355914" y="418967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7624547" y="971342"/>
            <a:ext cx="798195" cy="678180"/>
            <a:chOff x="7624547" y="971342"/>
            <a:chExt cx="798195" cy="678180"/>
          </a:xfrm>
        </p:grpSpPr>
        <p:sp>
          <p:nvSpPr>
            <p:cNvPr id="54" name="object 54"/>
            <p:cNvSpPr/>
            <p:nvPr/>
          </p:nvSpPr>
          <p:spPr>
            <a:xfrm>
              <a:off x="7624547" y="1276070"/>
              <a:ext cx="798195" cy="373380"/>
            </a:xfrm>
            <a:custGeom>
              <a:avLst/>
              <a:gdLst/>
              <a:ahLst/>
              <a:cxnLst/>
              <a:rect l="l" t="t" r="r" b="b"/>
              <a:pathLst>
                <a:path w="798195" h="373380">
                  <a:moveTo>
                    <a:pt x="749757" y="181533"/>
                  </a:moveTo>
                  <a:lnTo>
                    <a:pt x="374662" y="0"/>
                  </a:lnTo>
                  <a:lnTo>
                    <a:pt x="0" y="181533"/>
                  </a:lnTo>
                  <a:lnTo>
                    <a:pt x="374662" y="373037"/>
                  </a:lnTo>
                  <a:lnTo>
                    <a:pt x="749757" y="181533"/>
                  </a:lnTo>
                  <a:close/>
                </a:path>
                <a:path w="798195" h="373380">
                  <a:moveTo>
                    <a:pt x="798042" y="172643"/>
                  </a:moveTo>
                  <a:lnTo>
                    <a:pt x="792899" y="162902"/>
                  </a:lnTo>
                  <a:lnTo>
                    <a:pt x="789279" y="159258"/>
                  </a:lnTo>
                  <a:lnTo>
                    <a:pt x="784733" y="157632"/>
                  </a:lnTo>
                  <a:lnTo>
                    <a:pt x="780288" y="157632"/>
                  </a:lnTo>
                  <a:lnTo>
                    <a:pt x="773493" y="158915"/>
                  </a:lnTo>
                  <a:lnTo>
                    <a:pt x="767651" y="162572"/>
                  </a:lnTo>
                  <a:lnTo>
                    <a:pt x="763612" y="168275"/>
                  </a:lnTo>
                  <a:lnTo>
                    <a:pt x="762203" y="175717"/>
                  </a:lnTo>
                  <a:lnTo>
                    <a:pt x="763422" y="182943"/>
                  </a:lnTo>
                  <a:lnTo>
                    <a:pt x="767232" y="188722"/>
                  </a:lnTo>
                  <a:lnTo>
                    <a:pt x="772985" y="192570"/>
                  </a:lnTo>
                  <a:lnTo>
                    <a:pt x="780034" y="193954"/>
                  </a:lnTo>
                  <a:lnTo>
                    <a:pt x="790486" y="190741"/>
                  </a:lnTo>
                  <a:lnTo>
                    <a:pt x="796874" y="182778"/>
                  </a:lnTo>
                  <a:lnTo>
                    <a:pt x="798042" y="172643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624547" y="1174495"/>
              <a:ext cx="798195" cy="373380"/>
            </a:xfrm>
            <a:custGeom>
              <a:avLst/>
              <a:gdLst/>
              <a:ahLst/>
              <a:cxnLst/>
              <a:rect l="l" t="t" r="r" b="b"/>
              <a:pathLst>
                <a:path w="798195" h="373380">
                  <a:moveTo>
                    <a:pt x="749757" y="181533"/>
                  </a:moveTo>
                  <a:lnTo>
                    <a:pt x="374662" y="0"/>
                  </a:lnTo>
                  <a:lnTo>
                    <a:pt x="0" y="181533"/>
                  </a:lnTo>
                  <a:lnTo>
                    <a:pt x="374662" y="373037"/>
                  </a:lnTo>
                  <a:lnTo>
                    <a:pt x="749757" y="181533"/>
                  </a:lnTo>
                  <a:close/>
                </a:path>
                <a:path w="798195" h="373380">
                  <a:moveTo>
                    <a:pt x="798042" y="172643"/>
                  </a:moveTo>
                  <a:lnTo>
                    <a:pt x="792899" y="162902"/>
                  </a:lnTo>
                  <a:lnTo>
                    <a:pt x="789279" y="159258"/>
                  </a:lnTo>
                  <a:lnTo>
                    <a:pt x="784733" y="157632"/>
                  </a:lnTo>
                  <a:lnTo>
                    <a:pt x="780288" y="157632"/>
                  </a:lnTo>
                  <a:lnTo>
                    <a:pt x="773493" y="158915"/>
                  </a:lnTo>
                  <a:lnTo>
                    <a:pt x="767651" y="162572"/>
                  </a:lnTo>
                  <a:lnTo>
                    <a:pt x="763612" y="168275"/>
                  </a:lnTo>
                  <a:lnTo>
                    <a:pt x="762203" y="175717"/>
                  </a:lnTo>
                  <a:lnTo>
                    <a:pt x="763422" y="182943"/>
                  </a:lnTo>
                  <a:lnTo>
                    <a:pt x="767232" y="188734"/>
                  </a:lnTo>
                  <a:lnTo>
                    <a:pt x="772985" y="192570"/>
                  </a:lnTo>
                  <a:lnTo>
                    <a:pt x="780034" y="193954"/>
                  </a:lnTo>
                  <a:lnTo>
                    <a:pt x="790486" y="190741"/>
                  </a:lnTo>
                  <a:lnTo>
                    <a:pt x="796874" y="182778"/>
                  </a:lnTo>
                  <a:lnTo>
                    <a:pt x="798042" y="172643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624547" y="1072921"/>
              <a:ext cx="798195" cy="373380"/>
            </a:xfrm>
            <a:custGeom>
              <a:avLst/>
              <a:gdLst/>
              <a:ahLst/>
              <a:cxnLst/>
              <a:rect l="l" t="t" r="r" b="b"/>
              <a:pathLst>
                <a:path w="798195" h="373380">
                  <a:moveTo>
                    <a:pt x="749757" y="181533"/>
                  </a:moveTo>
                  <a:lnTo>
                    <a:pt x="374662" y="0"/>
                  </a:lnTo>
                  <a:lnTo>
                    <a:pt x="0" y="181533"/>
                  </a:lnTo>
                  <a:lnTo>
                    <a:pt x="374662" y="373037"/>
                  </a:lnTo>
                  <a:lnTo>
                    <a:pt x="749757" y="181533"/>
                  </a:lnTo>
                  <a:close/>
                </a:path>
                <a:path w="798195" h="373380">
                  <a:moveTo>
                    <a:pt x="798042" y="172643"/>
                  </a:moveTo>
                  <a:lnTo>
                    <a:pt x="792899" y="162902"/>
                  </a:lnTo>
                  <a:lnTo>
                    <a:pt x="789279" y="159258"/>
                  </a:lnTo>
                  <a:lnTo>
                    <a:pt x="784733" y="157632"/>
                  </a:lnTo>
                  <a:lnTo>
                    <a:pt x="780288" y="157632"/>
                  </a:lnTo>
                  <a:lnTo>
                    <a:pt x="773493" y="158927"/>
                  </a:lnTo>
                  <a:lnTo>
                    <a:pt x="767651" y="162572"/>
                  </a:lnTo>
                  <a:lnTo>
                    <a:pt x="763612" y="168287"/>
                  </a:lnTo>
                  <a:lnTo>
                    <a:pt x="762203" y="175729"/>
                  </a:lnTo>
                  <a:lnTo>
                    <a:pt x="763422" y="182943"/>
                  </a:lnTo>
                  <a:lnTo>
                    <a:pt x="767232" y="188734"/>
                  </a:lnTo>
                  <a:lnTo>
                    <a:pt x="772985" y="192570"/>
                  </a:lnTo>
                  <a:lnTo>
                    <a:pt x="780034" y="193967"/>
                  </a:lnTo>
                  <a:lnTo>
                    <a:pt x="790486" y="190741"/>
                  </a:lnTo>
                  <a:lnTo>
                    <a:pt x="796874" y="182778"/>
                  </a:lnTo>
                  <a:lnTo>
                    <a:pt x="798042" y="172643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624547" y="971346"/>
              <a:ext cx="798195" cy="373380"/>
            </a:xfrm>
            <a:custGeom>
              <a:avLst/>
              <a:gdLst/>
              <a:ahLst/>
              <a:cxnLst/>
              <a:rect l="l" t="t" r="r" b="b"/>
              <a:pathLst>
                <a:path w="798195" h="373380">
                  <a:moveTo>
                    <a:pt x="749757" y="181533"/>
                  </a:moveTo>
                  <a:lnTo>
                    <a:pt x="374662" y="0"/>
                  </a:lnTo>
                  <a:lnTo>
                    <a:pt x="0" y="181533"/>
                  </a:lnTo>
                  <a:lnTo>
                    <a:pt x="374662" y="373049"/>
                  </a:lnTo>
                  <a:lnTo>
                    <a:pt x="749757" y="181533"/>
                  </a:lnTo>
                  <a:close/>
                </a:path>
                <a:path w="798195" h="373380">
                  <a:moveTo>
                    <a:pt x="798042" y="172656"/>
                  </a:moveTo>
                  <a:lnTo>
                    <a:pt x="792899" y="162902"/>
                  </a:lnTo>
                  <a:lnTo>
                    <a:pt x="789279" y="159258"/>
                  </a:lnTo>
                  <a:lnTo>
                    <a:pt x="784733" y="157632"/>
                  </a:lnTo>
                  <a:lnTo>
                    <a:pt x="780288" y="157632"/>
                  </a:lnTo>
                  <a:lnTo>
                    <a:pt x="773493" y="158927"/>
                  </a:lnTo>
                  <a:lnTo>
                    <a:pt x="767651" y="162572"/>
                  </a:lnTo>
                  <a:lnTo>
                    <a:pt x="763612" y="168287"/>
                  </a:lnTo>
                  <a:lnTo>
                    <a:pt x="762203" y="175729"/>
                  </a:lnTo>
                  <a:lnTo>
                    <a:pt x="763422" y="182956"/>
                  </a:lnTo>
                  <a:lnTo>
                    <a:pt x="767232" y="188734"/>
                  </a:lnTo>
                  <a:lnTo>
                    <a:pt x="772985" y="192570"/>
                  </a:lnTo>
                  <a:lnTo>
                    <a:pt x="780034" y="193967"/>
                  </a:lnTo>
                  <a:lnTo>
                    <a:pt x="790486" y="190741"/>
                  </a:lnTo>
                  <a:lnTo>
                    <a:pt x="796874" y="182778"/>
                  </a:lnTo>
                  <a:lnTo>
                    <a:pt x="798042" y="172656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723700" y="1861760"/>
            <a:ext cx="697230" cy="680085"/>
            <a:chOff x="723700" y="1861760"/>
            <a:chExt cx="697230" cy="680085"/>
          </a:xfrm>
        </p:grpSpPr>
        <p:sp>
          <p:nvSpPr>
            <p:cNvPr id="39" name="object 39"/>
            <p:cNvSpPr/>
            <p:nvPr/>
          </p:nvSpPr>
          <p:spPr>
            <a:xfrm>
              <a:off x="841794" y="1861760"/>
              <a:ext cx="461009" cy="238125"/>
            </a:xfrm>
            <a:custGeom>
              <a:avLst/>
              <a:gdLst/>
              <a:ahLst/>
              <a:cxnLst/>
              <a:rect l="l" t="t" r="r" b="b"/>
              <a:pathLst>
                <a:path w="461009" h="238125">
                  <a:moveTo>
                    <a:pt x="230471" y="238006"/>
                  </a:moveTo>
                  <a:lnTo>
                    <a:pt x="202299" y="224512"/>
                  </a:lnTo>
                  <a:lnTo>
                    <a:pt x="172973" y="214864"/>
                  </a:lnTo>
                  <a:lnTo>
                    <a:pt x="142873" y="209069"/>
                  </a:lnTo>
                  <a:lnTo>
                    <a:pt x="112377" y="207135"/>
                  </a:lnTo>
                  <a:lnTo>
                    <a:pt x="83516" y="208866"/>
                  </a:lnTo>
                  <a:lnTo>
                    <a:pt x="54965" y="214060"/>
                  </a:lnTo>
                  <a:lnTo>
                    <a:pt x="27043" y="222722"/>
                  </a:lnTo>
                  <a:lnTo>
                    <a:pt x="66" y="234856"/>
                  </a:lnTo>
                  <a:lnTo>
                    <a:pt x="22" y="233426"/>
                  </a:lnTo>
                  <a:lnTo>
                    <a:pt x="0" y="231974"/>
                  </a:lnTo>
                  <a:lnTo>
                    <a:pt x="0" y="230545"/>
                  </a:lnTo>
                  <a:lnTo>
                    <a:pt x="4690" y="184141"/>
                  </a:lnTo>
                  <a:lnTo>
                    <a:pt x="18138" y="140892"/>
                  </a:lnTo>
                  <a:lnTo>
                    <a:pt x="39411" y="101734"/>
                  </a:lnTo>
                  <a:lnTo>
                    <a:pt x="67575" y="67601"/>
                  </a:lnTo>
                  <a:lnTo>
                    <a:pt x="101696" y="39427"/>
                  </a:lnTo>
                  <a:lnTo>
                    <a:pt x="140842" y="18146"/>
                  </a:lnTo>
                  <a:lnTo>
                    <a:pt x="184078" y="4692"/>
                  </a:lnTo>
                  <a:lnTo>
                    <a:pt x="230471" y="0"/>
                  </a:lnTo>
                  <a:lnTo>
                    <a:pt x="276865" y="4692"/>
                  </a:lnTo>
                  <a:lnTo>
                    <a:pt x="320103" y="18146"/>
                  </a:lnTo>
                  <a:lnTo>
                    <a:pt x="359253" y="39427"/>
                  </a:lnTo>
                  <a:lnTo>
                    <a:pt x="393378" y="67601"/>
                  </a:lnTo>
                  <a:lnTo>
                    <a:pt x="421546" y="101734"/>
                  </a:lnTo>
                  <a:lnTo>
                    <a:pt x="442823" y="140892"/>
                  </a:lnTo>
                  <a:lnTo>
                    <a:pt x="456273" y="184141"/>
                  </a:lnTo>
                  <a:lnTo>
                    <a:pt x="460965" y="230545"/>
                  </a:lnTo>
                  <a:lnTo>
                    <a:pt x="460965" y="231974"/>
                  </a:lnTo>
                  <a:lnTo>
                    <a:pt x="460920" y="233426"/>
                  </a:lnTo>
                  <a:lnTo>
                    <a:pt x="460920" y="234856"/>
                  </a:lnTo>
                  <a:lnTo>
                    <a:pt x="433953" y="222722"/>
                  </a:lnTo>
                  <a:lnTo>
                    <a:pt x="406027" y="214060"/>
                  </a:lnTo>
                  <a:lnTo>
                    <a:pt x="377464" y="208866"/>
                  </a:lnTo>
                  <a:lnTo>
                    <a:pt x="348587" y="207135"/>
                  </a:lnTo>
                  <a:lnTo>
                    <a:pt x="318100" y="209069"/>
                  </a:lnTo>
                  <a:lnTo>
                    <a:pt x="287997" y="214864"/>
                  </a:lnTo>
                  <a:lnTo>
                    <a:pt x="258659" y="224512"/>
                  </a:lnTo>
                  <a:lnTo>
                    <a:pt x="230471" y="238006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83610" y="2115648"/>
              <a:ext cx="337820" cy="426084"/>
            </a:xfrm>
            <a:custGeom>
              <a:avLst/>
              <a:gdLst/>
              <a:ahLst/>
              <a:cxnLst/>
              <a:rect l="l" t="t" r="r" b="b"/>
              <a:pathLst>
                <a:path w="337819" h="426085">
                  <a:moveTo>
                    <a:pt x="106749" y="425663"/>
                  </a:moveTo>
                  <a:lnTo>
                    <a:pt x="106525" y="425663"/>
                  </a:lnTo>
                  <a:lnTo>
                    <a:pt x="78839" y="423986"/>
                  </a:lnTo>
                  <a:lnTo>
                    <a:pt x="51655" y="419001"/>
                  </a:lnTo>
                  <a:lnTo>
                    <a:pt x="25274" y="410774"/>
                  </a:lnTo>
                  <a:lnTo>
                    <a:pt x="0" y="399372"/>
                  </a:lnTo>
                  <a:lnTo>
                    <a:pt x="37618" y="369882"/>
                  </a:lnTo>
                  <a:lnTo>
                    <a:pt x="68745" y="333645"/>
                  </a:lnTo>
                  <a:lnTo>
                    <a:pt x="92307" y="291730"/>
                  </a:lnTo>
                  <a:lnTo>
                    <a:pt x="107231" y="245205"/>
                  </a:lnTo>
                  <a:lnTo>
                    <a:pt x="112444" y="195140"/>
                  </a:lnTo>
                  <a:lnTo>
                    <a:pt x="112444" y="191588"/>
                  </a:lnTo>
                  <a:lnTo>
                    <a:pt x="112332" y="188037"/>
                  </a:lnTo>
                  <a:lnTo>
                    <a:pt x="112176" y="184552"/>
                  </a:lnTo>
                  <a:lnTo>
                    <a:pt x="148406" y="158110"/>
                  </a:lnTo>
                  <a:lnTo>
                    <a:pt x="179119" y="125556"/>
                  </a:lnTo>
                  <a:lnTo>
                    <a:pt x="203436" y="87768"/>
                  </a:lnTo>
                  <a:lnTo>
                    <a:pt x="220481" y="45623"/>
                  </a:lnTo>
                  <a:lnTo>
                    <a:pt x="229377" y="0"/>
                  </a:lnTo>
                  <a:lnTo>
                    <a:pt x="265447" y="28121"/>
                  </a:lnTo>
                  <a:lnTo>
                    <a:pt x="295304" y="62722"/>
                  </a:lnTo>
                  <a:lnTo>
                    <a:pt x="317913" y="102776"/>
                  </a:lnTo>
                  <a:lnTo>
                    <a:pt x="332238" y="147258"/>
                  </a:lnTo>
                  <a:lnTo>
                    <a:pt x="337243" y="195140"/>
                  </a:lnTo>
                  <a:lnTo>
                    <a:pt x="332551" y="241543"/>
                  </a:lnTo>
                  <a:lnTo>
                    <a:pt x="319101" y="284789"/>
                  </a:lnTo>
                  <a:lnTo>
                    <a:pt x="297824" y="323943"/>
                  </a:lnTo>
                  <a:lnTo>
                    <a:pt x="269656" y="358073"/>
                  </a:lnTo>
                  <a:lnTo>
                    <a:pt x="235530" y="386243"/>
                  </a:lnTo>
                  <a:lnTo>
                    <a:pt x="196381" y="407520"/>
                  </a:lnTo>
                  <a:lnTo>
                    <a:pt x="153143" y="420972"/>
                  </a:lnTo>
                  <a:lnTo>
                    <a:pt x="106749" y="425663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3610" y="2080243"/>
              <a:ext cx="218545" cy="20718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23700" y="2115648"/>
              <a:ext cx="337820" cy="426084"/>
            </a:xfrm>
            <a:custGeom>
              <a:avLst/>
              <a:gdLst/>
              <a:ahLst/>
              <a:cxnLst/>
              <a:rect l="l" t="t" r="r" b="b"/>
              <a:pathLst>
                <a:path w="337819" h="426085">
                  <a:moveTo>
                    <a:pt x="230716" y="425663"/>
                  </a:moveTo>
                  <a:lnTo>
                    <a:pt x="230493" y="425663"/>
                  </a:lnTo>
                  <a:lnTo>
                    <a:pt x="184106" y="420972"/>
                  </a:lnTo>
                  <a:lnTo>
                    <a:pt x="140870" y="407520"/>
                  </a:lnTo>
                  <a:lnTo>
                    <a:pt x="101721" y="386243"/>
                  </a:lnTo>
                  <a:lnTo>
                    <a:pt x="67594" y="358073"/>
                  </a:lnTo>
                  <a:lnTo>
                    <a:pt x="39424" y="323943"/>
                  </a:lnTo>
                  <a:lnTo>
                    <a:pt x="18145" y="284789"/>
                  </a:lnTo>
                  <a:lnTo>
                    <a:pt x="4692" y="241543"/>
                  </a:lnTo>
                  <a:lnTo>
                    <a:pt x="0" y="195140"/>
                  </a:lnTo>
                  <a:lnTo>
                    <a:pt x="5003" y="147258"/>
                  </a:lnTo>
                  <a:lnTo>
                    <a:pt x="19324" y="102776"/>
                  </a:lnTo>
                  <a:lnTo>
                    <a:pt x="41933" y="62722"/>
                  </a:lnTo>
                  <a:lnTo>
                    <a:pt x="71798" y="28121"/>
                  </a:lnTo>
                  <a:lnTo>
                    <a:pt x="107888" y="0"/>
                  </a:lnTo>
                  <a:lnTo>
                    <a:pt x="116786" y="45625"/>
                  </a:lnTo>
                  <a:lnTo>
                    <a:pt x="133835" y="87774"/>
                  </a:lnTo>
                  <a:lnTo>
                    <a:pt x="158155" y="125566"/>
                  </a:lnTo>
                  <a:lnTo>
                    <a:pt x="188867" y="158119"/>
                  </a:lnTo>
                  <a:lnTo>
                    <a:pt x="225089" y="184552"/>
                  </a:lnTo>
                  <a:lnTo>
                    <a:pt x="224910" y="188037"/>
                  </a:lnTo>
                  <a:lnTo>
                    <a:pt x="224843" y="191588"/>
                  </a:lnTo>
                  <a:lnTo>
                    <a:pt x="224843" y="195140"/>
                  </a:lnTo>
                  <a:lnTo>
                    <a:pt x="230050" y="245205"/>
                  </a:lnTo>
                  <a:lnTo>
                    <a:pt x="244960" y="291730"/>
                  </a:lnTo>
                  <a:lnTo>
                    <a:pt x="268508" y="333645"/>
                  </a:lnTo>
                  <a:lnTo>
                    <a:pt x="299632" y="369882"/>
                  </a:lnTo>
                  <a:lnTo>
                    <a:pt x="337265" y="399372"/>
                  </a:lnTo>
                  <a:lnTo>
                    <a:pt x="311968" y="410774"/>
                  </a:lnTo>
                  <a:lnTo>
                    <a:pt x="285582" y="419001"/>
                  </a:lnTo>
                  <a:lnTo>
                    <a:pt x="258400" y="423986"/>
                  </a:lnTo>
                  <a:lnTo>
                    <a:pt x="230716" y="425663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2442" y="2080243"/>
              <a:ext cx="342223" cy="428455"/>
            </a:xfrm>
            <a:prstGeom prst="rect">
              <a:avLst/>
            </a:prstGeom>
          </p:spPr>
        </p:pic>
      </p:grpSp>
      <p:grpSp>
        <p:nvGrpSpPr>
          <p:cNvPr id="213" name="object 213"/>
          <p:cNvGrpSpPr/>
          <p:nvPr/>
        </p:nvGrpSpPr>
        <p:grpSpPr>
          <a:xfrm>
            <a:off x="1553123" y="1854262"/>
            <a:ext cx="685165" cy="688340"/>
            <a:chOff x="1553123" y="1854262"/>
            <a:chExt cx="685165" cy="688340"/>
          </a:xfrm>
        </p:grpSpPr>
        <p:sp>
          <p:nvSpPr>
            <p:cNvPr id="214" name="object 214"/>
            <p:cNvSpPr/>
            <p:nvPr/>
          </p:nvSpPr>
          <p:spPr>
            <a:xfrm>
              <a:off x="1583630" y="1924888"/>
              <a:ext cx="617855" cy="617855"/>
            </a:xfrm>
            <a:custGeom>
              <a:avLst/>
              <a:gdLst/>
              <a:ahLst/>
              <a:cxnLst/>
              <a:rect l="l" t="t" r="r" b="b"/>
              <a:pathLst>
                <a:path w="617855" h="617855">
                  <a:moveTo>
                    <a:pt x="308691" y="617387"/>
                  </a:moveTo>
                  <a:lnTo>
                    <a:pt x="263074" y="614040"/>
                  </a:lnTo>
                  <a:lnTo>
                    <a:pt x="219535" y="604317"/>
                  </a:lnTo>
                  <a:lnTo>
                    <a:pt x="178552" y="588695"/>
                  </a:lnTo>
                  <a:lnTo>
                    <a:pt x="140603" y="567652"/>
                  </a:lnTo>
                  <a:lnTo>
                    <a:pt x="106165" y="541665"/>
                  </a:lnTo>
                  <a:lnTo>
                    <a:pt x="75715" y="511213"/>
                  </a:lnTo>
                  <a:lnTo>
                    <a:pt x="49730" y="476773"/>
                  </a:lnTo>
                  <a:lnTo>
                    <a:pt x="28689" y="438823"/>
                  </a:lnTo>
                  <a:lnTo>
                    <a:pt x="13069" y="397839"/>
                  </a:lnTo>
                  <a:lnTo>
                    <a:pt x="3346" y="354301"/>
                  </a:lnTo>
                  <a:lnTo>
                    <a:pt x="0" y="308685"/>
                  </a:lnTo>
                  <a:lnTo>
                    <a:pt x="3346" y="263069"/>
                  </a:lnTo>
                  <a:lnTo>
                    <a:pt x="13069" y="219532"/>
                  </a:lnTo>
                  <a:lnTo>
                    <a:pt x="28689" y="178550"/>
                  </a:lnTo>
                  <a:lnTo>
                    <a:pt x="49730" y="140602"/>
                  </a:lnTo>
                  <a:lnTo>
                    <a:pt x="75715" y="106164"/>
                  </a:lnTo>
                  <a:lnTo>
                    <a:pt x="106165" y="75714"/>
                  </a:lnTo>
                  <a:lnTo>
                    <a:pt x="140603" y="49730"/>
                  </a:lnTo>
                  <a:lnTo>
                    <a:pt x="178552" y="28689"/>
                  </a:lnTo>
                  <a:lnTo>
                    <a:pt x="219535" y="13069"/>
                  </a:lnTo>
                  <a:lnTo>
                    <a:pt x="263074" y="3346"/>
                  </a:lnTo>
                  <a:lnTo>
                    <a:pt x="308691" y="0"/>
                  </a:lnTo>
                  <a:lnTo>
                    <a:pt x="354306" y="3346"/>
                  </a:lnTo>
                  <a:lnTo>
                    <a:pt x="397844" y="13069"/>
                  </a:lnTo>
                  <a:lnTo>
                    <a:pt x="438825" y="28689"/>
                  </a:lnTo>
                  <a:lnTo>
                    <a:pt x="476774" y="49730"/>
                  </a:lnTo>
                  <a:lnTo>
                    <a:pt x="498683" y="66261"/>
                  </a:lnTo>
                  <a:lnTo>
                    <a:pt x="308691" y="66261"/>
                  </a:lnTo>
                  <a:lnTo>
                    <a:pt x="259832" y="71187"/>
                  </a:lnTo>
                  <a:lnTo>
                    <a:pt x="214325" y="85314"/>
                  </a:lnTo>
                  <a:lnTo>
                    <a:pt x="173145" y="107666"/>
                  </a:lnTo>
                  <a:lnTo>
                    <a:pt x="137266" y="137270"/>
                  </a:lnTo>
                  <a:lnTo>
                    <a:pt x="107664" y="173149"/>
                  </a:lnTo>
                  <a:lnTo>
                    <a:pt x="85312" y="214328"/>
                  </a:lnTo>
                  <a:lnTo>
                    <a:pt x="71186" y="259831"/>
                  </a:lnTo>
                  <a:lnTo>
                    <a:pt x="66261" y="308685"/>
                  </a:lnTo>
                  <a:lnTo>
                    <a:pt x="71186" y="357544"/>
                  </a:lnTo>
                  <a:lnTo>
                    <a:pt x="85312" y="403050"/>
                  </a:lnTo>
                  <a:lnTo>
                    <a:pt x="107664" y="444231"/>
                  </a:lnTo>
                  <a:lnTo>
                    <a:pt x="137266" y="480109"/>
                  </a:lnTo>
                  <a:lnTo>
                    <a:pt x="173145" y="509712"/>
                  </a:lnTo>
                  <a:lnTo>
                    <a:pt x="214325" y="532063"/>
                  </a:lnTo>
                  <a:lnTo>
                    <a:pt x="259832" y="546189"/>
                  </a:lnTo>
                  <a:lnTo>
                    <a:pt x="308691" y="551114"/>
                  </a:lnTo>
                  <a:lnTo>
                    <a:pt x="498684" y="551114"/>
                  </a:lnTo>
                  <a:lnTo>
                    <a:pt x="476769" y="567652"/>
                  </a:lnTo>
                  <a:lnTo>
                    <a:pt x="438820" y="588695"/>
                  </a:lnTo>
                  <a:lnTo>
                    <a:pt x="397839" y="604317"/>
                  </a:lnTo>
                  <a:lnTo>
                    <a:pt x="354304" y="614040"/>
                  </a:lnTo>
                  <a:lnTo>
                    <a:pt x="308691" y="617387"/>
                  </a:lnTo>
                  <a:close/>
                </a:path>
                <a:path w="617855" h="617855">
                  <a:moveTo>
                    <a:pt x="498684" y="551114"/>
                  </a:moveTo>
                  <a:lnTo>
                    <a:pt x="308691" y="551114"/>
                  </a:lnTo>
                  <a:lnTo>
                    <a:pt x="357547" y="546189"/>
                  </a:lnTo>
                  <a:lnTo>
                    <a:pt x="403053" y="532063"/>
                  </a:lnTo>
                  <a:lnTo>
                    <a:pt x="444232" y="509712"/>
                  </a:lnTo>
                  <a:lnTo>
                    <a:pt x="480110" y="480109"/>
                  </a:lnTo>
                  <a:lnTo>
                    <a:pt x="509712" y="444231"/>
                  </a:lnTo>
                  <a:lnTo>
                    <a:pt x="532063" y="403050"/>
                  </a:lnTo>
                  <a:lnTo>
                    <a:pt x="546189" y="357544"/>
                  </a:lnTo>
                  <a:lnTo>
                    <a:pt x="551114" y="308685"/>
                  </a:lnTo>
                  <a:lnTo>
                    <a:pt x="546189" y="259831"/>
                  </a:lnTo>
                  <a:lnTo>
                    <a:pt x="532062" y="214328"/>
                  </a:lnTo>
                  <a:lnTo>
                    <a:pt x="509709" y="173149"/>
                  </a:lnTo>
                  <a:lnTo>
                    <a:pt x="480106" y="137270"/>
                  </a:lnTo>
                  <a:lnTo>
                    <a:pt x="444227" y="107666"/>
                  </a:lnTo>
                  <a:lnTo>
                    <a:pt x="403048" y="85314"/>
                  </a:lnTo>
                  <a:lnTo>
                    <a:pt x="357544" y="71187"/>
                  </a:lnTo>
                  <a:lnTo>
                    <a:pt x="308691" y="66261"/>
                  </a:lnTo>
                  <a:lnTo>
                    <a:pt x="498683" y="66261"/>
                  </a:lnTo>
                  <a:lnTo>
                    <a:pt x="541661" y="106164"/>
                  </a:lnTo>
                  <a:lnTo>
                    <a:pt x="567645" y="140602"/>
                  </a:lnTo>
                  <a:lnTo>
                    <a:pt x="588686" y="178550"/>
                  </a:lnTo>
                  <a:lnTo>
                    <a:pt x="604307" y="219532"/>
                  </a:lnTo>
                  <a:lnTo>
                    <a:pt x="614029" y="263069"/>
                  </a:lnTo>
                  <a:lnTo>
                    <a:pt x="617376" y="308685"/>
                  </a:lnTo>
                  <a:lnTo>
                    <a:pt x="614029" y="354301"/>
                  </a:lnTo>
                  <a:lnTo>
                    <a:pt x="604306" y="397839"/>
                  </a:lnTo>
                  <a:lnTo>
                    <a:pt x="588684" y="438823"/>
                  </a:lnTo>
                  <a:lnTo>
                    <a:pt x="567642" y="476773"/>
                  </a:lnTo>
                  <a:lnTo>
                    <a:pt x="541657" y="511213"/>
                  </a:lnTo>
                  <a:lnTo>
                    <a:pt x="511207" y="541665"/>
                  </a:lnTo>
                  <a:lnTo>
                    <a:pt x="498684" y="551114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792596" y="1854262"/>
              <a:ext cx="207645" cy="382270"/>
            </a:xfrm>
            <a:custGeom>
              <a:avLst/>
              <a:gdLst/>
              <a:ahLst/>
              <a:cxnLst/>
              <a:rect l="l" t="t" r="r" b="b"/>
              <a:pathLst>
                <a:path w="207644" h="382269">
                  <a:moveTo>
                    <a:pt x="104021" y="381822"/>
                  </a:moveTo>
                  <a:lnTo>
                    <a:pt x="0" y="321881"/>
                  </a:lnTo>
                  <a:lnTo>
                    <a:pt x="11812" y="304895"/>
                  </a:lnTo>
                  <a:lnTo>
                    <a:pt x="26337" y="290290"/>
                  </a:lnTo>
                  <a:lnTo>
                    <a:pt x="43187" y="278392"/>
                  </a:lnTo>
                  <a:lnTo>
                    <a:pt x="61975" y="269532"/>
                  </a:lnTo>
                  <a:lnTo>
                    <a:pt x="73774" y="262980"/>
                  </a:lnTo>
                  <a:lnTo>
                    <a:pt x="82906" y="253191"/>
                  </a:lnTo>
                  <a:lnTo>
                    <a:pt x="88802" y="241077"/>
                  </a:lnTo>
                  <a:lnTo>
                    <a:pt x="90894" y="227554"/>
                  </a:lnTo>
                  <a:lnTo>
                    <a:pt x="88917" y="214088"/>
                  </a:lnTo>
                  <a:lnTo>
                    <a:pt x="83325" y="202051"/>
                  </a:lnTo>
                  <a:lnTo>
                    <a:pt x="74633" y="192089"/>
                  </a:lnTo>
                  <a:lnTo>
                    <a:pt x="63350" y="184843"/>
                  </a:lnTo>
                  <a:lnTo>
                    <a:pt x="40581" y="169893"/>
                  </a:lnTo>
                  <a:lnTo>
                    <a:pt x="22719" y="149531"/>
                  </a:lnTo>
                  <a:lnTo>
                    <a:pt x="11056" y="124789"/>
                  </a:lnTo>
                  <a:lnTo>
                    <a:pt x="6881" y="96699"/>
                  </a:lnTo>
                  <a:lnTo>
                    <a:pt x="14516" y="59048"/>
                  </a:lnTo>
                  <a:lnTo>
                    <a:pt x="35308" y="28312"/>
                  </a:lnTo>
                  <a:lnTo>
                    <a:pt x="66084" y="7595"/>
                  </a:lnTo>
                  <a:lnTo>
                    <a:pt x="103672" y="0"/>
                  </a:lnTo>
                  <a:lnTo>
                    <a:pt x="106073" y="0"/>
                  </a:lnTo>
                  <a:lnTo>
                    <a:pt x="144441" y="9016"/>
                  </a:lnTo>
                  <a:lnTo>
                    <a:pt x="191656" y="56243"/>
                  </a:lnTo>
                  <a:lnTo>
                    <a:pt x="200428" y="89817"/>
                  </a:lnTo>
                  <a:lnTo>
                    <a:pt x="197692" y="120136"/>
                  </a:lnTo>
                  <a:lnTo>
                    <a:pt x="186297" y="147115"/>
                  </a:lnTo>
                  <a:lnTo>
                    <a:pt x="167669" y="169202"/>
                  </a:lnTo>
                  <a:lnTo>
                    <a:pt x="143232" y="184843"/>
                  </a:lnTo>
                  <a:lnTo>
                    <a:pt x="132370" y="191970"/>
                  </a:lnTo>
                  <a:lnTo>
                    <a:pt x="123889" y="201628"/>
                  </a:lnTo>
                  <a:lnTo>
                    <a:pt x="118373" y="213228"/>
                  </a:lnTo>
                  <a:lnTo>
                    <a:pt x="116404" y="226179"/>
                  </a:lnTo>
                  <a:lnTo>
                    <a:pt x="116404" y="227554"/>
                  </a:lnTo>
                  <a:lnTo>
                    <a:pt x="133806" y="262990"/>
                  </a:lnTo>
                  <a:lnTo>
                    <a:pt x="164393" y="278400"/>
                  </a:lnTo>
                  <a:lnTo>
                    <a:pt x="181052" y="290300"/>
                  </a:lnTo>
                  <a:lnTo>
                    <a:pt x="195511" y="304904"/>
                  </a:lnTo>
                  <a:lnTo>
                    <a:pt x="207316" y="321881"/>
                  </a:lnTo>
                  <a:lnTo>
                    <a:pt x="104021" y="38182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553123" y="2176125"/>
              <a:ext cx="343535" cy="299085"/>
            </a:xfrm>
            <a:custGeom>
              <a:avLst/>
              <a:gdLst/>
              <a:ahLst/>
              <a:cxnLst/>
              <a:rect l="l" t="t" r="r" b="b"/>
              <a:pathLst>
                <a:path w="343535" h="299085">
                  <a:moveTo>
                    <a:pt x="96075" y="299047"/>
                  </a:moveTo>
                  <a:lnTo>
                    <a:pt x="45840" y="284850"/>
                  </a:lnTo>
                  <a:lnTo>
                    <a:pt x="9443" y="244532"/>
                  </a:lnTo>
                  <a:lnTo>
                    <a:pt x="0" y="210837"/>
                  </a:lnTo>
                  <a:lnTo>
                    <a:pt x="3001" y="177019"/>
                  </a:lnTo>
                  <a:lnTo>
                    <a:pt x="42499" y="121939"/>
                  </a:lnTo>
                  <a:lnTo>
                    <a:pt x="82232" y="106614"/>
                  </a:lnTo>
                  <a:lnTo>
                    <a:pt x="95932" y="105626"/>
                  </a:lnTo>
                  <a:lnTo>
                    <a:pt x="110990" y="106814"/>
                  </a:lnTo>
                  <a:lnTo>
                    <a:pt x="125653" y="110322"/>
                  </a:lnTo>
                  <a:lnTo>
                    <a:pt x="139650" y="116071"/>
                  </a:lnTo>
                  <a:lnTo>
                    <a:pt x="152710" y="123979"/>
                  </a:lnTo>
                  <a:lnTo>
                    <a:pt x="158698" y="127577"/>
                  </a:lnTo>
                  <a:lnTo>
                    <a:pt x="165132" y="130189"/>
                  </a:lnTo>
                  <a:lnTo>
                    <a:pt x="171894" y="131776"/>
                  </a:lnTo>
                  <a:lnTo>
                    <a:pt x="178861" y="132299"/>
                  </a:lnTo>
                  <a:lnTo>
                    <a:pt x="187084" y="132270"/>
                  </a:lnTo>
                  <a:lnTo>
                    <a:pt x="195152" y="130133"/>
                  </a:lnTo>
                  <a:lnTo>
                    <a:pt x="202303" y="126076"/>
                  </a:lnTo>
                  <a:lnTo>
                    <a:pt x="203019" y="125354"/>
                  </a:lnTo>
                  <a:lnTo>
                    <a:pt x="213917" y="116995"/>
                  </a:lnTo>
                  <a:lnTo>
                    <a:pt x="221520" y="105910"/>
                  </a:lnTo>
                  <a:lnTo>
                    <a:pt x="225386" y="93018"/>
                  </a:lnTo>
                  <a:lnTo>
                    <a:pt x="225074" y="79234"/>
                  </a:lnTo>
                  <a:lnTo>
                    <a:pt x="223642" y="58619"/>
                  </a:lnTo>
                  <a:lnTo>
                    <a:pt x="225569" y="38330"/>
                  </a:lnTo>
                  <a:lnTo>
                    <a:pt x="230858" y="18683"/>
                  </a:lnTo>
                  <a:lnTo>
                    <a:pt x="239508" y="0"/>
                  </a:lnTo>
                  <a:lnTo>
                    <a:pt x="343530" y="59935"/>
                  </a:lnTo>
                  <a:lnTo>
                    <a:pt x="343530" y="179084"/>
                  </a:lnTo>
                  <a:lnTo>
                    <a:pt x="323051" y="177309"/>
                  </a:lnTo>
                  <a:lnTo>
                    <a:pt x="303217" y="172114"/>
                  </a:lnTo>
                  <a:lnTo>
                    <a:pt x="284415" y="163698"/>
                  </a:lnTo>
                  <a:lnTo>
                    <a:pt x="267034" y="152256"/>
                  </a:lnTo>
                  <a:lnTo>
                    <a:pt x="260647" y="147681"/>
                  </a:lnTo>
                  <a:lnTo>
                    <a:pt x="253747" y="144413"/>
                  </a:lnTo>
                  <a:lnTo>
                    <a:pt x="246485" y="142453"/>
                  </a:lnTo>
                  <a:lnTo>
                    <a:pt x="239015" y="141799"/>
                  </a:lnTo>
                  <a:lnTo>
                    <a:pt x="231210" y="141799"/>
                  </a:lnTo>
                  <a:lnTo>
                    <a:pt x="197923" y="167119"/>
                  </a:lnTo>
                  <a:lnTo>
                    <a:pt x="191430" y="220373"/>
                  </a:lnTo>
                  <a:lnTo>
                    <a:pt x="182768" y="246080"/>
                  </a:lnTo>
                  <a:lnTo>
                    <a:pt x="144447" y="285862"/>
                  </a:lnTo>
                  <a:lnTo>
                    <a:pt x="108413" y="298244"/>
                  </a:lnTo>
                  <a:lnTo>
                    <a:pt x="96075" y="299047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896604" y="2176125"/>
              <a:ext cx="342265" cy="299720"/>
            </a:xfrm>
            <a:custGeom>
              <a:avLst/>
              <a:gdLst/>
              <a:ahLst/>
              <a:cxnLst/>
              <a:rect l="l" t="t" r="r" b="b"/>
              <a:pathLst>
                <a:path w="342264" h="299719">
                  <a:moveTo>
                    <a:pt x="246205" y="299144"/>
                  </a:moveTo>
                  <a:lnTo>
                    <a:pt x="203861" y="289277"/>
                  </a:lnTo>
                  <a:lnTo>
                    <a:pt x="161493" y="248563"/>
                  </a:lnTo>
                  <a:lnTo>
                    <a:pt x="150148" y="192859"/>
                  </a:lnTo>
                  <a:lnTo>
                    <a:pt x="149696" y="179679"/>
                  </a:lnTo>
                  <a:lnTo>
                    <a:pt x="145578" y="167468"/>
                  </a:lnTo>
                  <a:lnTo>
                    <a:pt x="113990" y="142913"/>
                  </a:lnTo>
                  <a:lnTo>
                    <a:pt x="100580" y="141922"/>
                  </a:lnTo>
                  <a:lnTo>
                    <a:pt x="87504" y="145057"/>
                  </a:lnTo>
                  <a:lnTo>
                    <a:pt x="75761" y="152239"/>
                  </a:lnTo>
                  <a:lnTo>
                    <a:pt x="58773" y="163684"/>
                  </a:lnTo>
                  <a:lnTo>
                    <a:pt x="40188" y="172102"/>
                  </a:lnTo>
                  <a:lnTo>
                    <a:pt x="20449" y="177297"/>
                  </a:lnTo>
                  <a:lnTo>
                    <a:pt x="0" y="179073"/>
                  </a:lnTo>
                  <a:lnTo>
                    <a:pt x="0" y="59935"/>
                  </a:lnTo>
                  <a:lnTo>
                    <a:pt x="103311" y="0"/>
                  </a:lnTo>
                  <a:lnTo>
                    <a:pt x="111958" y="18683"/>
                  </a:lnTo>
                  <a:lnTo>
                    <a:pt x="117245" y="38330"/>
                  </a:lnTo>
                  <a:lnTo>
                    <a:pt x="119174" y="58619"/>
                  </a:lnTo>
                  <a:lnTo>
                    <a:pt x="117745" y="79234"/>
                  </a:lnTo>
                  <a:lnTo>
                    <a:pt x="117428" y="93018"/>
                  </a:lnTo>
                  <a:lnTo>
                    <a:pt x="139794" y="125354"/>
                  </a:lnTo>
                  <a:lnTo>
                    <a:pt x="165584" y="132071"/>
                  </a:lnTo>
                  <a:lnTo>
                    <a:pt x="178685" y="129610"/>
                  </a:lnTo>
                  <a:lnTo>
                    <a:pt x="190750" y="123320"/>
                  </a:lnTo>
                  <a:lnTo>
                    <a:pt x="203482" y="115602"/>
                  </a:lnTo>
                  <a:lnTo>
                    <a:pt x="217163" y="110024"/>
                  </a:lnTo>
                  <a:lnTo>
                    <a:pt x="231523" y="106640"/>
                  </a:lnTo>
                  <a:lnTo>
                    <a:pt x="246291" y="105500"/>
                  </a:lnTo>
                  <a:lnTo>
                    <a:pt x="258658" y="106295"/>
                  </a:lnTo>
                  <a:lnTo>
                    <a:pt x="294789" y="118455"/>
                  </a:lnTo>
                  <a:lnTo>
                    <a:pt x="324538" y="145031"/>
                  </a:lnTo>
                  <a:lnTo>
                    <a:pt x="340596" y="180192"/>
                  </a:lnTo>
                  <a:lnTo>
                    <a:pt x="341674" y="219102"/>
                  </a:lnTo>
                  <a:lnTo>
                    <a:pt x="326482" y="256926"/>
                  </a:lnTo>
                  <a:lnTo>
                    <a:pt x="310553" y="274894"/>
                  </a:lnTo>
                  <a:lnTo>
                    <a:pt x="291165" y="288143"/>
                  </a:lnTo>
                  <a:lnTo>
                    <a:pt x="269367" y="296338"/>
                  </a:lnTo>
                  <a:lnTo>
                    <a:pt x="246205" y="299144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/>
          <p:cNvGrpSpPr/>
          <p:nvPr/>
        </p:nvGrpSpPr>
        <p:grpSpPr>
          <a:xfrm>
            <a:off x="2410260" y="1850271"/>
            <a:ext cx="698500" cy="698500"/>
            <a:chOff x="2410260" y="1850271"/>
            <a:chExt cx="698500" cy="698500"/>
          </a:xfrm>
        </p:grpSpPr>
        <p:sp>
          <p:nvSpPr>
            <p:cNvPr id="125" name="object 125"/>
            <p:cNvSpPr/>
            <p:nvPr/>
          </p:nvSpPr>
          <p:spPr>
            <a:xfrm>
              <a:off x="2504560" y="2322415"/>
              <a:ext cx="421640" cy="226060"/>
            </a:xfrm>
            <a:custGeom>
              <a:avLst/>
              <a:gdLst/>
              <a:ahLst/>
              <a:cxnLst/>
              <a:rect l="l" t="t" r="r" b="b"/>
              <a:pathLst>
                <a:path w="421639" h="226060">
                  <a:moveTo>
                    <a:pt x="255110" y="226061"/>
                  </a:moveTo>
                  <a:lnTo>
                    <a:pt x="246939" y="226061"/>
                  </a:lnTo>
                  <a:lnTo>
                    <a:pt x="238782" y="225774"/>
                  </a:lnTo>
                  <a:lnTo>
                    <a:pt x="230655" y="225203"/>
                  </a:lnTo>
                  <a:lnTo>
                    <a:pt x="229521" y="225120"/>
                  </a:lnTo>
                  <a:lnTo>
                    <a:pt x="227813" y="225007"/>
                  </a:lnTo>
                  <a:lnTo>
                    <a:pt x="226119" y="224856"/>
                  </a:lnTo>
                  <a:lnTo>
                    <a:pt x="224425" y="224710"/>
                  </a:lnTo>
                  <a:lnTo>
                    <a:pt x="223145" y="224610"/>
                  </a:lnTo>
                  <a:lnTo>
                    <a:pt x="221864" y="224480"/>
                  </a:lnTo>
                  <a:lnTo>
                    <a:pt x="220580" y="224363"/>
                  </a:lnTo>
                  <a:lnTo>
                    <a:pt x="219906" y="224300"/>
                  </a:lnTo>
                  <a:lnTo>
                    <a:pt x="219233" y="224216"/>
                  </a:lnTo>
                  <a:lnTo>
                    <a:pt x="218542" y="224149"/>
                  </a:lnTo>
                  <a:lnTo>
                    <a:pt x="165557" y="214510"/>
                  </a:lnTo>
                  <a:lnTo>
                    <a:pt x="115684" y="197210"/>
                  </a:lnTo>
                  <a:lnTo>
                    <a:pt x="69567" y="172896"/>
                  </a:lnTo>
                  <a:lnTo>
                    <a:pt x="27853" y="142210"/>
                  </a:lnTo>
                  <a:lnTo>
                    <a:pt x="5193" y="110489"/>
                  </a:lnTo>
                  <a:lnTo>
                    <a:pt x="0" y="73788"/>
                  </a:lnTo>
                  <a:lnTo>
                    <a:pt x="11703" y="38652"/>
                  </a:lnTo>
                  <a:lnTo>
                    <a:pt x="39735" y="11629"/>
                  </a:lnTo>
                  <a:lnTo>
                    <a:pt x="80778" y="0"/>
                  </a:lnTo>
                  <a:lnTo>
                    <a:pt x="94779" y="1248"/>
                  </a:lnTo>
                  <a:lnTo>
                    <a:pt x="108411" y="4957"/>
                  </a:lnTo>
                  <a:lnTo>
                    <a:pt x="121337" y="11070"/>
                  </a:lnTo>
                  <a:lnTo>
                    <a:pt x="133222" y="19534"/>
                  </a:lnTo>
                  <a:lnTo>
                    <a:pt x="152751" y="34136"/>
                  </a:lnTo>
                  <a:lnTo>
                    <a:pt x="173922" y="46021"/>
                  </a:lnTo>
                  <a:lnTo>
                    <a:pt x="196455" y="55051"/>
                  </a:lnTo>
                  <a:lnTo>
                    <a:pt x="220070" y="61091"/>
                  </a:lnTo>
                  <a:lnTo>
                    <a:pt x="220317" y="61137"/>
                  </a:lnTo>
                  <a:lnTo>
                    <a:pt x="220547" y="61154"/>
                  </a:lnTo>
                  <a:lnTo>
                    <a:pt x="220777" y="61204"/>
                  </a:lnTo>
                  <a:lnTo>
                    <a:pt x="225546" y="62075"/>
                  </a:lnTo>
                  <a:lnTo>
                    <a:pt x="230345" y="62765"/>
                  </a:lnTo>
                  <a:lnTo>
                    <a:pt x="235160" y="63275"/>
                  </a:lnTo>
                  <a:lnTo>
                    <a:pt x="235407" y="63309"/>
                  </a:lnTo>
                  <a:lnTo>
                    <a:pt x="235667" y="63342"/>
                  </a:lnTo>
                  <a:lnTo>
                    <a:pt x="235914" y="63359"/>
                  </a:lnTo>
                  <a:lnTo>
                    <a:pt x="237675" y="63539"/>
                  </a:lnTo>
                  <a:lnTo>
                    <a:pt x="239432" y="63669"/>
                  </a:lnTo>
                  <a:lnTo>
                    <a:pt x="241190" y="63802"/>
                  </a:lnTo>
                  <a:lnTo>
                    <a:pt x="242227" y="63866"/>
                  </a:lnTo>
                  <a:lnTo>
                    <a:pt x="243261" y="63949"/>
                  </a:lnTo>
                  <a:lnTo>
                    <a:pt x="244281" y="64016"/>
                  </a:lnTo>
                  <a:lnTo>
                    <a:pt x="247866" y="64222"/>
                  </a:lnTo>
                  <a:lnTo>
                    <a:pt x="251448" y="64326"/>
                  </a:lnTo>
                  <a:lnTo>
                    <a:pt x="255023" y="64326"/>
                  </a:lnTo>
                  <a:lnTo>
                    <a:pt x="277159" y="63005"/>
                  </a:lnTo>
                  <a:lnTo>
                    <a:pt x="298922" y="59075"/>
                  </a:lnTo>
                  <a:lnTo>
                    <a:pt x="320079" y="52586"/>
                  </a:lnTo>
                  <a:lnTo>
                    <a:pt x="340399" y="43584"/>
                  </a:lnTo>
                  <a:lnTo>
                    <a:pt x="421314" y="183713"/>
                  </a:lnTo>
                  <a:lnTo>
                    <a:pt x="381008" y="202431"/>
                  </a:lnTo>
                  <a:lnTo>
                    <a:pt x="339557" y="215643"/>
                  </a:lnTo>
                  <a:lnTo>
                    <a:pt x="297434" y="223477"/>
                  </a:lnTo>
                  <a:lnTo>
                    <a:pt x="255110" y="226061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768401" y="2208494"/>
              <a:ext cx="340360" cy="325120"/>
            </a:xfrm>
            <a:custGeom>
              <a:avLst/>
              <a:gdLst/>
              <a:ahLst/>
              <a:cxnLst/>
              <a:rect l="l" t="t" r="r" b="b"/>
              <a:pathLst>
                <a:path w="340360" h="325119">
                  <a:moveTo>
                    <a:pt x="80611" y="324670"/>
                  </a:moveTo>
                  <a:lnTo>
                    <a:pt x="49955" y="318491"/>
                  </a:lnTo>
                  <a:lnTo>
                    <a:pt x="24251" y="301437"/>
                  </a:lnTo>
                  <a:lnTo>
                    <a:pt x="6575" y="275733"/>
                  </a:lnTo>
                  <a:lnTo>
                    <a:pt x="0" y="243604"/>
                  </a:lnTo>
                  <a:lnTo>
                    <a:pt x="3902" y="218826"/>
                  </a:lnTo>
                  <a:lnTo>
                    <a:pt x="14913" y="196922"/>
                  </a:lnTo>
                  <a:lnTo>
                    <a:pt x="31986" y="179284"/>
                  </a:lnTo>
                  <a:lnTo>
                    <a:pt x="54075" y="167301"/>
                  </a:lnTo>
                  <a:lnTo>
                    <a:pt x="82181" y="154507"/>
                  </a:lnTo>
                  <a:lnTo>
                    <a:pt x="107570" y="137440"/>
                  </a:lnTo>
                  <a:lnTo>
                    <a:pt x="129783" y="116560"/>
                  </a:lnTo>
                  <a:lnTo>
                    <a:pt x="148366" y="92328"/>
                  </a:lnTo>
                  <a:lnTo>
                    <a:pt x="160275" y="70855"/>
                  </a:lnTo>
                  <a:lnTo>
                    <a:pt x="169239" y="48102"/>
                  </a:lnTo>
                  <a:lnTo>
                    <a:pt x="175180" y="24384"/>
                  </a:lnTo>
                  <a:lnTo>
                    <a:pt x="178003" y="0"/>
                  </a:lnTo>
                  <a:lnTo>
                    <a:pt x="339845" y="0"/>
                  </a:lnTo>
                  <a:lnTo>
                    <a:pt x="335362" y="47176"/>
                  </a:lnTo>
                  <a:lnTo>
                    <a:pt x="324593" y="93201"/>
                  </a:lnTo>
                  <a:lnTo>
                    <a:pt x="307720" y="137401"/>
                  </a:lnTo>
                  <a:lnTo>
                    <a:pt x="284924" y="179103"/>
                  </a:lnTo>
                  <a:lnTo>
                    <a:pt x="256386" y="217632"/>
                  </a:lnTo>
                  <a:lnTo>
                    <a:pt x="222321" y="252177"/>
                  </a:lnTo>
                  <a:lnTo>
                    <a:pt x="187262" y="279497"/>
                  </a:lnTo>
                  <a:lnTo>
                    <a:pt x="148834" y="302242"/>
                  </a:lnTo>
                  <a:lnTo>
                    <a:pt x="107443" y="320007"/>
                  </a:lnTo>
                  <a:lnTo>
                    <a:pt x="87266" y="324388"/>
                  </a:lnTo>
                  <a:lnTo>
                    <a:pt x="80611" y="324670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860737" y="1901667"/>
              <a:ext cx="247650" cy="427355"/>
            </a:xfrm>
            <a:custGeom>
              <a:avLst/>
              <a:gdLst/>
              <a:ahLst/>
              <a:cxnLst/>
              <a:rect l="l" t="t" r="r" b="b"/>
              <a:pathLst>
                <a:path w="247650" h="427355">
                  <a:moveTo>
                    <a:pt x="162245" y="427064"/>
                  </a:moveTo>
                  <a:lnTo>
                    <a:pt x="121957" y="416168"/>
                  </a:lnTo>
                  <a:lnTo>
                    <a:pt x="88981" y="380271"/>
                  </a:lnTo>
                  <a:lnTo>
                    <a:pt x="82117" y="356913"/>
                  </a:lnTo>
                  <a:lnTo>
                    <a:pt x="82755" y="332057"/>
                  </a:lnTo>
                  <a:lnTo>
                    <a:pt x="85679" y="307289"/>
                  </a:lnTo>
                  <a:lnTo>
                    <a:pt x="85296" y="282465"/>
                  </a:lnTo>
                  <a:lnTo>
                    <a:pt x="74718" y="233958"/>
                  </a:lnTo>
                  <a:lnTo>
                    <a:pt x="72827" y="228946"/>
                  </a:lnTo>
                  <a:lnTo>
                    <a:pt x="72550" y="228239"/>
                  </a:lnTo>
                  <a:lnTo>
                    <a:pt x="69392" y="220824"/>
                  </a:lnTo>
                  <a:lnTo>
                    <a:pt x="68982" y="219887"/>
                  </a:lnTo>
                  <a:lnTo>
                    <a:pt x="68555" y="218983"/>
                  </a:lnTo>
                  <a:lnTo>
                    <a:pt x="68128" y="218063"/>
                  </a:lnTo>
                  <a:lnTo>
                    <a:pt x="67371" y="216468"/>
                  </a:lnTo>
                  <a:lnTo>
                    <a:pt x="66597" y="214874"/>
                  </a:lnTo>
                  <a:lnTo>
                    <a:pt x="65794" y="213297"/>
                  </a:lnTo>
                  <a:lnTo>
                    <a:pt x="65580" y="212883"/>
                  </a:lnTo>
                  <a:lnTo>
                    <a:pt x="65367" y="212440"/>
                  </a:lnTo>
                  <a:lnTo>
                    <a:pt x="34234" y="168469"/>
                  </a:lnTo>
                  <a:lnTo>
                    <a:pt x="0" y="140199"/>
                  </a:lnTo>
                  <a:lnTo>
                    <a:pt x="80947" y="0"/>
                  </a:lnTo>
                  <a:lnTo>
                    <a:pt x="115727" y="24304"/>
                  </a:lnTo>
                  <a:lnTo>
                    <a:pt x="147615" y="53017"/>
                  </a:lnTo>
                  <a:lnTo>
                    <a:pt x="176140" y="86014"/>
                  </a:lnTo>
                  <a:lnTo>
                    <a:pt x="200833" y="123169"/>
                  </a:lnTo>
                  <a:lnTo>
                    <a:pt x="205286" y="131124"/>
                  </a:lnTo>
                  <a:lnTo>
                    <a:pt x="223318" y="169526"/>
                  </a:lnTo>
                  <a:lnTo>
                    <a:pt x="236577" y="210335"/>
                  </a:lnTo>
                  <a:lnTo>
                    <a:pt x="244788" y="253176"/>
                  </a:lnTo>
                  <a:lnTo>
                    <a:pt x="247609" y="297704"/>
                  </a:lnTo>
                  <a:lnTo>
                    <a:pt x="247257" y="313498"/>
                  </a:lnTo>
                  <a:lnTo>
                    <a:pt x="241973" y="360543"/>
                  </a:lnTo>
                  <a:lnTo>
                    <a:pt x="213345" y="408954"/>
                  </a:lnTo>
                  <a:lnTo>
                    <a:pt x="189408" y="422352"/>
                  </a:lnTo>
                  <a:lnTo>
                    <a:pt x="162245" y="427064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2592715" y="1850271"/>
              <a:ext cx="421640" cy="226060"/>
            </a:xfrm>
            <a:custGeom>
              <a:avLst/>
              <a:gdLst/>
              <a:ahLst/>
              <a:cxnLst/>
              <a:rect l="l" t="t" r="r" b="b"/>
              <a:pathLst>
                <a:path w="421639" h="226060">
                  <a:moveTo>
                    <a:pt x="340529" y="226047"/>
                  </a:moveTo>
                  <a:lnTo>
                    <a:pt x="299975" y="214988"/>
                  </a:lnTo>
                  <a:lnTo>
                    <a:pt x="268563" y="191933"/>
                  </a:lnTo>
                  <a:lnTo>
                    <a:pt x="247391" y="180047"/>
                  </a:lnTo>
                  <a:lnTo>
                    <a:pt x="224858" y="171013"/>
                  </a:lnTo>
                  <a:lnTo>
                    <a:pt x="201244" y="164963"/>
                  </a:lnTo>
                  <a:lnTo>
                    <a:pt x="200997" y="164933"/>
                  </a:lnTo>
                  <a:lnTo>
                    <a:pt x="200767" y="164916"/>
                  </a:lnTo>
                  <a:lnTo>
                    <a:pt x="200537" y="164866"/>
                  </a:lnTo>
                  <a:lnTo>
                    <a:pt x="195771" y="163996"/>
                  </a:lnTo>
                  <a:lnTo>
                    <a:pt x="190969" y="163289"/>
                  </a:lnTo>
                  <a:lnTo>
                    <a:pt x="186153" y="162778"/>
                  </a:lnTo>
                  <a:lnTo>
                    <a:pt x="185907" y="162761"/>
                  </a:lnTo>
                  <a:lnTo>
                    <a:pt x="185646" y="162728"/>
                  </a:lnTo>
                  <a:lnTo>
                    <a:pt x="185400" y="162695"/>
                  </a:lnTo>
                  <a:lnTo>
                    <a:pt x="183639" y="162515"/>
                  </a:lnTo>
                  <a:lnTo>
                    <a:pt x="181881" y="162385"/>
                  </a:lnTo>
                  <a:lnTo>
                    <a:pt x="180124" y="162251"/>
                  </a:lnTo>
                  <a:lnTo>
                    <a:pt x="179087" y="162188"/>
                  </a:lnTo>
                  <a:lnTo>
                    <a:pt x="178053" y="162104"/>
                  </a:lnTo>
                  <a:lnTo>
                    <a:pt x="177016" y="162054"/>
                  </a:lnTo>
                  <a:lnTo>
                    <a:pt x="173434" y="161848"/>
                  </a:lnTo>
                  <a:lnTo>
                    <a:pt x="169852" y="161744"/>
                  </a:lnTo>
                  <a:lnTo>
                    <a:pt x="166277" y="161744"/>
                  </a:lnTo>
                  <a:lnTo>
                    <a:pt x="144149" y="163064"/>
                  </a:lnTo>
                  <a:lnTo>
                    <a:pt x="122390" y="166991"/>
                  </a:lnTo>
                  <a:lnTo>
                    <a:pt x="101234" y="173476"/>
                  </a:lnTo>
                  <a:lnTo>
                    <a:pt x="80914" y="182469"/>
                  </a:lnTo>
                  <a:lnTo>
                    <a:pt x="0" y="42340"/>
                  </a:lnTo>
                  <a:lnTo>
                    <a:pt x="40318" y="23620"/>
                  </a:lnTo>
                  <a:lnTo>
                    <a:pt x="81781" y="10410"/>
                  </a:lnTo>
                  <a:lnTo>
                    <a:pt x="123917" y="2580"/>
                  </a:lnTo>
                  <a:lnTo>
                    <a:pt x="166254" y="0"/>
                  </a:lnTo>
                  <a:lnTo>
                    <a:pt x="174408" y="0"/>
                  </a:lnTo>
                  <a:lnTo>
                    <a:pt x="198169" y="1460"/>
                  </a:lnTo>
                  <a:lnTo>
                    <a:pt x="199453" y="1574"/>
                  </a:lnTo>
                  <a:lnTo>
                    <a:pt x="200733" y="1707"/>
                  </a:lnTo>
                  <a:lnTo>
                    <a:pt x="201407" y="1771"/>
                  </a:lnTo>
                  <a:lnTo>
                    <a:pt x="202081" y="1837"/>
                  </a:lnTo>
                  <a:lnTo>
                    <a:pt x="255756" y="11544"/>
                  </a:lnTo>
                  <a:lnTo>
                    <a:pt x="305632" y="28843"/>
                  </a:lnTo>
                  <a:lnTo>
                    <a:pt x="351753" y="53158"/>
                  </a:lnTo>
                  <a:lnTo>
                    <a:pt x="393477" y="83844"/>
                  </a:lnTo>
                  <a:lnTo>
                    <a:pt x="416134" y="115571"/>
                  </a:lnTo>
                  <a:lnTo>
                    <a:pt x="421322" y="152272"/>
                  </a:lnTo>
                  <a:lnTo>
                    <a:pt x="409613" y="187403"/>
                  </a:lnTo>
                  <a:lnTo>
                    <a:pt x="381578" y="214424"/>
                  </a:lnTo>
                  <a:lnTo>
                    <a:pt x="350558" y="225404"/>
                  </a:lnTo>
                  <a:lnTo>
                    <a:pt x="340529" y="226047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410343" y="1865584"/>
              <a:ext cx="340360" cy="325120"/>
            </a:xfrm>
            <a:custGeom>
              <a:avLst/>
              <a:gdLst/>
              <a:ahLst/>
              <a:cxnLst/>
              <a:rect l="l" t="t" r="r" b="b"/>
              <a:pathLst>
                <a:path w="340360" h="325119">
                  <a:moveTo>
                    <a:pt x="161859" y="324679"/>
                  </a:moveTo>
                  <a:lnTo>
                    <a:pt x="0" y="324679"/>
                  </a:lnTo>
                  <a:lnTo>
                    <a:pt x="4491" y="277502"/>
                  </a:lnTo>
                  <a:lnTo>
                    <a:pt x="15264" y="231474"/>
                  </a:lnTo>
                  <a:lnTo>
                    <a:pt x="32137" y="187271"/>
                  </a:lnTo>
                  <a:lnTo>
                    <a:pt x="54930" y="145570"/>
                  </a:lnTo>
                  <a:lnTo>
                    <a:pt x="83462" y="107046"/>
                  </a:lnTo>
                  <a:lnTo>
                    <a:pt x="117533" y="72492"/>
                  </a:lnTo>
                  <a:lnTo>
                    <a:pt x="152592" y="45172"/>
                  </a:lnTo>
                  <a:lnTo>
                    <a:pt x="191020" y="22422"/>
                  </a:lnTo>
                  <a:lnTo>
                    <a:pt x="232405" y="4655"/>
                  </a:lnTo>
                  <a:lnTo>
                    <a:pt x="259224" y="0"/>
                  </a:lnTo>
                  <a:lnTo>
                    <a:pt x="289883" y="6178"/>
                  </a:lnTo>
                  <a:lnTo>
                    <a:pt x="315590" y="23231"/>
                  </a:lnTo>
                  <a:lnTo>
                    <a:pt x="333269" y="48938"/>
                  </a:lnTo>
                  <a:lnTo>
                    <a:pt x="339845" y="81075"/>
                  </a:lnTo>
                  <a:lnTo>
                    <a:pt x="335941" y="105851"/>
                  </a:lnTo>
                  <a:lnTo>
                    <a:pt x="324928" y="127748"/>
                  </a:lnTo>
                  <a:lnTo>
                    <a:pt x="307859" y="145381"/>
                  </a:lnTo>
                  <a:lnTo>
                    <a:pt x="285787" y="157361"/>
                  </a:lnTo>
                  <a:lnTo>
                    <a:pt x="257678" y="170158"/>
                  </a:lnTo>
                  <a:lnTo>
                    <a:pt x="232284" y="187228"/>
                  </a:lnTo>
                  <a:lnTo>
                    <a:pt x="210065" y="208109"/>
                  </a:lnTo>
                  <a:lnTo>
                    <a:pt x="191479" y="232334"/>
                  </a:lnTo>
                  <a:lnTo>
                    <a:pt x="179570" y="253815"/>
                  </a:lnTo>
                  <a:lnTo>
                    <a:pt x="170608" y="276564"/>
                  </a:lnTo>
                  <a:lnTo>
                    <a:pt x="164672" y="300285"/>
                  </a:lnTo>
                  <a:lnTo>
                    <a:pt x="161859" y="324679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410260" y="2070016"/>
              <a:ext cx="227329" cy="425450"/>
            </a:xfrm>
            <a:custGeom>
              <a:avLst/>
              <a:gdLst/>
              <a:ahLst/>
              <a:cxnLst/>
              <a:rect l="l" t="t" r="r" b="b"/>
              <a:pathLst>
                <a:path w="227330" h="425450">
                  <a:moveTo>
                    <a:pt x="121081" y="393109"/>
                  </a:moveTo>
                  <a:lnTo>
                    <a:pt x="70915" y="340326"/>
                  </a:lnTo>
                  <a:lnTo>
                    <a:pt x="46761" y="303904"/>
                  </a:lnTo>
                  <a:lnTo>
                    <a:pt x="43753" y="298612"/>
                  </a:lnTo>
                  <a:lnTo>
                    <a:pt x="42256" y="295983"/>
                  </a:lnTo>
                  <a:lnTo>
                    <a:pt x="24288" y="257546"/>
                  </a:lnTo>
                  <a:lnTo>
                    <a:pt x="11025" y="216731"/>
                  </a:lnTo>
                  <a:lnTo>
                    <a:pt x="2814" y="173885"/>
                  </a:lnTo>
                  <a:lnTo>
                    <a:pt x="0" y="129356"/>
                  </a:lnTo>
                  <a:lnTo>
                    <a:pt x="344" y="113563"/>
                  </a:lnTo>
                  <a:lnTo>
                    <a:pt x="5635" y="66514"/>
                  </a:lnTo>
                  <a:lnTo>
                    <a:pt x="34258" y="18108"/>
                  </a:lnTo>
                  <a:lnTo>
                    <a:pt x="85349" y="0"/>
                  </a:lnTo>
                  <a:lnTo>
                    <a:pt x="95546" y="654"/>
                  </a:lnTo>
                  <a:lnTo>
                    <a:pt x="145076" y="26514"/>
                  </a:lnTo>
                  <a:lnTo>
                    <a:pt x="165484" y="70145"/>
                  </a:lnTo>
                  <a:lnTo>
                    <a:pt x="164837" y="95000"/>
                  </a:lnTo>
                  <a:lnTo>
                    <a:pt x="161922" y="119768"/>
                  </a:lnTo>
                  <a:lnTo>
                    <a:pt x="162308" y="144594"/>
                  </a:lnTo>
                  <a:lnTo>
                    <a:pt x="172874" y="193115"/>
                  </a:lnTo>
                  <a:lnTo>
                    <a:pt x="179480" y="208994"/>
                  </a:lnTo>
                  <a:lnTo>
                    <a:pt x="180221" y="210588"/>
                  </a:lnTo>
                  <a:lnTo>
                    <a:pt x="204781" y="248924"/>
                  </a:lnTo>
                  <a:lnTo>
                    <a:pt x="207931" y="252412"/>
                  </a:lnTo>
                  <a:lnTo>
                    <a:pt x="175038" y="252412"/>
                  </a:lnTo>
                  <a:lnTo>
                    <a:pt x="136073" y="262845"/>
                  </a:lnTo>
                  <a:lnTo>
                    <a:pt x="106001" y="291052"/>
                  </a:lnTo>
                  <a:lnTo>
                    <a:pt x="94294" y="326187"/>
                  </a:lnTo>
                  <a:lnTo>
                    <a:pt x="99487" y="362889"/>
                  </a:lnTo>
                  <a:lnTo>
                    <a:pt x="121081" y="393109"/>
                  </a:lnTo>
                  <a:close/>
                </a:path>
                <a:path w="227330" h="425450">
                  <a:moveTo>
                    <a:pt x="226882" y="271409"/>
                  </a:moveTo>
                  <a:lnTo>
                    <a:pt x="215093" y="263179"/>
                  </a:lnTo>
                  <a:lnTo>
                    <a:pt x="202308" y="257233"/>
                  </a:lnTo>
                  <a:lnTo>
                    <a:pt x="188850" y="253626"/>
                  </a:lnTo>
                  <a:lnTo>
                    <a:pt x="175038" y="252412"/>
                  </a:lnTo>
                  <a:lnTo>
                    <a:pt x="207931" y="252412"/>
                  </a:lnTo>
                  <a:lnTo>
                    <a:pt x="215345" y="260623"/>
                  </a:lnTo>
                  <a:lnTo>
                    <a:pt x="226882" y="271409"/>
                  </a:lnTo>
                  <a:close/>
                </a:path>
                <a:path w="227330" h="425450">
                  <a:moveTo>
                    <a:pt x="127449" y="398913"/>
                  </a:moveTo>
                  <a:lnTo>
                    <a:pt x="122153" y="394609"/>
                  </a:lnTo>
                  <a:lnTo>
                    <a:pt x="121081" y="393109"/>
                  </a:lnTo>
                  <a:lnTo>
                    <a:pt x="127449" y="398913"/>
                  </a:lnTo>
                  <a:close/>
                </a:path>
                <a:path w="227330" h="425450">
                  <a:moveTo>
                    <a:pt x="132166" y="402747"/>
                  </a:moveTo>
                  <a:lnTo>
                    <a:pt x="129774" y="401033"/>
                  </a:lnTo>
                  <a:lnTo>
                    <a:pt x="128260" y="399653"/>
                  </a:lnTo>
                  <a:lnTo>
                    <a:pt x="130057" y="401033"/>
                  </a:lnTo>
                  <a:lnTo>
                    <a:pt x="132166" y="402747"/>
                  </a:lnTo>
                  <a:close/>
                </a:path>
                <a:path w="227330" h="425450">
                  <a:moveTo>
                    <a:pt x="163703" y="425200"/>
                  </a:moveTo>
                  <a:lnTo>
                    <a:pt x="152897" y="418133"/>
                  </a:lnTo>
                  <a:lnTo>
                    <a:pt x="142360" y="410674"/>
                  </a:lnTo>
                  <a:lnTo>
                    <a:pt x="129758" y="401033"/>
                  </a:lnTo>
                  <a:lnTo>
                    <a:pt x="163703" y="425200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/>
          <p:cNvGrpSpPr/>
          <p:nvPr/>
        </p:nvGrpSpPr>
        <p:grpSpPr>
          <a:xfrm>
            <a:off x="3264212" y="1856198"/>
            <a:ext cx="652145" cy="687705"/>
            <a:chOff x="3264212" y="1856198"/>
            <a:chExt cx="652145" cy="687705"/>
          </a:xfrm>
        </p:grpSpPr>
        <p:sp>
          <p:nvSpPr>
            <p:cNvPr id="154" name="object 154"/>
            <p:cNvSpPr/>
            <p:nvPr/>
          </p:nvSpPr>
          <p:spPr>
            <a:xfrm>
              <a:off x="3351064" y="2068814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39">
                  <a:moveTo>
                    <a:pt x="102660" y="205364"/>
                  </a:moveTo>
                  <a:lnTo>
                    <a:pt x="62700" y="197295"/>
                  </a:lnTo>
                  <a:lnTo>
                    <a:pt x="30068" y="175289"/>
                  </a:lnTo>
                  <a:lnTo>
                    <a:pt x="8067" y="142651"/>
                  </a:lnTo>
                  <a:lnTo>
                    <a:pt x="0" y="102682"/>
                  </a:lnTo>
                  <a:lnTo>
                    <a:pt x="8067" y="62713"/>
                  </a:lnTo>
                  <a:lnTo>
                    <a:pt x="30068" y="30074"/>
                  </a:lnTo>
                  <a:lnTo>
                    <a:pt x="62700" y="8069"/>
                  </a:lnTo>
                  <a:lnTo>
                    <a:pt x="102660" y="0"/>
                  </a:lnTo>
                  <a:lnTo>
                    <a:pt x="122781" y="1991"/>
                  </a:lnTo>
                  <a:lnTo>
                    <a:pt x="159616" y="17251"/>
                  </a:lnTo>
                  <a:lnTo>
                    <a:pt x="188072" y="45714"/>
                  </a:lnTo>
                  <a:lnTo>
                    <a:pt x="203329" y="82556"/>
                  </a:lnTo>
                  <a:lnTo>
                    <a:pt x="205320" y="102682"/>
                  </a:lnTo>
                  <a:lnTo>
                    <a:pt x="197252" y="142651"/>
                  </a:lnTo>
                  <a:lnTo>
                    <a:pt x="175252" y="175289"/>
                  </a:lnTo>
                  <a:lnTo>
                    <a:pt x="142620" y="197295"/>
                  </a:lnTo>
                  <a:lnTo>
                    <a:pt x="102660" y="205364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3264212" y="2171441"/>
              <a:ext cx="89535" cy="0"/>
            </a:xfrm>
            <a:custGeom>
              <a:avLst/>
              <a:gdLst/>
              <a:ahLst/>
              <a:cxnLst/>
              <a:rect l="l" t="t" r="r" b="b"/>
              <a:pathLst>
                <a:path w="89535" h="0">
                  <a:moveTo>
                    <a:pt x="89075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3401753" y="2234279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39">
                  <a:moveTo>
                    <a:pt x="102659" y="205364"/>
                  </a:moveTo>
                  <a:lnTo>
                    <a:pt x="62700" y="197295"/>
                  </a:lnTo>
                  <a:lnTo>
                    <a:pt x="30068" y="175289"/>
                  </a:lnTo>
                  <a:lnTo>
                    <a:pt x="8067" y="142650"/>
                  </a:lnTo>
                  <a:lnTo>
                    <a:pt x="0" y="102682"/>
                  </a:lnTo>
                  <a:lnTo>
                    <a:pt x="8067" y="62713"/>
                  </a:lnTo>
                  <a:lnTo>
                    <a:pt x="30068" y="30074"/>
                  </a:lnTo>
                  <a:lnTo>
                    <a:pt x="62700" y="8069"/>
                  </a:lnTo>
                  <a:lnTo>
                    <a:pt x="102659" y="0"/>
                  </a:lnTo>
                  <a:lnTo>
                    <a:pt x="122781" y="1991"/>
                  </a:lnTo>
                  <a:lnTo>
                    <a:pt x="159616" y="17251"/>
                  </a:lnTo>
                  <a:lnTo>
                    <a:pt x="188072" y="45714"/>
                  </a:lnTo>
                  <a:lnTo>
                    <a:pt x="203329" y="82556"/>
                  </a:lnTo>
                  <a:lnTo>
                    <a:pt x="205320" y="102682"/>
                  </a:lnTo>
                  <a:lnTo>
                    <a:pt x="197252" y="142650"/>
                  </a:lnTo>
                  <a:lnTo>
                    <a:pt x="175251" y="175289"/>
                  </a:lnTo>
                  <a:lnTo>
                    <a:pt x="142620" y="197295"/>
                  </a:lnTo>
                  <a:lnTo>
                    <a:pt x="102659" y="205364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3504347" y="2437351"/>
              <a:ext cx="0" cy="106680"/>
            </a:xfrm>
            <a:custGeom>
              <a:avLst/>
              <a:gdLst/>
              <a:ahLst/>
              <a:cxnLst/>
              <a:rect l="l" t="t" r="r" b="b"/>
              <a:pathLst>
                <a:path w="0" h="106680">
                  <a:moveTo>
                    <a:pt x="0" y="10618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5F7D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3575715" y="2234279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39">
                  <a:moveTo>
                    <a:pt x="102660" y="205364"/>
                  </a:moveTo>
                  <a:lnTo>
                    <a:pt x="62700" y="197295"/>
                  </a:lnTo>
                  <a:lnTo>
                    <a:pt x="30068" y="175289"/>
                  </a:lnTo>
                  <a:lnTo>
                    <a:pt x="8067" y="142650"/>
                  </a:lnTo>
                  <a:lnTo>
                    <a:pt x="0" y="102682"/>
                  </a:lnTo>
                  <a:lnTo>
                    <a:pt x="8067" y="62713"/>
                  </a:lnTo>
                  <a:lnTo>
                    <a:pt x="30068" y="30074"/>
                  </a:lnTo>
                  <a:lnTo>
                    <a:pt x="62700" y="8069"/>
                  </a:lnTo>
                  <a:lnTo>
                    <a:pt x="102660" y="0"/>
                  </a:lnTo>
                  <a:lnTo>
                    <a:pt x="122781" y="1991"/>
                  </a:lnTo>
                  <a:lnTo>
                    <a:pt x="159616" y="17251"/>
                  </a:lnTo>
                  <a:lnTo>
                    <a:pt x="188072" y="45714"/>
                  </a:lnTo>
                  <a:lnTo>
                    <a:pt x="203329" y="82556"/>
                  </a:lnTo>
                  <a:lnTo>
                    <a:pt x="205320" y="102682"/>
                  </a:lnTo>
                  <a:lnTo>
                    <a:pt x="197253" y="142650"/>
                  </a:lnTo>
                  <a:lnTo>
                    <a:pt x="175252" y="175289"/>
                  </a:lnTo>
                  <a:lnTo>
                    <a:pt x="142620" y="197295"/>
                  </a:lnTo>
                  <a:lnTo>
                    <a:pt x="102660" y="205364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3678313" y="2437351"/>
              <a:ext cx="0" cy="106680"/>
            </a:xfrm>
            <a:custGeom>
              <a:avLst/>
              <a:gdLst/>
              <a:ahLst/>
              <a:cxnLst/>
              <a:rect l="l" t="t" r="r" b="b"/>
              <a:pathLst>
                <a:path w="0" h="106680">
                  <a:moveTo>
                    <a:pt x="0" y="10618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869F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3625596" y="2066786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39">
                  <a:moveTo>
                    <a:pt x="102660" y="205364"/>
                  </a:moveTo>
                  <a:lnTo>
                    <a:pt x="62700" y="197295"/>
                  </a:lnTo>
                  <a:lnTo>
                    <a:pt x="30068" y="175289"/>
                  </a:lnTo>
                  <a:lnTo>
                    <a:pt x="8067" y="142650"/>
                  </a:lnTo>
                  <a:lnTo>
                    <a:pt x="0" y="102682"/>
                  </a:lnTo>
                  <a:lnTo>
                    <a:pt x="8067" y="62713"/>
                  </a:lnTo>
                  <a:lnTo>
                    <a:pt x="30068" y="30074"/>
                  </a:lnTo>
                  <a:lnTo>
                    <a:pt x="62700" y="8069"/>
                  </a:lnTo>
                  <a:lnTo>
                    <a:pt x="102660" y="0"/>
                  </a:lnTo>
                  <a:lnTo>
                    <a:pt x="122781" y="1991"/>
                  </a:lnTo>
                  <a:lnTo>
                    <a:pt x="159616" y="17251"/>
                  </a:lnTo>
                  <a:lnTo>
                    <a:pt x="188072" y="45714"/>
                  </a:lnTo>
                  <a:lnTo>
                    <a:pt x="203329" y="82556"/>
                  </a:lnTo>
                  <a:lnTo>
                    <a:pt x="205320" y="102682"/>
                  </a:lnTo>
                  <a:lnTo>
                    <a:pt x="197252" y="142650"/>
                  </a:lnTo>
                  <a:lnTo>
                    <a:pt x="175251" y="175289"/>
                  </a:lnTo>
                  <a:lnTo>
                    <a:pt x="142620" y="197295"/>
                  </a:lnTo>
                  <a:lnTo>
                    <a:pt x="102660" y="205364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3827545" y="2171433"/>
              <a:ext cx="88900" cy="0"/>
            </a:xfrm>
            <a:custGeom>
              <a:avLst/>
              <a:gdLst/>
              <a:ahLst/>
              <a:cxnLst/>
              <a:rect l="l" t="t" r="r" b="b"/>
              <a:pathLst>
                <a:path w="88900" h="0">
                  <a:moveTo>
                    <a:pt x="8851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A5B7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3485288" y="1959708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39">
                  <a:moveTo>
                    <a:pt x="102660" y="205364"/>
                  </a:moveTo>
                  <a:lnTo>
                    <a:pt x="62700" y="197295"/>
                  </a:lnTo>
                  <a:lnTo>
                    <a:pt x="30068" y="175289"/>
                  </a:lnTo>
                  <a:lnTo>
                    <a:pt x="8067" y="142650"/>
                  </a:lnTo>
                  <a:lnTo>
                    <a:pt x="0" y="102682"/>
                  </a:lnTo>
                  <a:lnTo>
                    <a:pt x="8067" y="62713"/>
                  </a:lnTo>
                  <a:lnTo>
                    <a:pt x="30068" y="30074"/>
                  </a:lnTo>
                  <a:lnTo>
                    <a:pt x="62700" y="8069"/>
                  </a:lnTo>
                  <a:lnTo>
                    <a:pt x="102660" y="0"/>
                  </a:lnTo>
                  <a:lnTo>
                    <a:pt x="122781" y="1991"/>
                  </a:lnTo>
                  <a:lnTo>
                    <a:pt x="159616" y="17251"/>
                  </a:lnTo>
                  <a:lnTo>
                    <a:pt x="188072" y="45714"/>
                  </a:lnTo>
                  <a:lnTo>
                    <a:pt x="203329" y="82556"/>
                  </a:lnTo>
                  <a:lnTo>
                    <a:pt x="205320" y="102682"/>
                  </a:lnTo>
                  <a:lnTo>
                    <a:pt x="197253" y="142650"/>
                  </a:lnTo>
                  <a:lnTo>
                    <a:pt x="175252" y="175289"/>
                  </a:lnTo>
                  <a:lnTo>
                    <a:pt x="142620" y="197295"/>
                  </a:lnTo>
                  <a:lnTo>
                    <a:pt x="102660" y="205364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587883" y="1856198"/>
              <a:ext cx="0" cy="106680"/>
            </a:xfrm>
            <a:custGeom>
              <a:avLst/>
              <a:gdLst/>
              <a:ahLst/>
              <a:cxnLst/>
              <a:rect l="l" t="t" r="r" b="b"/>
              <a:pathLst>
                <a:path w="0" h="106680">
                  <a:moveTo>
                    <a:pt x="0" y="10618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BAC8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057153" y="1858127"/>
            <a:ext cx="751205" cy="683895"/>
            <a:chOff x="4057153" y="1858127"/>
            <a:chExt cx="751205" cy="683895"/>
          </a:xfrm>
        </p:grpSpPr>
        <p:sp>
          <p:nvSpPr>
            <p:cNvPr id="20" name="object 20"/>
            <p:cNvSpPr/>
            <p:nvPr/>
          </p:nvSpPr>
          <p:spPr>
            <a:xfrm>
              <a:off x="4090623" y="2207438"/>
              <a:ext cx="334645" cy="334645"/>
            </a:xfrm>
            <a:custGeom>
              <a:avLst/>
              <a:gdLst/>
              <a:ahLst/>
              <a:cxnLst/>
              <a:rect l="l" t="t" r="r" b="b"/>
              <a:pathLst>
                <a:path w="334645" h="334644">
                  <a:moveTo>
                    <a:pt x="334415" y="334392"/>
                  </a:moveTo>
                  <a:lnTo>
                    <a:pt x="282267" y="329278"/>
                  </a:lnTo>
                  <a:lnTo>
                    <a:pt x="231939" y="316376"/>
                  </a:lnTo>
                  <a:lnTo>
                    <a:pt x="184278" y="296048"/>
                  </a:lnTo>
                  <a:lnTo>
                    <a:pt x="140126" y="268652"/>
                  </a:lnTo>
                  <a:lnTo>
                    <a:pt x="100328" y="234549"/>
                  </a:lnTo>
                  <a:lnTo>
                    <a:pt x="106576" y="215723"/>
                  </a:lnTo>
                  <a:lnTo>
                    <a:pt x="107888" y="196245"/>
                  </a:lnTo>
                  <a:lnTo>
                    <a:pt x="95940" y="159078"/>
                  </a:lnTo>
                  <a:lnTo>
                    <a:pt x="67522" y="132213"/>
                  </a:lnTo>
                  <a:lnTo>
                    <a:pt x="29679" y="122460"/>
                  </a:lnTo>
                  <a:lnTo>
                    <a:pt x="28283" y="122460"/>
                  </a:lnTo>
                  <a:lnTo>
                    <a:pt x="26927" y="122540"/>
                  </a:lnTo>
                  <a:lnTo>
                    <a:pt x="25530" y="122579"/>
                  </a:lnTo>
                  <a:lnTo>
                    <a:pt x="14899" y="92909"/>
                  </a:lnTo>
                  <a:lnTo>
                    <a:pt x="7080" y="62471"/>
                  </a:lnTo>
                  <a:lnTo>
                    <a:pt x="2104" y="31443"/>
                  </a:lnTo>
                  <a:lnTo>
                    <a:pt x="0" y="0"/>
                  </a:lnTo>
                  <a:lnTo>
                    <a:pt x="207159" y="0"/>
                  </a:lnTo>
                  <a:lnTo>
                    <a:pt x="219009" y="48288"/>
                  </a:lnTo>
                  <a:lnTo>
                    <a:pt x="246492" y="87916"/>
                  </a:lnTo>
                  <a:lnTo>
                    <a:pt x="286123" y="115397"/>
                  </a:lnTo>
                  <a:lnTo>
                    <a:pt x="334415" y="127246"/>
                  </a:lnTo>
                  <a:lnTo>
                    <a:pt x="334415" y="334392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7153" y="2345016"/>
              <a:ext cx="126338" cy="12636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40037" y="2207438"/>
              <a:ext cx="334645" cy="334645"/>
            </a:xfrm>
            <a:custGeom>
              <a:avLst/>
              <a:gdLst/>
              <a:ahLst/>
              <a:cxnLst/>
              <a:rect l="l" t="t" r="r" b="b"/>
              <a:pathLst>
                <a:path w="334645" h="334644">
                  <a:moveTo>
                    <a:pt x="0" y="334392"/>
                  </a:moveTo>
                  <a:lnTo>
                    <a:pt x="0" y="127246"/>
                  </a:lnTo>
                  <a:lnTo>
                    <a:pt x="48279" y="115363"/>
                  </a:lnTo>
                  <a:lnTo>
                    <a:pt x="87882" y="87886"/>
                  </a:lnTo>
                  <a:lnTo>
                    <a:pt x="115338" y="48277"/>
                  </a:lnTo>
                  <a:lnTo>
                    <a:pt x="127176" y="0"/>
                  </a:lnTo>
                  <a:lnTo>
                    <a:pt x="334415" y="0"/>
                  </a:lnTo>
                  <a:lnTo>
                    <a:pt x="332304" y="31443"/>
                  </a:lnTo>
                  <a:lnTo>
                    <a:pt x="327314" y="62471"/>
                  </a:lnTo>
                  <a:lnTo>
                    <a:pt x="319482" y="92909"/>
                  </a:lnTo>
                  <a:lnTo>
                    <a:pt x="308844" y="122579"/>
                  </a:lnTo>
                  <a:lnTo>
                    <a:pt x="307527" y="122460"/>
                  </a:lnTo>
                  <a:lnTo>
                    <a:pt x="304695" y="122460"/>
                  </a:lnTo>
                  <a:lnTo>
                    <a:pt x="266858" y="132203"/>
                  </a:lnTo>
                  <a:lnTo>
                    <a:pt x="238474" y="158998"/>
                  </a:lnTo>
                  <a:lnTo>
                    <a:pt x="226507" y="196235"/>
                  </a:lnTo>
                  <a:lnTo>
                    <a:pt x="227816" y="215721"/>
                  </a:lnTo>
                  <a:lnTo>
                    <a:pt x="234046" y="234549"/>
                  </a:lnTo>
                  <a:lnTo>
                    <a:pt x="194268" y="268652"/>
                  </a:lnTo>
                  <a:lnTo>
                    <a:pt x="150128" y="296048"/>
                  </a:lnTo>
                  <a:lnTo>
                    <a:pt x="102472" y="316376"/>
                  </a:lnTo>
                  <a:lnTo>
                    <a:pt x="52147" y="329278"/>
                  </a:lnTo>
                  <a:lnTo>
                    <a:pt x="0" y="334392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1584" y="2345016"/>
              <a:ext cx="126258" cy="1263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40037" y="1858127"/>
              <a:ext cx="334645" cy="334645"/>
            </a:xfrm>
            <a:custGeom>
              <a:avLst/>
              <a:gdLst/>
              <a:ahLst/>
              <a:cxnLst/>
              <a:rect l="l" t="t" r="r" b="b"/>
              <a:pathLst>
                <a:path w="334645" h="334644">
                  <a:moveTo>
                    <a:pt x="334335" y="334392"/>
                  </a:moveTo>
                  <a:lnTo>
                    <a:pt x="127176" y="334392"/>
                  </a:lnTo>
                  <a:lnTo>
                    <a:pt x="115338" y="286070"/>
                  </a:lnTo>
                  <a:lnTo>
                    <a:pt x="87882" y="246446"/>
                  </a:lnTo>
                  <a:lnTo>
                    <a:pt x="48279" y="218983"/>
                  </a:lnTo>
                  <a:lnTo>
                    <a:pt x="0" y="207145"/>
                  </a:lnTo>
                  <a:lnTo>
                    <a:pt x="0" y="0"/>
                  </a:lnTo>
                  <a:lnTo>
                    <a:pt x="52147" y="5075"/>
                  </a:lnTo>
                  <a:lnTo>
                    <a:pt x="102470" y="17953"/>
                  </a:lnTo>
                  <a:lnTo>
                    <a:pt x="150119" y="38269"/>
                  </a:lnTo>
                  <a:lnTo>
                    <a:pt x="194248" y="65661"/>
                  </a:lnTo>
                  <a:lnTo>
                    <a:pt x="234006" y="99763"/>
                  </a:lnTo>
                  <a:lnTo>
                    <a:pt x="227798" y="118596"/>
                  </a:lnTo>
                  <a:lnTo>
                    <a:pt x="226492" y="138092"/>
                  </a:lnTo>
                  <a:lnTo>
                    <a:pt x="238395" y="175313"/>
                  </a:lnTo>
                  <a:lnTo>
                    <a:pt x="266813" y="202119"/>
                  </a:lnTo>
                  <a:lnTo>
                    <a:pt x="304655" y="211932"/>
                  </a:lnTo>
                  <a:lnTo>
                    <a:pt x="306051" y="211932"/>
                  </a:lnTo>
                  <a:lnTo>
                    <a:pt x="307448" y="211852"/>
                  </a:lnTo>
                  <a:lnTo>
                    <a:pt x="308804" y="211812"/>
                  </a:lnTo>
                  <a:lnTo>
                    <a:pt x="319447" y="241449"/>
                  </a:lnTo>
                  <a:lnTo>
                    <a:pt x="327284" y="271890"/>
                  </a:lnTo>
                  <a:lnTo>
                    <a:pt x="332265" y="302938"/>
                  </a:lnTo>
                  <a:lnTo>
                    <a:pt x="334335" y="334392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81584" y="1928571"/>
              <a:ext cx="126258" cy="12628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90623" y="1858127"/>
              <a:ext cx="334645" cy="334645"/>
            </a:xfrm>
            <a:custGeom>
              <a:avLst/>
              <a:gdLst/>
              <a:ahLst/>
              <a:cxnLst/>
              <a:rect l="l" t="t" r="r" b="b"/>
              <a:pathLst>
                <a:path w="334645" h="334644">
                  <a:moveTo>
                    <a:pt x="207159" y="334312"/>
                  </a:moveTo>
                  <a:lnTo>
                    <a:pt x="0" y="334312"/>
                  </a:lnTo>
                  <a:lnTo>
                    <a:pt x="2104" y="302887"/>
                  </a:lnTo>
                  <a:lnTo>
                    <a:pt x="7080" y="271865"/>
                  </a:lnTo>
                  <a:lnTo>
                    <a:pt x="14899" y="241442"/>
                  </a:lnTo>
                  <a:lnTo>
                    <a:pt x="25530" y="211812"/>
                  </a:lnTo>
                  <a:lnTo>
                    <a:pt x="26886" y="211852"/>
                  </a:lnTo>
                  <a:lnTo>
                    <a:pt x="29679" y="211852"/>
                  </a:lnTo>
                  <a:lnTo>
                    <a:pt x="67522" y="202109"/>
                  </a:lnTo>
                  <a:lnTo>
                    <a:pt x="95940" y="175313"/>
                  </a:lnTo>
                  <a:lnTo>
                    <a:pt x="107888" y="138092"/>
                  </a:lnTo>
                  <a:lnTo>
                    <a:pt x="106576" y="118596"/>
                  </a:lnTo>
                  <a:lnTo>
                    <a:pt x="100328" y="99763"/>
                  </a:lnTo>
                  <a:lnTo>
                    <a:pt x="140126" y="65661"/>
                  </a:lnTo>
                  <a:lnTo>
                    <a:pt x="184278" y="38269"/>
                  </a:lnTo>
                  <a:lnTo>
                    <a:pt x="231939" y="17953"/>
                  </a:lnTo>
                  <a:lnTo>
                    <a:pt x="282267" y="5075"/>
                  </a:lnTo>
                  <a:lnTo>
                    <a:pt x="334415" y="0"/>
                  </a:lnTo>
                  <a:lnTo>
                    <a:pt x="334415" y="207145"/>
                  </a:lnTo>
                  <a:lnTo>
                    <a:pt x="286123" y="218982"/>
                  </a:lnTo>
                  <a:lnTo>
                    <a:pt x="246492" y="246436"/>
                  </a:lnTo>
                  <a:lnTo>
                    <a:pt x="219009" y="286036"/>
                  </a:lnTo>
                  <a:lnTo>
                    <a:pt x="207159" y="334312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7153" y="1928571"/>
              <a:ext cx="126338" cy="126289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4963358" y="1878720"/>
            <a:ext cx="661670" cy="661670"/>
            <a:chOff x="4963358" y="1878720"/>
            <a:chExt cx="661670" cy="661670"/>
          </a:xfrm>
        </p:grpSpPr>
        <p:sp>
          <p:nvSpPr>
            <p:cNvPr id="59" name="object 59"/>
            <p:cNvSpPr/>
            <p:nvPr/>
          </p:nvSpPr>
          <p:spPr>
            <a:xfrm>
              <a:off x="4963358" y="1878720"/>
              <a:ext cx="661670" cy="661670"/>
            </a:xfrm>
            <a:custGeom>
              <a:avLst/>
              <a:gdLst/>
              <a:ahLst/>
              <a:cxnLst/>
              <a:rect l="l" t="t" r="r" b="b"/>
              <a:pathLst>
                <a:path w="661670" h="661669">
                  <a:moveTo>
                    <a:pt x="330669" y="661187"/>
                  </a:moveTo>
                  <a:lnTo>
                    <a:pt x="281805" y="657603"/>
                  </a:lnTo>
                  <a:lnTo>
                    <a:pt x="235167" y="647190"/>
                  </a:lnTo>
                  <a:lnTo>
                    <a:pt x="191267" y="630461"/>
                  </a:lnTo>
                  <a:lnTo>
                    <a:pt x="150616" y="607926"/>
                  </a:lnTo>
                  <a:lnTo>
                    <a:pt x="113726" y="580098"/>
                  </a:lnTo>
                  <a:lnTo>
                    <a:pt x="81107" y="547487"/>
                  </a:lnTo>
                  <a:lnTo>
                    <a:pt x="53272" y="510605"/>
                  </a:lnTo>
                  <a:lnTo>
                    <a:pt x="30733" y="469963"/>
                  </a:lnTo>
                  <a:lnTo>
                    <a:pt x="14000" y="426073"/>
                  </a:lnTo>
                  <a:lnTo>
                    <a:pt x="3585" y="379446"/>
                  </a:lnTo>
                  <a:lnTo>
                    <a:pt x="0" y="330593"/>
                  </a:lnTo>
                  <a:lnTo>
                    <a:pt x="3585" y="281741"/>
                  </a:lnTo>
                  <a:lnTo>
                    <a:pt x="14000" y="235113"/>
                  </a:lnTo>
                  <a:lnTo>
                    <a:pt x="30733" y="191223"/>
                  </a:lnTo>
                  <a:lnTo>
                    <a:pt x="53272" y="150581"/>
                  </a:lnTo>
                  <a:lnTo>
                    <a:pt x="81107" y="113699"/>
                  </a:lnTo>
                  <a:lnTo>
                    <a:pt x="113726" y="81089"/>
                  </a:lnTo>
                  <a:lnTo>
                    <a:pt x="150616" y="53260"/>
                  </a:lnTo>
                  <a:lnTo>
                    <a:pt x="191267" y="30726"/>
                  </a:lnTo>
                  <a:lnTo>
                    <a:pt x="235167" y="13997"/>
                  </a:lnTo>
                  <a:lnTo>
                    <a:pt x="281805" y="3584"/>
                  </a:lnTo>
                  <a:lnTo>
                    <a:pt x="330669" y="0"/>
                  </a:lnTo>
                  <a:lnTo>
                    <a:pt x="382709" y="4118"/>
                  </a:lnTo>
                  <a:lnTo>
                    <a:pt x="432999" y="16228"/>
                  </a:lnTo>
                  <a:lnTo>
                    <a:pt x="480651" y="35961"/>
                  </a:lnTo>
                  <a:lnTo>
                    <a:pt x="524776" y="62951"/>
                  </a:lnTo>
                  <a:lnTo>
                    <a:pt x="564487" y="96828"/>
                  </a:lnTo>
                  <a:lnTo>
                    <a:pt x="598373" y="136530"/>
                  </a:lnTo>
                  <a:lnTo>
                    <a:pt x="625368" y="180645"/>
                  </a:lnTo>
                  <a:lnTo>
                    <a:pt x="645106" y="228286"/>
                  </a:lnTo>
                  <a:lnTo>
                    <a:pt x="657219" y="278565"/>
                  </a:lnTo>
                  <a:lnTo>
                    <a:pt x="661338" y="330593"/>
                  </a:lnTo>
                  <a:lnTo>
                    <a:pt x="657753" y="379446"/>
                  </a:lnTo>
                  <a:lnTo>
                    <a:pt x="647338" y="426073"/>
                  </a:lnTo>
                  <a:lnTo>
                    <a:pt x="630605" y="469963"/>
                  </a:lnTo>
                  <a:lnTo>
                    <a:pt x="608066" y="510605"/>
                  </a:lnTo>
                  <a:lnTo>
                    <a:pt x="580231" y="547487"/>
                  </a:lnTo>
                  <a:lnTo>
                    <a:pt x="547612" y="580098"/>
                  </a:lnTo>
                  <a:lnTo>
                    <a:pt x="510722" y="607926"/>
                  </a:lnTo>
                  <a:lnTo>
                    <a:pt x="470071" y="630461"/>
                  </a:lnTo>
                  <a:lnTo>
                    <a:pt x="426171" y="647190"/>
                  </a:lnTo>
                  <a:lnTo>
                    <a:pt x="379533" y="657603"/>
                  </a:lnTo>
                  <a:lnTo>
                    <a:pt x="330669" y="661187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023294" y="1938631"/>
              <a:ext cx="541655" cy="541655"/>
            </a:xfrm>
            <a:custGeom>
              <a:avLst/>
              <a:gdLst/>
              <a:ahLst/>
              <a:cxnLst/>
              <a:rect l="l" t="t" r="r" b="b"/>
              <a:pathLst>
                <a:path w="541654" h="541655">
                  <a:moveTo>
                    <a:pt x="270733" y="541365"/>
                  </a:moveTo>
                  <a:lnTo>
                    <a:pt x="222068" y="537004"/>
                  </a:lnTo>
                  <a:lnTo>
                    <a:pt x="176265" y="524431"/>
                  </a:lnTo>
                  <a:lnTo>
                    <a:pt x="134088" y="504409"/>
                  </a:lnTo>
                  <a:lnTo>
                    <a:pt x="96303" y="477704"/>
                  </a:lnTo>
                  <a:lnTo>
                    <a:pt x="63673" y="445080"/>
                  </a:lnTo>
                  <a:lnTo>
                    <a:pt x="36962" y="407301"/>
                  </a:lnTo>
                  <a:lnTo>
                    <a:pt x="16937" y="365133"/>
                  </a:lnTo>
                  <a:lnTo>
                    <a:pt x="4361" y="319338"/>
                  </a:lnTo>
                  <a:lnTo>
                    <a:pt x="0" y="270682"/>
                  </a:lnTo>
                  <a:lnTo>
                    <a:pt x="4361" y="222027"/>
                  </a:lnTo>
                  <a:lnTo>
                    <a:pt x="16937" y="176232"/>
                  </a:lnTo>
                  <a:lnTo>
                    <a:pt x="36962" y="134064"/>
                  </a:lnTo>
                  <a:lnTo>
                    <a:pt x="63673" y="96285"/>
                  </a:lnTo>
                  <a:lnTo>
                    <a:pt x="96303" y="63661"/>
                  </a:lnTo>
                  <a:lnTo>
                    <a:pt x="134088" y="36956"/>
                  </a:lnTo>
                  <a:lnTo>
                    <a:pt x="176265" y="16934"/>
                  </a:lnTo>
                  <a:lnTo>
                    <a:pt x="222068" y="4361"/>
                  </a:lnTo>
                  <a:lnTo>
                    <a:pt x="270733" y="0"/>
                  </a:lnTo>
                  <a:lnTo>
                    <a:pt x="323797" y="5249"/>
                  </a:lnTo>
                  <a:lnTo>
                    <a:pt x="374338" y="20604"/>
                  </a:lnTo>
                  <a:lnTo>
                    <a:pt x="420936" y="45477"/>
                  </a:lnTo>
                  <a:lnTo>
                    <a:pt x="462170" y="79281"/>
                  </a:lnTo>
                  <a:lnTo>
                    <a:pt x="495980" y="120507"/>
                  </a:lnTo>
                  <a:lnTo>
                    <a:pt x="520858" y="167096"/>
                  </a:lnTo>
                  <a:lnTo>
                    <a:pt x="536216" y="217628"/>
                  </a:lnTo>
                  <a:lnTo>
                    <a:pt x="541466" y="270682"/>
                  </a:lnTo>
                  <a:lnTo>
                    <a:pt x="537104" y="319338"/>
                  </a:lnTo>
                  <a:lnTo>
                    <a:pt x="524528" y="365133"/>
                  </a:lnTo>
                  <a:lnTo>
                    <a:pt x="504503" y="407301"/>
                  </a:lnTo>
                  <a:lnTo>
                    <a:pt x="477793" y="445080"/>
                  </a:lnTo>
                  <a:lnTo>
                    <a:pt x="445163" y="477704"/>
                  </a:lnTo>
                  <a:lnTo>
                    <a:pt x="407377" y="504409"/>
                  </a:lnTo>
                  <a:lnTo>
                    <a:pt x="365201" y="524431"/>
                  </a:lnTo>
                  <a:lnTo>
                    <a:pt x="319398" y="537004"/>
                  </a:lnTo>
                  <a:lnTo>
                    <a:pt x="270733" y="541365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097300" y="2012587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727" y="393454"/>
                  </a:moveTo>
                  <a:lnTo>
                    <a:pt x="151619" y="388259"/>
                  </a:lnTo>
                  <a:lnTo>
                    <a:pt x="110211" y="373459"/>
                  </a:lnTo>
                  <a:lnTo>
                    <a:pt x="73684" y="350236"/>
                  </a:lnTo>
                  <a:lnTo>
                    <a:pt x="43218" y="319770"/>
                  </a:lnTo>
                  <a:lnTo>
                    <a:pt x="19995" y="283243"/>
                  </a:lnTo>
                  <a:lnTo>
                    <a:pt x="5195" y="241835"/>
                  </a:lnTo>
                  <a:lnTo>
                    <a:pt x="0" y="196727"/>
                  </a:lnTo>
                  <a:lnTo>
                    <a:pt x="5195" y="151619"/>
                  </a:lnTo>
                  <a:lnTo>
                    <a:pt x="19995" y="110211"/>
                  </a:lnTo>
                  <a:lnTo>
                    <a:pt x="43218" y="73684"/>
                  </a:lnTo>
                  <a:lnTo>
                    <a:pt x="73684" y="43218"/>
                  </a:lnTo>
                  <a:lnTo>
                    <a:pt x="110211" y="19995"/>
                  </a:lnTo>
                  <a:lnTo>
                    <a:pt x="151619" y="5195"/>
                  </a:lnTo>
                  <a:lnTo>
                    <a:pt x="196727" y="0"/>
                  </a:lnTo>
                  <a:lnTo>
                    <a:pt x="235286" y="3814"/>
                  </a:lnTo>
                  <a:lnTo>
                    <a:pt x="272011" y="14975"/>
                  </a:lnTo>
                  <a:lnTo>
                    <a:pt x="305872" y="33052"/>
                  </a:lnTo>
                  <a:lnTo>
                    <a:pt x="335834" y="57620"/>
                  </a:lnTo>
                  <a:lnTo>
                    <a:pt x="360402" y="87582"/>
                  </a:lnTo>
                  <a:lnTo>
                    <a:pt x="378480" y="121443"/>
                  </a:lnTo>
                  <a:lnTo>
                    <a:pt x="389640" y="158168"/>
                  </a:lnTo>
                  <a:lnTo>
                    <a:pt x="393454" y="196727"/>
                  </a:lnTo>
                  <a:lnTo>
                    <a:pt x="388259" y="241835"/>
                  </a:lnTo>
                  <a:lnTo>
                    <a:pt x="373459" y="283243"/>
                  </a:lnTo>
                  <a:lnTo>
                    <a:pt x="350236" y="319770"/>
                  </a:lnTo>
                  <a:lnTo>
                    <a:pt x="319770" y="350236"/>
                  </a:lnTo>
                  <a:lnTo>
                    <a:pt x="283243" y="373459"/>
                  </a:lnTo>
                  <a:lnTo>
                    <a:pt x="241835" y="388259"/>
                  </a:lnTo>
                  <a:lnTo>
                    <a:pt x="196727" y="393454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9894" y="2085155"/>
              <a:ext cx="248266" cy="248317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5780172" y="1862967"/>
            <a:ext cx="671830" cy="671830"/>
            <a:chOff x="5780172" y="1862967"/>
            <a:chExt cx="671830" cy="671830"/>
          </a:xfrm>
        </p:grpSpPr>
        <p:sp>
          <p:nvSpPr>
            <p:cNvPr id="91" name="object 91"/>
            <p:cNvSpPr/>
            <p:nvPr/>
          </p:nvSpPr>
          <p:spPr>
            <a:xfrm>
              <a:off x="5780172" y="1862967"/>
              <a:ext cx="671830" cy="671830"/>
            </a:xfrm>
            <a:custGeom>
              <a:avLst/>
              <a:gdLst/>
              <a:ahLst/>
              <a:cxnLst/>
              <a:rect l="l" t="t" r="r" b="b"/>
              <a:pathLst>
                <a:path w="671829" h="671830">
                  <a:moveTo>
                    <a:pt x="335678" y="671357"/>
                  </a:moveTo>
                  <a:lnTo>
                    <a:pt x="286074" y="667718"/>
                  </a:lnTo>
                  <a:lnTo>
                    <a:pt x="238730" y="657145"/>
                  </a:lnTo>
                  <a:lnTo>
                    <a:pt x="194165" y="640158"/>
                  </a:lnTo>
                  <a:lnTo>
                    <a:pt x="152898" y="617277"/>
                  </a:lnTo>
                  <a:lnTo>
                    <a:pt x="115448" y="589021"/>
                  </a:lnTo>
                  <a:lnTo>
                    <a:pt x="82336" y="555908"/>
                  </a:lnTo>
                  <a:lnTo>
                    <a:pt x="54079" y="518459"/>
                  </a:lnTo>
                  <a:lnTo>
                    <a:pt x="31198" y="477192"/>
                  </a:lnTo>
                  <a:lnTo>
                    <a:pt x="14212" y="432627"/>
                  </a:lnTo>
                  <a:lnTo>
                    <a:pt x="3639" y="385283"/>
                  </a:lnTo>
                  <a:lnTo>
                    <a:pt x="0" y="335678"/>
                  </a:lnTo>
                  <a:lnTo>
                    <a:pt x="3639" y="286074"/>
                  </a:lnTo>
                  <a:lnTo>
                    <a:pt x="14212" y="238730"/>
                  </a:lnTo>
                  <a:lnTo>
                    <a:pt x="31198" y="194165"/>
                  </a:lnTo>
                  <a:lnTo>
                    <a:pt x="54079" y="152898"/>
                  </a:lnTo>
                  <a:lnTo>
                    <a:pt x="82336" y="115448"/>
                  </a:lnTo>
                  <a:lnTo>
                    <a:pt x="115448" y="82336"/>
                  </a:lnTo>
                  <a:lnTo>
                    <a:pt x="152898" y="54079"/>
                  </a:lnTo>
                  <a:lnTo>
                    <a:pt x="194165" y="31198"/>
                  </a:lnTo>
                  <a:lnTo>
                    <a:pt x="238730" y="14212"/>
                  </a:lnTo>
                  <a:lnTo>
                    <a:pt x="286074" y="3639"/>
                  </a:lnTo>
                  <a:lnTo>
                    <a:pt x="335678" y="0"/>
                  </a:lnTo>
                  <a:lnTo>
                    <a:pt x="388507" y="4181"/>
                  </a:lnTo>
                  <a:lnTo>
                    <a:pt x="439559" y="16477"/>
                  </a:lnTo>
                  <a:lnTo>
                    <a:pt x="487933" y="36514"/>
                  </a:lnTo>
                  <a:lnTo>
                    <a:pt x="532727" y="63919"/>
                  </a:lnTo>
                  <a:lnTo>
                    <a:pt x="573039" y="98318"/>
                  </a:lnTo>
                  <a:lnTo>
                    <a:pt x="607438" y="138630"/>
                  </a:lnTo>
                  <a:lnTo>
                    <a:pt x="634843" y="183424"/>
                  </a:lnTo>
                  <a:lnTo>
                    <a:pt x="654880" y="231798"/>
                  </a:lnTo>
                  <a:lnTo>
                    <a:pt x="667176" y="282850"/>
                  </a:lnTo>
                  <a:lnTo>
                    <a:pt x="671357" y="335678"/>
                  </a:lnTo>
                  <a:lnTo>
                    <a:pt x="667718" y="385283"/>
                  </a:lnTo>
                  <a:lnTo>
                    <a:pt x="657145" y="432627"/>
                  </a:lnTo>
                  <a:lnTo>
                    <a:pt x="640159" y="477192"/>
                  </a:lnTo>
                  <a:lnTo>
                    <a:pt x="617278" y="518459"/>
                  </a:lnTo>
                  <a:lnTo>
                    <a:pt x="589021" y="555908"/>
                  </a:lnTo>
                  <a:lnTo>
                    <a:pt x="555909" y="589021"/>
                  </a:lnTo>
                  <a:lnTo>
                    <a:pt x="518459" y="617277"/>
                  </a:lnTo>
                  <a:lnTo>
                    <a:pt x="477192" y="640158"/>
                  </a:lnTo>
                  <a:lnTo>
                    <a:pt x="432627" y="657145"/>
                  </a:lnTo>
                  <a:lnTo>
                    <a:pt x="385283" y="667718"/>
                  </a:lnTo>
                  <a:lnTo>
                    <a:pt x="335678" y="671357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5851926" y="2006476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20" h="528319">
                  <a:moveTo>
                    <a:pt x="263924" y="527849"/>
                  </a:moveTo>
                  <a:lnTo>
                    <a:pt x="216483" y="523596"/>
                  </a:lnTo>
                  <a:lnTo>
                    <a:pt x="171832" y="511337"/>
                  </a:lnTo>
                  <a:lnTo>
                    <a:pt x="130716" y="491815"/>
                  </a:lnTo>
                  <a:lnTo>
                    <a:pt x="93881" y="465777"/>
                  </a:lnTo>
                  <a:lnTo>
                    <a:pt x="62071" y="433967"/>
                  </a:lnTo>
                  <a:lnTo>
                    <a:pt x="36033" y="397132"/>
                  </a:lnTo>
                  <a:lnTo>
                    <a:pt x="16511" y="356016"/>
                  </a:lnTo>
                  <a:lnTo>
                    <a:pt x="4252" y="311365"/>
                  </a:lnTo>
                  <a:lnTo>
                    <a:pt x="0" y="263924"/>
                  </a:lnTo>
                  <a:lnTo>
                    <a:pt x="4252" y="216483"/>
                  </a:lnTo>
                  <a:lnTo>
                    <a:pt x="16511" y="171832"/>
                  </a:lnTo>
                  <a:lnTo>
                    <a:pt x="36033" y="130716"/>
                  </a:lnTo>
                  <a:lnTo>
                    <a:pt x="62071" y="93881"/>
                  </a:lnTo>
                  <a:lnTo>
                    <a:pt x="93881" y="62071"/>
                  </a:lnTo>
                  <a:lnTo>
                    <a:pt x="130716" y="36033"/>
                  </a:lnTo>
                  <a:lnTo>
                    <a:pt x="171832" y="16511"/>
                  </a:lnTo>
                  <a:lnTo>
                    <a:pt x="216483" y="4252"/>
                  </a:lnTo>
                  <a:lnTo>
                    <a:pt x="263924" y="0"/>
                  </a:lnTo>
                  <a:lnTo>
                    <a:pt x="315654" y="5118"/>
                  </a:lnTo>
                  <a:lnTo>
                    <a:pt x="364924" y="20090"/>
                  </a:lnTo>
                  <a:lnTo>
                    <a:pt x="410350" y="44342"/>
                  </a:lnTo>
                  <a:lnTo>
                    <a:pt x="450547" y="77301"/>
                  </a:lnTo>
                  <a:lnTo>
                    <a:pt x="483506" y="117498"/>
                  </a:lnTo>
                  <a:lnTo>
                    <a:pt x="507759" y="162924"/>
                  </a:lnTo>
                  <a:lnTo>
                    <a:pt x="522731" y="212194"/>
                  </a:lnTo>
                  <a:lnTo>
                    <a:pt x="527849" y="263924"/>
                  </a:lnTo>
                  <a:lnTo>
                    <a:pt x="523597" y="311365"/>
                  </a:lnTo>
                  <a:lnTo>
                    <a:pt x="511337" y="356016"/>
                  </a:lnTo>
                  <a:lnTo>
                    <a:pt x="491815" y="397132"/>
                  </a:lnTo>
                  <a:lnTo>
                    <a:pt x="465777" y="433967"/>
                  </a:lnTo>
                  <a:lnTo>
                    <a:pt x="433967" y="465777"/>
                  </a:lnTo>
                  <a:lnTo>
                    <a:pt x="397132" y="491815"/>
                  </a:lnTo>
                  <a:lnTo>
                    <a:pt x="356016" y="511337"/>
                  </a:lnTo>
                  <a:lnTo>
                    <a:pt x="311365" y="523596"/>
                  </a:lnTo>
                  <a:lnTo>
                    <a:pt x="263924" y="527849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899319" y="2101261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69">
                  <a:moveTo>
                    <a:pt x="216531" y="433063"/>
                  </a:moveTo>
                  <a:lnTo>
                    <a:pt x="166883" y="427344"/>
                  </a:lnTo>
                  <a:lnTo>
                    <a:pt x="121306" y="411055"/>
                  </a:lnTo>
                  <a:lnTo>
                    <a:pt x="81102" y="385494"/>
                  </a:lnTo>
                  <a:lnTo>
                    <a:pt x="47569" y="351961"/>
                  </a:lnTo>
                  <a:lnTo>
                    <a:pt x="22008" y="311757"/>
                  </a:lnTo>
                  <a:lnTo>
                    <a:pt x="5718" y="266180"/>
                  </a:lnTo>
                  <a:lnTo>
                    <a:pt x="0" y="216531"/>
                  </a:lnTo>
                  <a:lnTo>
                    <a:pt x="5718" y="166882"/>
                  </a:lnTo>
                  <a:lnTo>
                    <a:pt x="22008" y="121306"/>
                  </a:lnTo>
                  <a:lnTo>
                    <a:pt x="47569" y="81102"/>
                  </a:lnTo>
                  <a:lnTo>
                    <a:pt x="81102" y="47569"/>
                  </a:lnTo>
                  <a:lnTo>
                    <a:pt x="121306" y="22008"/>
                  </a:lnTo>
                  <a:lnTo>
                    <a:pt x="166883" y="5718"/>
                  </a:lnTo>
                  <a:lnTo>
                    <a:pt x="216531" y="0"/>
                  </a:lnTo>
                  <a:lnTo>
                    <a:pt x="258972" y="4199"/>
                  </a:lnTo>
                  <a:lnTo>
                    <a:pt x="299395" y="16482"/>
                  </a:lnTo>
                  <a:lnTo>
                    <a:pt x="336664" y="36379"/>
                  </a:lnTo>
                  <a:lnTo>
                    <a:pt x="369643" y="63420"/>
                  </a:lnTo>
                  <a:lnTo>
                    <a:pt x="396684" y="96399"/>
                  </a:lnTo>
                  <a:lnTo>
                    <a:pt x="416581" y="133668"/>
                  </a:lnTo>
                  <a:lnTo>
                    <a:pt x="428864" y="174091"/>
                  </a:lnTo>
                  <a:lnTo>
                    <a:pt x="433063" y="216531"/>
                  </a:lnTo>
                  <a:lnTo>
                    <a:pt x="427345" y="266180"/>
                  </a:lnTo>
                  <a:lnTo>
                    <a:pt x="411055" y="311757"/>
                  </a:lnTo>
                  <a:lnTo>
                    <a:pt x="385494" y="351961"/>
                  </a:lnTo>
                  <a:lnTo>
                    <a:pt x="351961" y="385494"/>
                  </a:lnTo>
                  <a:lnTo>
                    <a:pt x="311757" y="411055"/>
                  </a:lnTo>
                  <a:lnTo>
                    <a:pt x="266180" y="427344"/>
                  </a:lnTo>
                  <a:lnTo>
                    <a:pt x="216531" y="433063"/>
                  </a:lnTo>
                  <a:close/>
                </a:path>
              </a:pathLst>
            </a:custGeom>
            <a:solidFill>
              <a:srgbClr val="BA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944113" y="2190848"/>
              <a:ext cx="343535" cy="343535"/>
            </a:xfrm>
            <a:custGeom>
              <a:avLst/>
              <a:gdLst/>
              <a:ahLst/>
              <a:cxnLst/>
              <a:rect l="l" t="t" r="r" b="b"/>
              <a:pathLst>
                <a:path w="343535" h="343535">
                  <a:moveTo>
                    <a:pt x="171738" y="343476"/>
                  </a:moveTo>
                  <a:lnTo>
                    <a:pt x="126083" y="337342"/>
                  </a:lnTo>
                  <a:lnTo>
                    <a:pt x="85058" y="320029"/>
                  </a:lnTo>
                  <a:lnTo>
                    <a:pt x="50300" y="293175"/>
                  </a:lnTo>
                  <a:lnTo>
                    <a:pt x="23447" y="258418"/>
                  </a:lnTo>
                  <a:lnTo>
                    <a:pt x="6134" y="217393"/>
                  </a:lnTo>
                  <a:lnTo>
                    <a:pt x="0" y="171738"/>
                  </a:lnTo>
                  <a:lnTo>
                    <a:pt x="6134" y="126083"/>
                  </a:lnTo>
                  <a:lnTo>
                    <a:pt x="23447" y="85058"/>
                  </a:lnTo>
                  <a:lnTo>
                    <a:pt x="50300" y="50301"/>
                  </a:lnTo>
                  <a:lnTo>
                    <a:pt x="85058" y="23447"/>
                  </a:lnTo>
                  <a:lnTo>
                    <a:pt x="126083" y="6134"/>
                  </a:lnTo>
                  <a:lnTo>
                    <a:pt x="171738" y="0"/>
                  </a:lnTo>
                  <a:lnTo>
                    <a:pt x="205399" y="3330"/>
                  </a:lnTo>
                  <a:lnTo>
                    <a:pt x="267018" y="28854"/>
                  </a:lnTo>
                  <a:lnTo>
                    <a:pt x="314622" y="76457"/>
                  </a:lnTo>
                  <a:lnTo>
                    <a:pt x="340146" y="138077"/>
                  </a:lnTo>
                  <a:lnTo>
                    <a:pt x="343476" y="171738"/>
                  </a:lnTo>
                  <a:lnTo>
                    <a:pt x="337342" y="217393"/>
                  </a:lnTo>
                  <a:lnTo>
                    <a:pt x="320029" y="258418"/>
                  </a:lnTo>
                  <a:lnTo>
                    <a:pt x="293175" y="293175"/>
                  </a:lnTo>
                  <a:lnTo>
                    <a:pt x="258417" y="320029"/>
                  </a:lnTo>
                  <a:lnTo>
                    <a:pt x="217393" y="337342"/>
                  </a:lnTo>
                  <a:lnTo>
                    <a:pt x="171738" y="343476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/>
          <p:nvPr/>
        </p:nvSpPr>
        <p:spPr>
          <a:xfrm>
            <a:off x="6607011" y="1973907"/>
            <a:ext cx="271780" cy="107314"/>
          </a:xfrm>
          <a:custGeom>
            <a:avLst/>
            <a:gdLst/>
            <a:ahLst/>
            <a:cxnLst/>
            <a:rect l="l" t="t" r="r" b="b"/>
            <a:pathLst>
              <a:path w="271779" h="107314">
                <a:moveTo>
                  <a:pt x="271228" y="107120"/>
                </a:moveTo>
                <a:lnTo>
                  <a:pt x="0" y="107120"/>
                </a:lnTo>
                <a:lnTo>
                  <a:pt x="0" y="0"/>
                </a:lnTo>
                <a:lnTo>
                  <a:pt x="271228" y="0"/>
                </a:lnTo>
                <a:lnTo>
                  <a:pt x="271228" y="107120"/>
                </a:lnTo>
                <a:close/>
              </a:path>
            </a:pathLst>
          </a:custGeom>
          <a:solidFill>
            <a:srgbClr val="8FA1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816921" y="1973907"/>
            <a:ext cx="61594" cy="107314"/>
          </a:xfrm>
          <a:custGeom>
            <a:avLst/>
            <a:gdLst/>
            <a:ahLst/>
            <a:cxnLst/>
            <a:rect l="l" t="t" r="r" b="b"/>
            <a:pathLst>
              <a:path w="61595" h="107314">
                <a:moveTo>
                  <a:pt x="61318" y="107120"/>
                </a:moveTo>
                <a:lnTo>
                  <a:pt x="300" y="107120"/>
                </a:lnTo>
                <a:lnTo>
                  <a:pt x="0" y="101249"/>
                </a:lnTo>
                <a:lnTo>
                  <a:pt x="5581" y="46699"/>
                </a:lnTo>
                <a:lnTo>
                  <a:pt x="21594" y="0"/>
                </a:lnTo>
                <a:lnTo>
                  <a:pt x="61318" y="0"/>
                </a:lnTo>
                <a:lnTo>
                  <a:pt x="61318" y="107120"/>
                </a:lnTo>
                <a:close/>
              </a:path>
            </a:pathLst>
          </a:custGeom>
          <a:solidFill>
            <a:srgbClr val="667E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174710" y="1938484"/>
            <a:ext cx="286385" cy="107314"/>
          </a:xfrm>
          <a:custGeom>
            <a:avLst/>
            <a:gdLst/>
            <a:ahLst/>
            <a:cxnLst/>
            <a:rect l="l" t="t" r="r" b="b"/>
            <a:pathLst>
              <a:path w="286384" h="107314">
                <a:moveTo>
                  <a:pt x="286178" y="107114"/>
                </a:moveTo>
                <a:lnTo>
                  <a:pt x="0" y="107114"/>
                </a:lnTo>
                <a:lnTo>
                  <a:pt x="0" y="0"/>
                </a:lnTo>
                <a:lnTo>
                  <a:pt x="286178" y="0"/>
                </a:lnTo>
                <a:lnTo>
                  <a:pt x="286178" y="107114"/>
                </a:lnTo>
                <a:close/>
              </a:path>
            </a:pathLst>
          </a:custGeom>
          <a:solidFill>
            <a:srgbClr val="B3C3C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174710" y="1938484"/>
            <a:ext cx="94434" cy="107114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6612811" y="2149509"/>
            <a:ext cx="358775" cy="107314"/>
          </a:xfrm>
          <a:custGeom>
            <a:avLst/>
            <a:gdLst/>
            <a:ahLst/>
            <a:cxnLst/>
            <a:rect l="l" t="t" r="r" b="b"/>
            <a:pathLst>
              <a:path w="358775" h="107314">
                <a:moveTo>
                  <a:pt x="358695" y="107114"/>
                </a:moveTo>
                <a:lnTo>
                  <a:pt x="0" y="107114"/>
                </a:lnTo>
                <a:lnTo>
                  <a:pt x="0" y="0"/>
                </a:lnTo>
                <a:lnTo>
                  <a:pt x="358695" y="0"/>
                </a:lnTo>
                <a:lnTo>
                  <a:pt x="358695" y="107114"/>
                </a:lnTo>
                <a:close/>
              </a:path>
            </a:pathLst>
          </a:custGeom>
          <a:solidFill>
            <a:srgbClr val="C9D4D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829188" y="2149509"/>
            <a:ext cx="142319" cy="107114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7164585" y="2131685"/>
            <a:ext cx="311785" cy="107314"/>
          </a:xfrm>
          <a:custGeom>
            <a:avLst/>
            <a:gdLst/>
            <a:ahLst/>
            <a:cxnLst/>
            <a:rect l="l" t="t" r="r" b="b"/>
            <a:pathLst>
              <a:path w="311784" h="107314">
                <a:moveTo>
                  <a:pt x="311302" y="107114"/>
                </a:moveTo>
                <a:lnTo>
                  <a:pt x="0" y="107114"/>
                </a:lnTo>
                <a:lnTo>
                  <a:pt x="0" y="0"/>
                </a:lnTo>
                <a:lnTo>
                  <a:pt x="311302" y="0"/>
                </a:lnTo>
                <a:lnTo>
                  <a:pt x="311302" y="107114"/>
                </a:lnTo>
                <a:close/>
              </a:path>
            </a:pathLst>
          </a:custGeom>
          <a:solidFill>
            <a:srgbClr val="4F677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164585" y="2131685"/>
            <a:ext cx="98376" cy="107114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6653910" y="2324468"/>
            <a:ext cx="358775" cy="109220"/>
          </a:xfrm>
          <a:custGeom>
            <a:avLst/>
            <a:gdLst/>
            <a:ahLst/>
            <a:cxnLst/>
            <a:rect l="l" t="t" r="r" b="b"/>
            <a:pathLst>
              <a:path w="358775" h="109219">
                <a:moveTo>
                  <a:pt x="358690" y="109043"/>
                </a:moveTo>
                <a:lnTo>
                  <a:pt x="0" y="109043"/>
                </a:lnTo>
                <a:lnTo>
                  <a:pt x="0" y="0"/>
                </a:lnTo>
                <a:lnTo>
                  <a:pt x="358690" y="0"/>
                </a:lnTo>
                <a:lnTo>
                  <a:pt x="358690" y="109043"/>
                </a:lnTo>
                <a:close/>
              </a:path>
            </a:pathLst>
          </a:custGeom>
          <a:solidFill>
            <a:srgbClr val="DB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938520" y="2324468"/>
            <a:ext cx="74295" cy="109220"/>
          </a:xfrm>
          <a:custGeom>
            <a:avLst/>
            <a:gdLst/>
            <a:ahLst/>
            <a:cxnLst/>
            <a:rect l="l" t="t" r="r" b="b"/>
            <a:pathLst>
              <a:path w="74295" h="109219">
                <a:moveTo>
                  <a:pt x="74092" y="109043"/>
                </a:moveTo>
                <a:lnTo>
                  <a:pt x="23830" y="109043"/>
                </a:lnTo>
                <a:lnTo>
                  <a:pt x="23935" y="108896"/>
                </a:lnTo>
                <a:lnTo>
                  <a:pt x="24024" y="108742"/>
                </a:lnTo>
                <a:lnTo>
                  <a:pt x="24142" y="108601"/>
                </a:lnTo>
                <a:lnTo>
                  <a:pt x="21189" y="103000"/>
                </a:lnTo>
                <a:lnTo>
                  <a:pt x="20204" y="96901"/>
                </a:lnTo>
                <a:lnTo>
                  <a:pt x="21189" y="90802"/>
                </a:lnTo>
                <a:lnTo>
                  <a:pt x="24142" y="85201"/>
                </a:lnTo>
                <a:lnTo>
                  <a:pt x="20490" y="80399"/>
                </a:lnTo>
                <a:lnTo>
                  <a:pt x="19292" y="74174"/>
                </a:lnTo>
                <a:lnTo>
                  <a:pt x="20892" y="68357"/>
                </a:lnTo>
                <a:lnTo>
                  <a:pt x="17133" y="60699"/>
                </a:lnTo>
                <a:lnTo>
                  <a:pt x="17098" y="52126"/>
                </a:lnTo>
                <a:lnTo>
                  <a:pt x="17080" y="44249"/>
                </a:lnTo>
                <a:lnTo>
                  <a:pt x="17080" y="43600"/>
                </a:lnTo>
                <a:lnTo>
                  <a:pt x="17056" y="38485"/>
                </a:lnTo>
                <a:lnTo>
                  <a:pt x="0" y="0"/>
                </a:lnTo>
                <a:lnTo>
                  <a:pt x="74092" y="0"/>
                </a:lnTo>
                <a:lnTo>
                  <a:pt x="74092" y="109043"/>
                </a:lnTo>
                <a:close/>
              </a:path>
            </a:pathLst>
          </a:custGeom>
          <a:solidFill>
            <a:srgbClr val="CED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94517" y="2315523"/>
            <a:ext cx="349885" cy="107314"/>
          </a:xfrm>
          <a:custGeom>
            <a:avLst/>
            <a:gdLst/>
            <a:ahLst/>
            <a:cxnLst/>
            <a:rect l="l" t="t" r="r" b="b"/>
            <a:pathLst>
              <a:path w="349884" h="107314">
                <a:moveTo>
                  <a:pt x="349468" y="107114"/>
                </a:moveTo>
                <a:lnTo>
                  <a:pt x="0" y="107114"/>
                </a:lnTo>
                <a:lnTo>
                  <a:pt x="0" y="0"/>
                </a:lnTo>
                <a:lnTo>
                  <a:pt x="349468" y="0"/>
                </a:lnTo>
                <a:lnTo>
                  <a:pt x="349468" y="107114"/>
                </a:lnTo>
                <a:close/>
              </a:path>
            </a:pathLst>
          </a:custGeom>
          <a:solidFill>
            <a:srgbClr val="374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094517" y="2315523"/>
            <a:ext cx="61594" cy="107314"/>
          </a:xfrm>
          <a:custGeom>
            <a:avLst/>
            <a:gdLst/>
            <a:ahLst/>
            <a:cxnLst/>
            <a:rect l="l" t="t" r="r" b="b"/>
            <a:pathLst>
              <a:path w="61595" h="107314">
                <a:moveTo>
                  <a:pt x="34237" y="107114"/>
                </a:moveTo>
                <a:lnTo>
                  <a:pt x="0" y="107114"/>
                </a:lnTo>
                <a:lnTo>
                  <a:pt x="0" y="0"/>
                </a:lnTo>
                <a:lnTo>
                  <a:pt x="61087" y="0"/>
                </a:lnTo>
                <a:lnTo>
                  <a:pt x="54962" y="8214"/>
                </a:lnTo>
                <a:lnTo>
                  <a:pt x="49562" y="16777"/>
                </a:lnTo>
                <a:lnTo>
                  <a:pt x="37417" y="52545"/>
                </a:lnTo>
                <a:lnTo>
                  <a:pt x="37417" y="53194"/>
                </a:lnTo>
                <a:lnTo>
                  <a:pt x="37393" y="61070"/>
                </a:lnTo>
                <a:lnTo>
                  <a:pt x="37364" y="69643"/>
                </a:lnTo>
                <a:lnTo>
                  <a:pt x="33600" y="77301"/>
                </a:lnTo>
                <a:lnTo>
                  <a:pt x="35198" y="83119"/>
                </a:lnTo>
                <a:lnTo>
                  <a:pt x="34001" y="89343"/>
                </a:lnTo>
                <a:lnTo>
                  <a:pt x="30354" y="94146"/>
                </a:lnTo>
                <a:lnTo>
                  <a:pt x="32909" y="97509"/>
                </a:lnTo>
                <a:lnTo>
                  <a:pt x="34301" y="101621"/>
                </a:lnTo>
                <a:lnTo>
                  <a:pt x="34289" y="105845"/>
                </a:lnTo>
                <a:lnTo>
                  <a:pt x="34289" y="106270"/>
                </a:lnTo>
                <a:lnTo>
                  <a:pt x="34272" y="106689"/>
                </a:lnTo>
                <a:lnTo>
                  <a:pt x="34237" y="107114"/>
                </a:lnTo>
                <a:close/>
              </a:path>
            </a:pathLst>
          </a:custGeom>
          <a:solidFill>
            <a:srgbClr val="213B5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5" name="object 75"/>
          <p:cNvGrpSpPr/>
          <p:nvPr/>
        </p:nvGrpSpPr>
        <p:grpSpPr>
          <a:xfrm>
            <a:off x="6977402" y="2450651"/>
            <a:ext cx="133350" cy="91440"/>
            <a:chOff x="6977402" y="2450651"/>
            <a:chExt cx="133350" cy="91440"/>
          </a:xfrm>
        </p:grpSpPr>
        <p:sp>
          <p:nvSpPr>
            <p:cNvPr id="76" name="object 76"/>
            <p:cNvSpPr/>
            <p:nvPr/>
          </p:nvSpPr>
          <p:spPr>
            <a:xfrm>
              <a:off x="6998790" y="2472522"/>
              <a:ext cx="90170" cy="69215"/>
            </a:xfrm>
            <a:custGeom>
              <a:avLst/>
              <a:gdLst/>
              <a:ahLst/>
              <a:cxnLst/>
              <a:rect l="l" t="t" r="r" b="b"/>
              <a:pathLst>
                <a:path w="90170" h="69214">
                  <a:moveTo>
                    <a:pt x="44969" y="69071"/>
                  </a:moveTo>
                  <a:lnTo>
                    <a:pt x="27506" y="65521"/>
                  </a:lnTo>
                  <a:lnTo>
                    <a:pt x="13207" y="55857"/>
                  </a:lnTo>
                  <a:lnTo>
                    <a:pt x="3547" y="41554"/>
                  </a:lnTo>
                  <a:lnTo>
                    <a:pt x="0" y="24089"/>
                  </a:lnTo>
                  <a:lnTo>
                    <a:pt x="0" y="0"/>
                  </a:lnTo>
                  <a:lnTo>
                    <a:pt x="89950" y="0"/>
                  </a:lnTo>
                  <a:lnTo>
                    <a:pt x="89950" y="24089"/>
                  </a:lnTo>
                  <a:lnTo>
                    <a:pt x="86401" y="41554"/>
                  </a:lnTo>
                  <a:lnTo>
                    <a:pt x="76737" y="55857"/>
                  </a:lnTo>
                  <a:lnTo>
                    <a:pt x="62434" y="65521"/>
                  </a:lnTo>
                  <a:lnTo>
                    <a:pt x="44969" y="69071"/>
                  </a:lnTo>
                  <a:close/>
                </a:path>
              </a:pathLst>
            </a:custGeom>
            <a:solidFill>
              <a:srgbClr val="EEF0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977402" y="2450651"/>
              <a:ext cx="133350" cy="73025"/>
            </a:xfrm>
            <a:custGeom>
              <a:avLst/>
              <a:gdLst/>
              <a:ahLst/>
              <a:cxnLst/>
              <a:rect l="l" t="t" r="r" b="b"/>
              <a:pathLst>
                <a:path w="133350" h="73025">
                  <a:moveTo>
                    <a:pt x="66356" y="72711"/>
                  </a:moveTo>
                  <a:lnTo>
                    <a:pt x="54067" y="68689"/>
                  </a:lnTo>
                  <a:lnTo>
                    <a:pt x="31470" y="57336"/>
                  </a:lnTo>
                  <a:lnTo>
                    <a:pt x="9727" y="39716"/>
                  </a:lnTo>
                  <a:lnTo>
                    <a:pt x="0" y="16897"/>
                  </a:lnTo>
                  <a:lnTo>
                    <a:pt x="0" y="0"/>
                  </a:lnTo>
                  <a:lnTo>
                    <a:pt x="132731" y="0"/>
                  </a:lnTo>
                  <a:lnTo>
                    <a:pt x="132731" y="16897"/>
                  </a:lnTo>
                  <a:lnTo>
                    <a:pt x="123003" y="37615"/>
                  </a:lnTo>
                  <a:lnTo>
                    <a:pt x="101256" y="55468"/>
                  </a:lnTo>
                  <a:lnTo>
                    <a:pt x="78654" y="67989"/>
                  </a:lnTo>
                  <a:lnTo>
                    <a:pt x="66356" y="72711"/>
                  </a:lnTo>
                  <a:close/>
                </a:path>
              </a:pathLst>
            </a:custGeom>
            <a:solidFill>
              <a:srgbClr val="E3E7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977393" y="2458630"/>
              <a:ext cx="133350" cy="64769"/>
            </a:xfrm>
            <a:custGeom>
              <a:avLst/>
              <a:gdLst/>
              <a:ahLst/>
              <a:cxnLst/>
              <a:rect l="l" t="t" r="r" b="b"/>
              <a:pathLst>
                <a:path w="133350" h="64769">
                  <a:moveTo>
                    <a:pt x="132740" y="0"/>
                  </a:moveTo>
                  <a:lnTo>
                    <a:pt x="126352" y="13576"/>
                  </a:lnTo>
                  <a:lnTo>
                    <a:pt x="117373" y="13576"/>
                  </a:lnTo>
                  <a:lnTo>
                    <a:pt x="117373" y="25336"/>
                  </a:lnTo>
                  <a:lnTo>
                    <a:pt x="101257" y="38557"/>
                  </a:lnTo>
                  <a:lnTo>
                    <a:pt x="78663" y="51079"/>
                  </a:lnTo>
                  <a:lnTo>
                    <a:pt x="66357" y="55803"/>
                  </a:lnTo>
                  <a:lnTo>
                    <a:pt x="54076" y="51777"/>
                  </a:lnTo>
                  <a:lnTo>
                    <a:pt x="31470" y="40424"/>
                  </a:lnTo>
                  <a:lnTo>
                    <a:pt x="12839" y="25336"/>
                  </a:lnTo>
                  <a:lnTo>
                    <a:pt x="117373" y="25336"/>
                  </a:lnTo>
                  <a:lnTo>
                    <a:pt x="117373" y="13576"/>
                  </a:lnTo>
                  <a:lnTo>
                    <a:pt x="5778" y="13576"/>
                  </a:lnTo>
                  <a:lnTo>
                    <a:pt x="0" y="0"/>
                  </a:lnTo>
                  <a:lnTo>
                    <a:pt x="0" y="8928"/>
                  </a:lnTo>
                  <a:lnTo>
                    <a:pt x="1981" y="13576"/>
                  </a:lnTo>
                  <a:lnTo>
                    <a:pt x="749" y="13576"/>
                  </a:lnTo>
                  <a:lnTo>
                    <a:pt x="546" y="13589"/>
                  </a:lnTo>
                  <a:lnTo>
                    <a:pt x="1155" y="17703"/>
                  </a:lnTo>
                  <a:lnTo>
                    <a:pt x="2755" y="21628"/>
                  </a:lnTo>
                  <a:lnTo>
                    <a:pt x="5029" y="25336"/>
                  </a:lnTo>
                  <a:lnTo>
                    <a:pt x="6997" y="25336"/>
                  </a:lnTo>
                  <a:lnTo>
                    <a:pt x="9728" y="31737"/>
                  </a:lnTo>
                  <a:lnTo>
                    <a:pt x="31470" y="49364"/>
                  </a:lnTo>
                  <a:lnTo>
                    <a:pt x="54076" y="60718"/>
                  </a:lnTo>
                  <a:lnTo>
                    <a:pt x="66357" y="64731"/>
                  </a:lnTo>
                  <a:lnTo>
                    <a:pt x="78663" y="60020"/>
                  </a:lnTo>
                  <a:lnTo>
                    <a:pt x="101257" y="47498"/>
                  </a:lnTo>
                  <a:lnTo>
                    <a:pt x="123012" y="29641"/>
                  </a:lnTo>
                  <a:lnTo>
                    <a:pt x="125031" y="25336"/>
                  </a:lnTo>
                  <a:lnTo>
                    <a:pt x="126479" y="25336"/>
                  </a:lnTo>
                  <a:lnTo>
                    <a:pt x="129260" y="21513"/>
                  </a:lnTo>
                  <a:lnTo>
                    <a:pt x="131254" y="17576"/>
                  </a:lnTo>
                  <a:lnTo>
                    <a:pt x="132168" y="13576"/>
                  </a:lnTo>
                  <a:lnTo>
                    <a:pt x="130556" y="13576"/>
                  </a:lnTo>
                  <a:lnTo>
                    <a:pt x="132740" y="8928"/>
                  </a:lnTo>
                  <a:lnTo>
                    <a:pt x="132740" y="0"/>
                  </a:lnTo>
                  <a:close/>
                </a:path>
              </a:pathLst>
            </a:custGeom>
            <a:solidFill>
              <a:srgbClr val="D6DB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6830332" y="1857364"/>
            <a:ext cx="427355" cy="617220"/>
            <a:chOff x="6830332" y="1857364"/>
            <a:chExt cx="427355" cy="617220"/>
          </a:xfrm>
        </p:grpSpPr>
        <p:sp>
          <p:nvSpPr>
            <p:cNvPr id="80" name="object 80"/>
            <p:cNvSpPr/>
            <p:nvPr/>
          </p:nvSpPr>
          <p:spPr>
            <a:xfrm>
              <a:off x="6830332" y="1857364"/>
              <a:ext cx="427355" cy="544830"/>
            </a:xfrm>
            <a:custGeom>
              <a:avLst/>
              <a:gdLst/>
              <a:ahLst/>
              <a:cxnLst/>
              <a:rect l="l" t="t" r="r" b="b"/>
              <a:pathLst>
                <a:path w="427354" h="544830">
                  <a:moveTo>
                    <a:pt x="213426" y="544687"/>
                  </a:moveTo>
                  <a:lnTo>
                    <a:pt x="170035" y="542667"/>
                  </a:lnTo>
                  <a:lnTo>
                    <a:pt x="138803" y="510650"/>
                  </a:lnTo>
                  <a:lnTo>
                    <a:pt x="138779" y="504839"/>
                  </a:lnTo>
                  <a:lnTo>
                    <a:pt x="137511" y="496726"/>
                  </a:lnTo>
                  <a:lnTo>
                    <a:pt x="120411" y="460992"/>
                  </a:lnTo>
                  <a:lnTo>
                    <a:pt x="100954" y="437254"/>
                  </a:lnTo>
                  <a:lnTo>
                    <a:pt x="62685" y="392492"/>
                  </a:lnTo>
                  <a:lnTo>
                    <a:pt x="35573" y="348199"/>
                  </a:lnTo>
                  <a:lnTo>
                    <a:pt x="17698" y="306645"/>
                  </a:lnTo>
                  <a:lnTo>
                    <a:pt x="1988" y="240843"/>
                  </a:lnTo>
                  <a:lnTo>
                    <a:pt x="1194" y="233574"/>
                  </a:lnTo>
                  <a:lnTo>
                    <a:pt x="1078" y="232371"/>
                  </a:lnTo>
                  <a:lnTo>
                    <a:pt x="968" y="231226"/>
                  </a:lnTo>
                  <a:lnTo>
                    <a:pt x="0" y="219125"/>
                  </a:lnTo>
                  <a:lnTo>
                    <a:pt x="218" y="213220"/>
                  </a:lnTo>
                  <a:lnTo>
                    <a:pt x="5849" y="164328"/>
                  </a:lnTo>
                  <a:lnTo>
                    <a:pt x="21888" y="119448"/>
                  </a:lnTo>
                  <a:lnTo>
                    <a:pt x="47057" y="79859"/>
                  </a:lnTo>
                  <a:lnTo>
                    <a:pt x="80075" y="46840"/>
                  </a:lnTo>
                  <a:lnTo>
                    <a:pt x="119662" y="21670"/>
                  </a:lnTo>
                  <a:lnTo>
                    <a:pt x="164540" y="5630"/>
                  </a:lnTo>
                  <a:lnTo>
                    <a:pt x="213426" y="0"/>
                  </a:lnTo>
                  <a:lnTo>
                    <a:pt x="262318" y="5630"/>
                  </a:lnTo>
                  <a:lnTo>
                    <a:pt x="307199" y="21670"/>
                  </a:lnTo>
                  <a:lnTo>
                    <a:pt x="346789" y="46840"/>
                  </a:lnTo>
                  <a:lnTo>
                    <a:pt x="379810" y="79859"/>
                  </a:lnTo>
                  <a:lnTo>
                    <a:pt x="404980" y="119448"/>
                  </a:lnTo>
                  <a:lnTo>
                    <a:pt x="421021" y="164328"/>
                  </a:lnTo>
                  <a:lnTo>
                    <a:pt x="426652" y="213220"/>
                  </a:lnTo>
                  <a:lnTo>
                    <a:pt x="426864" y="219125"/>
                  </a:lnTo>
                  <a:lnTo>
                    <a:pt x="426032" y="229450"/>
                  </a:lnTo>
                  <a:lnTo>
                    <a:pt x="425979" y="230111"/>
                  </a:lnTo>
                  <a:lnTo>
                    <a:pt x="424935" y="240253"/>
                  </a:lnTo>
                  <a:lnTo>
                    <a:pt x="424864" y="240843"/>
                  </a:lnTo>
                  <a:lnTo>
                    <a:pt x="409162" y="306645"/>
                  </a:lnTo>
                  <a:lnTo>
                    <a:pt x="391291" y="348199"/>
                  </a:lnTo>
                  <a:lnTo>
                    <a:pt x="364181" y="392492"/>
                  </a:lnTo>
                  <a:lnTo>
                    <a:pt x="325915" y="437254"/>
                  </a:lnTo>
                  <a:lnTo>
                    <a:pt x="315561" y="448636"/>
                  </a:lnTo>
                  <a:lnTo>
                    <a:pt x="306455" y="460992"/>
                  </a:lnTo>
                  <a:lnTo>
                    <a:pt x="289354" y="496726"/>
                  </a:lnTo>
                  <a:lnTo>
                    <a:pt x="288067" y="510650"/>
                  </a:lnTo>
                  <a:lnTo>
                    <a:pt x="286952" y="525863"/>
                  </a:lnTo>
                  <a:lnTo>
                    <a:pt x="278936" y="536464"/>
                  </a:lnTo>
                  <a:lnTo>
                    <a:pt x="256826" y="542667"/>
                  </a:lnTo>
                  <a:lnTo>
                    <a:pt x="213426" y="544687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72257" y="2227678"/>
              <a:ext cx="143016" cy="246372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859125" y="1886027"/>
              <a:ext cx="369570" cy="477520"/>
            </a:xfrm>
            <a:custGeom>
              <a:avLst/>
              <a:gdLst/>
              <a:ahLst/>
              <a:cxnLst/>
              <a:rect l="l" t="t" r="r" b="b"/>
              <a:pathLst>
                <a:path w="369570" h="477519">
                  <a:moveTo>
                    <a:pt x="223338" y="477392"/>
                  </a:moveTo>
                  <a:lnTo>
                    <a:pt x="145918" y="477392"/>
                  </a:lnTo>
                  <a:lnTo>
                    <a:pt x="138295" y="471144"/>
                  </a:lnTo>
                  <a:lnTo>
                    <a:pt x="136271" y="462436"/>
                  </a:lnTo>
                  <a:lnTo>
                    <a:pt x="135263" y="458064"/>
                  </a:lnTo>
                  <a:lnTo>
                    <a:pt x="133964" y="453769"/>
                  </a:lnTo>
                  <a:lnTo>
                    <a:pt x="115934" y="417097"/>
                  </a:lnTo>
                  <a:lnTo>
                    <a:pt x="92363" y="388261"/>
                  </a:lnTo>
                  <a:lnTo>
                    <a:pt x="50215" y="337072"/>
                  </a:lnTo>
                  <a:lnTo>
                    <a:pt x="23320" y="287425"/>
                  </a:lnTo>
                  <a:lnTo>
                    <a:pt x="8265" y="243292"/>
                  </a:lnTo>
                  <a:lnTo>
                    <a:pt x="1634" y="208647"/>
                  </a:lnTo>
                  <a:lnTo>
                    <a:pt x="1627" y="208511"/>
                  </a:lnTo>
                  <a:lnTo>
                    <a:pt x="1586" y="208211"/>
                  </a:lnTo>
                  <a:lnTo>
                    <a:pt x="1551" y="207921"/>
                  </a:lnTo>
                  <a:lnTo>
                    <a:pt x="1509" y="207626"/>
                  </a:lnTo>
                  <a:lnTo>
                    <a:pt x="1438" y="207048"/>
                  </a:lnTo>
                  <a:lnTo>
                    <a:pt x="1285" y="205685"/>
                  </a:lnTo>
                  <a:lnTo>
                    <a:pt x="1161" y="204535"/>
                  </a:lnTo>
                  <a:lnTo>
                    <a:pt x="1026" y="203367"/>
                  </a:lnTo>
                  <a:lnTo>
                    <a:pt x="813" y="201089"/>
                  </a:lnTo>
                  <a:lnTo>
                    <a:pt x="731" y="200080"/>
                  </a:lnTo>
                  <a:lnTo>
                    <a:pt x="648" y="199101"/>
                  </a:lnTo>
                  <a:lnTo>
                    <a:pt x="613" y="198729"/>
                  </a:lnTo>
                  <a:lnTo>
                    <a:pt x="607" y="198511"/>
                  </a:lnTo>
                  <a:lnTo>
                    <a:pt x="0" y="190811"/>
                  </a:lnTo>
                  <a:lnTo>
                    <a:pt x="58" y="186133"/>
                  </a:lnTo>
                  <a:lnTo>
                    <a:pt x="69" y="185525"/>
                  </a:lnTo>
                  <a:lnTo>
                    <a:pt x="88" y="185183"/>
                  </a:lnTo>
                  <a:lnTo>
                    <a:pt x="88" y="184558"/>
                  </a:lnTo>
                  <a:lnTo>
                    <a:pt x="6692" y="135550"/>
                  </a:lnTo>
                  <a:lnTo>
                    <a:pt x="25322" y="91478"/>
                  </a:lnTo>
                  <a:lnTo>
                    <a:pt x="54205" y="54115"/>
                  </a:lnTo>
                  <a:lnTo>
                    <a:pt x="91569" y="25233"/>
                  </a:lnTo>
                  <a:lnTo>
                    <a:pt x="135640" y="6603"/>
                  </a:lnTo>
                  <a:lnTo>
                    <a:pt x="184645" y="0"/>
                  </a:lnTo>
                  <a:lnTo>
                    <a:pt x="233648" y="6603"/>
                  </a:lnTo>
                  <a:lnTo>
                    <a:pt x="277716" y="25233"/>
                  </a:lnTo>
                  <a:lnTo>
                    <a:pt x="315078" y="54115"/>
                  </a:lnTo>
                  <a:lnTo>
                    <a:pt x="343959" y="91478"/>
                  </a:lnTo>
                  <a:lnTo>
                    <a:pt x="362588" y="135550"/>
                  </a:lnTo>
                  <a:lnTo>
                    <a:pt x="369192" y="184558"/>
                  </a:lnTo>
                  <a:lnTo>
                    <a:pt x="369180" y="184935"/>
                  </a:lnTo>
                  <a:lnTo>
                    <a:pt x="369215" y="185513"/>
                  </a:lnTo>
                  <a:lnTo>
                    <a:pt x="369221" y="186103"/>
                  </a:lnTo>
                  <a:lnTo>
                    <a:pt x="369286" y="190794"/>
                  </a:lnTo>
                  <a:lnTo>
                    <a:pt x="368667" y="198605"/>
                  </a:lnTo>
                  <a:lnTo>
                    <a:pt x="368625" y="199101"/>
                  </a:lnTo>
                  <a:lnTo>
                    <a:pt x="368542" y="200080"/>
                  </a:lnTo>
                  <a:lnTo>
                    <a:pt x="368460" y="201089"/>
                  </a:lnTo>
                  <a:lnTo>
                    <a:pt x="368348" y="202204"/>
                  </a:lnTo>
                  <a:lnTo>
                    <a:pt x="368236" y="203367"/>
                  </a:lnTo>
                  <a:lnTo>
                    <a:pt x="368112" y="204535"/>
                  </a:lnTo>
                  <a:lnTo>
                    <a:pt x="367976" y="205738"/>
                  </a:lnTo>
                  <a:lnTo>
                    <a:pt x="367834" y="207036"/>
                  </a:lnTo>
                  <a:lnTo>
                    <a:pt x="367758" y="207626"/>
                  </a:lnTo>
                  <a:lnTo>
                    <a:pt x="367717" y="207916"/>
                  </a:lnTo>
                  <a:lnTo>
                    <a:pt x="367687" y="208211"/>
                  </a:lnTo>
                  <a:lnTo>
                    <a:pt x="367646" y="208511"/>
                  </a:lnTo>
                  <a:lnTo>
                    <a:pt x="367634" y="208647"/>
                  </a:lnTo>
                  <a:lnTo>
                    <a:pt x="345951" y="287425"/>
                  </a:lnTo>
                  <a:lnTo>
                    <a:pt x="319054" y="337072"/>
                  </a:lnTo>
                  <a:lnTo>
                    <a:pt x="276898" y="388261"/>
                  </a:lnTo>
                  <a:lnTo>
                    <a:pt x="264243" y="402198"/>
                  </a:lnTo>
                  <a:lnTo>
                    <a:pt x="253330" y="417097"/>
                  </a:lnTo>
                  <a:lnTo>
                    <a:pt x="235297" y="453769"/>
                  </a:lnTo>
                  <a:lnTo>
                    <a:pt x="232990" y="462436"/>
                  </a:lnTo>
                  <a:lnTo>
                    <a:pt x="230967" y="471144"/>
                  </a:lnTo>
                  <a:lnTo>
                    <a:pt x="223338" y="477392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972257" y="2415481"/>
              <a:ext cx="143510" cy="12065"/>
            </a:xfrm>
            <a:custGeom>
              <a:avLst/>
              <a:gdLst/>
              <a:ahLst/>
              <a:cxnLst/>
              <a:rect l="l" t="t" r="r" b="b"/>
              <a:pathLst>
                <a:path w="143509" h="12064">
                  <a:moveTo>
                    <a:pt x="137133" y="11770"/>
                  </a:moveTo>
                  <a:lnTo>
                    <a:pt x="5887" y="11770"/>
                  </a:lnTo>
                  <a:lnTo>
                    <a:pt x="2637" y="11764"/>
                  </a:lnTo>
                  <a:lnTo>
                    <a:pt x="11" y="9133"/>
                  </a:lnTo>
                  <a:lnTo>
                    <a:pt x="0" y="5887"/>
                  </a:lnTo>
                  <a:lnTo>
                    <a:pt x="11" y="2643"/>
                  </a:lnTo>
                  <a:lnTo>
                    <a:pt x="2637" y="11"/>
                  </a:lnTo>
                  <a:lnTo>
                    <a:pt x="5887" y="0"/>
                  </a:lnTo>
                  <a:lnTo>
                    <a:pt x="137133" y="0"/>
                  </a:lnTo>
                  <a:lnTo>
                    <a:pt x="140378" y="11"/>
                  </a:lnTo>
                  <a:lnTo>
                    <a:pt x="143010" y="2643"/>
                  </a:lnTo>
                  <a:lnTo>
                    <a:pt x="143016" y="5887"/>
                  </a:lnTo>
                  <a:lnTo>
                    <a:pt x="143010" y="9133"/>
                  </a:lnTo>
                  <a:lnTo>
                    <a:pt x="140378" y="11764"/>
                  </a:lnTo>
                  <a:lnTo>
                    <a:pt x="137133" y="11770"/>
                  </a:lnTo>
                  <a:close/>
                </a:path>
              </a:pathLst>
            </a:custGeom>
            <a:solidFill>
              <a:srgbClr val="EEF0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055335" y="2054666"/>
              <a:ext cx="173076" cy="11388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55335" y="1886410"/>
              <a:ext cx="168810" cy="14511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59125" y="2054666"/>
              <a:ext cx="173069" cy="11388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90990" y="2191688"/>
              <a:ext cx="141204" cy="17173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63390" y="1886410"/>
              <a:ext cx="168804" cy="14511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55335" y="2191688"/>
              <a:ext cx="141204" cy="171731"/>
            </a:xfrm>
            <a:prstGeom prst="rect">
              <a:avLst/>
            </a:prstGeom>
          </p:spPr>
        </p:pic>
      </p:grpSp>
      <p:sp>
        <p:nvSpPr>
          <p:cNvPr id="134" name="object 134"/>
          <p:cNvSpPr/>
          <p:nvPr/>
        </p:nvSpPr>
        <p:spPr>
          <a:xfrm>
            <a:off x="7655436" y="1895364"/>
            <a:ext cx="111760" cy="130175"/>
          </a:xfrm>
          <a:custGeom>
            <a:avLst/>
            <a:gdLst/>
            <a:ahLst/>
            <a:cxnLst/>
            <a:rect l="l" t="t" r="r" b="b"/>
            <a:pathLst>
              <a:path w="111759" h="130175">
                <a:moveTo>
                  <a:pt x="111299" y="129899"/>
                </a:moveTo>
                <a:lnTo>
                  <a:pt x="111299" y="64949"/>
                </a:lnTo>
                <a:lnTo>
                  <a:pt x="0" y="64949"/>
                </a:lnTo>
                <a:lnTo>
                  <a:pt x="0" y="0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302589" y="1895364"/>
            <a:ext cx="111760" cy="130175"/>
          </a:xfrm>
          <a:custGeom>
            <a:avLst/>
            <a:gdLst/>
            <a:ahLst/>
            <a:cxnLst/>
            <a:rect l="l" t="t" r="r" b="b"/>
            <a:pathLst>
              <a:path w="111759" h="130175">
                <a:moveTo>
                  <a:pt x="0" y="129899"/>
                </a:moveTo>
                <a:lnTo>
                  <a:pt x="0" y="64949"/>
                </a:lnTo>
                <a:lnTo>
                  <a:pt x="111299" y="64949"/>
                </a:lnTo>
                <a:lnTo>
                  <a:pt x="111299" y="0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7655436" y="2403614"/>
            <a:ext cx="111760" cy="130175"/>
          </a:xfrm>
          <a:custGeom>
            <a:avLst/>
            <a:gdLst/>
            <a:ahLst/>
            <a:cxnLst/>
            <a:rect l="l" t="t" r="r" b="b"/>
            <a:pathLst>
              <a:path w="111759" h="130175">
                <a:moveTo>
                  <a:pt x="111299" y="0"/>
                </a:moveTo>
                <a:lnTo>
                  <a:pt x="111299" y="64949"/>
                </a:lnTo>
                <a:lnTo>
                  <a:pt x="0" y="64949"/>
                </a:lnTo>
                <a:lnTo>
                  <a:pt x="0" y="129899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302589" y="2403614"/>
            <a:ext cx="111760" cy="130175"/>
          </a:xfrm>
          <a:custGeom>
            <a:avLst/>
            <a:gdLst/>
            <a:ahLst/>
            <a:cxnLst/>
            <a:rect l="l" t="t" r="r" b="b"/>
            <a:pathLst>
              <a:path w="111759" h="130175">
                <a:moveTo>
                  <a:pt x="0" y="0"/>
                </a:moveTo>
                <a:lnTo>
                  <a:pt x="0" y="64949"/>
                </a:lnTo>
                <a:lnTo>
                  <a:pt x="111299" y="64949"/>
                </a:lnTo>
                <a:lnTo>
                  <a:pt x="111299" y="129899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0" name="object 140"/>
          <p:cNvGrpSpPr/>
          <p:nvPr/>
        </p:nvGrpSpPr>
        <p:grpSpPr>
          <a:xfrm>
            <a:off x="7751820" y="1863245"/>
            <a:ext cx="570230" cy="620395"/>
            <a:chOff x="7751820" y="1863245"/>
            <a:chExt cx="570230" cy="620395"/>
          </a:xfrm>
        </p:grpSpPr>
        <p:sp>
          <p:nvSpPr>
            <p:cNvPr id="141" name="object 141"/>
            <p:cNvSpPr/>
            <p:nvPr/>
          </p:nvSpPr>
          <p:spPr>
            <a:xfrm>
              <a:off x="8048599" y="2098001"/>
              <a:ext cx="273685" cy="385445"/>
            </a:xfrm>
            <a:custGeom>
              <a:avLst/>
              <a:gdLst/>
              <a:ahLst/>
              <a:cxnLst/>
              <a:rect l="l" t="t" r="r" b="b"/>
              <a:pathLst>
                <a:path w="273684" h="385444">
                  <a:moveTo>
                    <a:pt x="245148" y="237883"/>
                  </a:moveTo>
                  <a:lnTo>
                    <a:pt x="237883" y="200101"/>
                  </a:lnTo>
                  <a:lnTo>
                    <a:pt x="188010" y="183642"/>
                  </a:lnTo>
                  <a:lnTo>
                    <a:pt x="184861" y="183642"/>
                  </a:lnTo>
                  <a:lnTo>
                    <a:pt x="181546" y="183692"/>
                  </a:lnTo>
                  <a:lnTo>
                    <a:pt x="178041" y="183807"/>
                  </a:lnTo>
                  <a:lnTo>
                    <a:pt x="164541" y="184188"/>
                  </a:lnTo>
                  <a:lnTo>
                    <a:pt x="150406" y="184467"/>
                  </a:lnTo>
                  <a:lnTo>
                    <a:pt x="135674" y="184619"/>
                  </a:lnTo>
                  <a:lnTo>
                    <a:pt x="120383" y="184670"/>
                  </a:lnTo>
                  <a:lnTo>
                    <a:pt x="114490" y="184670"/>
                  </a:lnTo>
                  <a:lnTo>
                    <a:pt x="111506" y="184658"/>
                  </a:lnTo>
                  <a:lnTo>
                    <a:pt x="111201" y="184658"/>
                  </a:lnTo>
                  <a:lnTo>
                    <a:pt x="93662" y="188201"/>
                  </a:lnTo>
                  <a:lnTo>
                    <a:pt x="79336" y="197878"/>
                  </a:lnTo>
                  <a:lnTo>
                    <a:pt x="69697" y="212217"/>
                  </a:lnTo>
                  <a:lnTo>
                    <a:pt x="66179" y="229768"/>
                  </a:lnTo>
                  <a:lnTo>
                    <a:pt x="66179" y="250088"/>
                  </a:lnTo>
                  <a:lnTo>
                    <a:pt x="91503" y="250088"/>
                  </a:lnTo>
                  <a:lnTo>
                    <a:pt x="115544" y="254965"/>
                  </a:lnTo>
                  <a:lnTo>
                    <a:pt x="135191" y="268224"/>
                  </a:lnTo>
                  <a:lnTo>
                    <a:pt x="148450" y="287870"/>
                  </a:lnTo>
                  <a:lnTo>
                    <a:pt x="153327" y="311912"/>
                  </a:lnTo>
                  <a:lnTo>
                    <a:pt x="153327" y="318528"/>
                  </a:lnTo>
                  <a:lnTo>
                    <a:pt x="149923" y="321932"/>
                  </a:lnTo>
                  <a:lnTo>
                    <a:pt x="141579" y="321932"/>
                  </a:lnTo>
                  <a:lnTo>
                    <a:pt x="138163" y="318528"/>
                  </a:lnTo>
                  <a:lnTo>
                    <a:pt x="138163" y="311912"/>
                  </a:lnTo>
                  <a:lnTo>
                    <a:pt x="134505" y="293751"/>
                  </a:lnTo>
                  <a:lnTo>
                    <a:pt x="124498" y="278917"/>
                  </a:lnTo>
                  <a:lnTo>
                    <a:pt x="109664" y="268909"/>
                  </a:lnTo>
                  <a:lnTo>
                    <a:pt x="91503" y="265252"/>
                  </a:lnTo>
                  <a:lnTo>
                    <a:pt x="0" y="265252"/>
                  </a:lnTo>
                  <a:lnTo>
                    <a:pt x="0" y="359816"/>
                  </a:lnTo>
                  <a:lnTo>
                    <a:pt x="8420" y="366331"/>
                  </a:lnTo>
                  <a:lnTo>
                    <a:pt x="25082" y="374815"/>
                  </a:lnTo>
                  <a:lnTo>
                    <a:pt x="51206" y="382181"/>
                  </a:lnTo>
                  <a:lnTo>
                    <a:pt x="88049" y="385318"/>
                  </a:lnTo>
                  <a:lnTo>
                    <a:pt x="134226" y="378053"/>
                  </a:lnTo>
                  <a:lnTo>
                    <a:pt x="167982" y="358940"/>
                  </a:lnTo>
                  <a:lnTo>
                    <a:pt x="189547" y="331978"/>
                  </a:lnTo>
                  <a:lnTo>
                    <a:pt x="199148" y="301142"/>
                  </a:lnTo>
                  <a:lnTo>
                    <a:pt x="199504" y="298119"/>
                  </a:lnTo>
                  <a:lnTo>
                    <a:pt x="201587" y="295630"/>
                  </a:lnTo>
                  <a:lnTo>
                    <a:pt x="204520" y="294754"/>
                  </a:lnTo>
                  <a:lnTo>
                    <a:pt x="211709" y="291820"/>
                  </a:lnTo>
                  <a:lnTo>
                    <a:pt x="225793" y="282562"/>
                  </a:lnTo>
                  <a:lnTo>
                    <a:pt x="239395" y="265188"/>
                  </a:lnTo>
                  <a:lnTo>
                    <a:pt x="245148" y="237883"/>
                  </a:lnTo>
                  <a:close/>
                </a:path>
                <a:path w="273684" h="385444">
                  <a:moveTo>
                    <a:pt x="273189" y="56959"/>
                  </a:moveTo>
                  <a:lnTo>
                    <a:pt x="264426" y="18757"/>
                  </a:lnTo>
                  <a:lnTo>
                    <a:pt x="230454" y="0"/>
                  </a:lnTo>
                  <a:lnTo>
                    <a:pt x="229819" y="0"/>
                  </a:lnTo>
                  <a:lnTo>
                    <a:pt x="229463" y="12"/>
                  </a:lnTo>
                  <a:lnTo>
                    <a:pt x="165036" y="12"/>
                  </a:lnTo>
                  <a:lnTo>
                    <a:pt x="142951" y="4470"/>
                  </a:lnTo>
                  <a:lnTo>
                    <a:pt x="124917" y="16637"/>
                  </a:lnTo>
                  <a:lnTo>
                    <a:pt x="112750" y="34671"/>
                  </a:lnTo>
                  <a:lnTo>
                    <a:pt x="108267" y="56743"/>
                  </a:lnTo>
                  <a:lnTo>
                    <a:pt x="108267" y="92494"/>
                  </a:lnTo>
                  <a:lnTo>
                    <a:pt x="113817" y="92494"/>
                  </a:lnTo>
                  <a:lnTo>
                    <a:pt x="129895" y="95745"/>
                  </a:lnTo>
                  <a:lnTo>
                    <a:pt x="143014" y="104597"/>
                  </a:lnTo>
                  <a:lnTo>
                    <a:pt x="151866" y="117716"/>
                  </a:lnTo>
                  <a:lnTo>
                    <a:pt x="155117" y="133794"/>
                  </a:lnTo>
                  <a:lnTo>
                    <a:pt x="155117" y="145808"/>
                  </a:lnTo>
                  <a:lnTo>
                    <a:pt x="151739" y="149225"/>
                  </a:lnTo>
                  <a:lnTo>
                    <a:pt x="143357" y="149225"/>
                  </a:lnTo>
                  <a:lnTo>
                    <a:pt x="139979" y="145808"/>
                  </a:lnTo>
                  <a:lnTo>
                    <a:pt x="139979" y="133794"/>
                  </a:lnTo>
                  <a:lnTo>
                    <a:pt x="137909" y="123609"/>
                  </a:lnTo>
                  <a:lnTo>
                    <a:pt x="132308" y="115290"/>
                  </a:lnTo>
                  <a:lnTo>
                    <a:pt x="124002" y="109689"/>
                  </a:lnTo>
                  <a:lnTo>
                    <a:pt x="113817" y="107619"/>
                  </a:lnTo>
                  <a:lnTo>
                    <a:pt x="88404" y="107619"/>
                  </a:lnTo>
                  <a:lnTo>
                    <a:pt x="77901" y="109740"/>
                  </a:lnTo>
                  <a:lnTo>
                    <a:pt x="69329" y="115519"/>
                  </a:lnTo>
                  <a:lnTo>
                    <a:pt x="63550" y="124079"/>
                  </a:lnTo>
                  <a:lnTo>
                    <a:pt x="61429" y="134581"/>
                  </a:lnTo>
                  <a:lnTo>
                    <a:pt x="61429" y="149847"/>
                  </a:lnTo>
                  <a:lnTo>
                    <a:pt x="58026" y="153212"/>
                  </a:lnTo>
                  <a:lnTo>
                    <a:pt x="49669" y="153212"/>
                  </a:lnTo>
                  <a:lnTo>
                    <a:pt x="46253" y="149847"/>
                  </a:lnTo>
                  <a:lnTo>
                    <a:pt x="46253" y="134581"/>
                  </a:lnTo>
                  <a:lnTo>
                    <a:pt x="49568" y="118198"/>
                  </a:lnTo>
                  <a:lnTo>
                    <a:pt x="58597" y="104800"/>
                  </a:lnTo>
                  <a:lnTo>
                    <a:pt x="71996" y="95770"/>
                  </a:lnTo>
                  <a:lnTo>
                    <a:pt x="88404" y="92456"/>
                  </a:lnTo>
                  <a:lnTo>
                    <a:pt x="93103" y="92456"/>
                  </a:lnTo>
                  <a:lnTo>
                    <a:pt x="93103" y="71678"/>
                  </a:lnTo>
                  <a:lnTo>
                    <a:pt x="0" y="71678"/>
                  </a:lnTo>
                  <a:lnTo>
                    <a:pt x="0" y="250088"/>
                  </a:lnTo>
                  <a:lnTo>
                    <a:pt x="51015" y="250088"/>
                  </a:lnTo>
                  <a:lnTo>
                    <a:pt x="51015" y="229768"/>
                  </a:lnTo>
                  <a:lnTo>
                    <a:pt x="55753" y="206324"/>
                  </a:lnTo>
                  <a:lnTo>
                    <a:pt x="68656" y="187159"/>
                  </a:lnTo>
                  <a:lnTo>
                    <a:pt x="87820" y="174231"/>
                  </a:lnTo>
                  <a:lnTo>
                    <a:pt x="111290" y="169494"/>
                  </a:lnTo>
                  <a:lnTo>
                    <a:pt x="111556" y="169494"/>
                  </a:lnTo>
                  <a:lnTo>
                    <a:pt x="117500" y="169519"/>
                  </a:lnTo>
                  <a:lnTo>
                    <a:pt x="120434" y="169519"/>
                  </a:lnTo>
                  <a:lnTo>
                    <a:pt x="164147" y="169049"/>
                  </a:lnTo>
                  <a:lnTo>
                    <a:pt x="181165" y="168567"/>
                  </a:lnTo>
                  <a:lnTo>
                    <a:pt x="184658" y="168516"/>
                  </a:lnTo>
                  <a:lnTo>
                    <a:pt x="187972" y="168516"/>
                  </a:lnTo>
                  <a:lnTo>
                    <a:pt x="207175" y="169379"/>
                  </a:lnTo>
                  <a:lnTo>
                    <a:pt x="243878" y="183337"/>
                  </a:lnTo>
                  <a:lnTo>
                    <a:pt x="246888" y="186575"/>
                  </a:lnTo>
                  <a:lnTo>
                    <a:pt x="262305" y="172085"/>
                  </a:lnTo>
                  <a:lnTo>
                    <a:pt x="270078" y="154520"/>
                  </a:lnTo>
                  <a:lnTo>
                    <a:pt x="272846" y="139623"/>
                  </a:lnTo>
                  <a:lnTo>
                    <a:pt x="273189" y="133172"/>
                  </a:lnTo>
                  <a:lnTo>
                    <a:pt x="273189" y="56959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48605" y="1863245"/>
              <a:ext cx="221292" cy="291276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79857" y="2281639"/>
              <a:ext cx="245148" cy="201673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7751820" y="2097989"/>
              <a:ext cx="273685" cy="250190"/>
            </a:xfrm>
            <a:custGeom>
              <a:avLst/>
              <a:gdLst/>
              <a:ahLst/>
              <a:cxnLst/>
              <a:rect l="l" t="t" r="r" b="b"/>
              <a:pathLst>
                <a:path w="273684" h="250189">
                  <a:moveTo>
                    <a:pt x="273185" y="250097"/>
                  </a:moveTo>
                  <a:lnTo>
                    <a:pt x="222170" y="250097"/>
                  </a:lnTo>
                  <a:lnTo>
                    <a:pt x="222170" y="229779"/>
                  </a:lnTo>
                  <a:lnTo>
                    <a:pt x="217436" y="206328"/>
                  </a:lnTo>
                  <a:lnTo>
                    <a:pt x="204524" y="187165"/>
                  </a:lnTo>
                  <a:lnTo>
                    <a:pt x="185367" y="174238"/>
                  </a:lnTo>
                  <a:lnTo>
                    <a:pt x="161901" y="169496"/>
                  </a:lnTo>
                  <a:lnTo>
                    <a:pt x="161627" y="169496"/>
                  </a:lnTo>
                  <a:lnTo>
                    <a:pt x="155690" y="169524"/>
                  </a:lnTo>
                  <a:lnTo>
                    <a:pt x="152756" y="169524"/>
                  </a:lnTo>
                  <a:lnTo>
                    <a:pt x="109043" y="169061"/>
                  </a:lnTo>
                  <a:lnTo>
                    <a:pt x="92021" y="168578"/>
                  </a:lnTo>
                  <a:lnTo>
                    <a:pt x="88524" y="168523"/>
                  </a:lnTo>
                  <a:lnTo>
                    <a:pt x="85207" y="168523"/>
                  </a:lnTo>
                  <a:lnTo>
                    <a:pt x="66008" y="169387"/>
                  </a:lnTo>
                  <a:lnTo>
                    <a:pt x="29311" y="183343"/>
                  </a:lnTo>
                  <a:lnTo>
                    <a:pt x="26295" y="186579"/>
                  </a:lnTo>
                  <a:lnTo>
                    <a:pt x="10885" y="172097"/>
                  </a:lnTo>
                  <a:lnTo>
                    <a:pt x="3101" y="154522"/>
                  </a:lnTo>
                  <a:lnTo>
                    <a:pt x="341" y="139625"/>
                  </a:lnTo>
                  <a:lnTo>
                    <a:pt x="0" y="133178"/>
                  </a:lnTo>
                  <a:lnTo>
                    <a:pt x="0" y="56965"/>
                  </a:lnTo>
                  <a:lnTo>
                    <a:pt x="8756" y="18758"/>
                  </a:lnTo>
                  <a:lnTo>
                    <a:pt x="42733" y="0"/>
                  </a:lnTo>
                  <a:lnTo>
                    <a:pt x="43364" y="0"/>
                  </a:lnTo>
                  <a:lnTo>
                    <a:pt x="43721" y="13"/>
                  </a:lnTo>
                  <a:lnTo>
                    <a:pt x="108144" y="13"/>
                  </a:lnTo>
                  <a:lnTo>
                    <a:pt x="130235" y="4474"/>
                  </a:lnTo>
                  <a:lnTo>
                    <a:pt x="148268" y="16637"/>
                  </a:lnTo>
                  <a:lnTo>
                    <a:pt x="160432" y="34670"/>
                  </a:lnTo>
                  <a:lnTo>
                    <a:pt x="164917" y="56745"/>
                  </a:lnTo>
                  <a:lnTo>
                    <a:pt x="164917" y="92501"/>
                  </a:lnTo>
                  <a:lnTo>
                    <a:pt x="159364" y="92501"/>
                  </a:lnTo>
                  <a:lnTo>
                    <a:pt x="143293" y="95747"/>
                  </a:lnTo>
                  <a:lnTo>
                    <a:pt x="130167" y="104598"/>
                  </a:lnTo>
                  <a:lnTo>
                    <a:pt x="121316" y="117725"/>
                  </a:lnTo>
                  <a:lnTo>
                    <a:pt x="118070" y="133795"/>
                  </a:lnTo>
                  <a:lnTo>
                    <a:pt x="118070" y="145819"/>
                  </a:lnTo>
                  <a:lnTo>
                    <a:pt x="121442" y="149233"/>
                  </a:lnTo>
                  <a:lnTo>
                    <a:pt x="129833" y="149233"/>
                  </a:lnTo>
                  <a:lnTo>
                    <a:pt x="133206" y="145819"/>
                  </a:lnTo>
                  <a:lnTo>
                    <a:pt x="133206" y="133795"/>
                  </a:lnTo>
                  <a:lnTo>
                    <a:pt x="135279" y="123610"/>
                  </a:lnTo>
                  <a:lnTo>
                    <a:pt x="140882" y="115301"/>
                  </a:lnTo>
                  <a:lnTo>
                    <a:pt x="149187" y="109696"/>
                  </a:lnTo>
                  <a:lnTo>
                    <a:pt x="159364" y="107623"/>
                  </a:lnTo>
                  <a:lnTo>
                    <a:pt x="184783" y="107623"/>
                  </a:lnTo>
                  <a:lnTo>
                    <a:pt x="195284" y="109741"/>
                  </a:lnTo>
                  <a:lnTo>
                    <a:pt x="203855" y="115518"/>
                  </a:lnTo>
                  <a:lnTo>
                    <a:pt x="209632" y="124090"/>
                  </a:lnTo>
                  <a:lnTo>
                    <a:pt x="211750" y="134591"/>
                  </a:lnTo>
                  <a:lnTo>
                    <a:pt x="211750" y="149850"/>
                  </a:lnTo>
                  <a:lnTo>
                    <a:pt x="215164" y="153223"/>
                  </a:lnTo>
                  <a:lnTo>
                    <a:pt x="223513" y="153223"/>
                  </a:lnTo>
                  <a:lnTo>
                    <a:pt x="226928" y="149850"/>
                  </a:lnTo>
                  <a:lnTo>
                    <a:pt x="226928" y="134591"/>
                  </a:lnTo>
                  <a:lnTo>
                    <a:pt x="223618" y="118204"/>
                  </a:lnTo>
                  <a:lnTo>
                    <a:pt x="214590" y="104811"/>
                  </a:lnTo>
                  <a:lnTo>
                    <a:pt x="201195" y="95775"/>
                  </a:lnTo>
                  <a:lnTo>
                    <a:pt x="184783" y="92460"/>
                  </a:lnTo>
                  <a:lnTo>
                    <a:pt x="180080" y="92460"/>
                  </a:lnTo>
                  <a:lnTo>
                    <a:pt x="180080" y="71689"/>
                  </a:lnTo>
                  <a:lnTo>
                    <a:pt x="273185" y="71689"/>
                  </a:lnTo>
                  <a:lnTo>
                    <a:pt x="273185" y="250097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803712" y="1863245"/>
              <a:ext cx="221292" cy="291276"/>
            </a:xfrm>
            <a:prstGeom prst="rect">
              <a:avLst/>
            </a:prstGeom>
          </p:spPr>
        </p:pic>
      </p:grpSp>
      <p:sp>
        <p:nvSpPr>
          <p:cNvPr id="138" name="object 138"/>
          <p:cNvSpPr/>
          <p:nvPr/>
        </p:nvSpPr>
        <p:spPr>
          <a:xfrm>
            <a:off x="7634868" y="2193305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833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351033" y="2193305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833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667E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9" name="object 18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09568" y="2728039"/>
            <a:ext cx="1779625" cy="591607"/>
          </a:xfrm>
          <a:prstGeom prst="rect">
            <a:avLst/>
          </a:prstGeom>
        </p:spPr>
      </p:pic>
      <p:grpSp>
        <p:nvGrpSpPr>
          <p:cNvPr id="164" name="object 164"/>
          <p:cNvGrpSpPr/>
          <p:nvPr/>
        </p:nvGrpSpPr>
        <p:grpSpPr>
          <a:xfrm>
            <a:off x="2555918" y="2726205"/>
            <a:ext cx="1268730" cy="592455"/>
            <a:chOff x="2555918" y="2726205"/>
            <a:chExt cx="1268730" cy="592455"/>
          </a:xfrm>
        </p:grpSpPr>
        <p:sp>
          <p:nvSpPr>
            <p:cNvPr id="165" name="object 165"/>
            <p:cNvSpPr/>
            <p:nvPr/>
          </p:nvSpPr>
          <p:spPr>
            <a:xfrm>
              <a:off x="2555918" y="2726205"/>
              <a:ext cx="622935" cy="281940"/>
            </a:xfrm>
            <a:custGeom>
              <a:avLst/>
              <a:gdLst/>
              <a:ahLst/>
              <a:cxnLst/>
              <a:rect l="l" t="t" r="r" b="b"/>
              <a:pathLst>
                <a:path w="622935" h="281939">
                  <a:moveTo>
                    <a:pt x="436327" y="281313"/>
                  </a:moveTo>
                  <a:lnTo>
                    <a:pt x="17853" y="281313"/>
                  </a:lnTo>
                  <a:lnTo>
                    <a:pt x="7996" y="281291"/>
                  </a:lnTo>
                  <a:lnTo>
                    <a:pt x="26" y="273290"/>
                  </a:lnTo>
                  <a:lnTo>
                    <a:pt x="0" y="263460"/>
                  </a:lnTo>
                  <a:lnTo>
                    <a:pt x="0" y="17853"/>
                  </a:lnTo>
                  <a:lnTo>
                    <a:pt x="26" y="7996"/>
                  </a:lnTo>
                  <a:lnTo>
                    <a:pt x="7996" y="26"/>
                  </a:lnTo>
                  <a:lnTo>
                    <a:pt x="17853" y="0"/>
                  </a:lnTo>
                  <a:lnTo>
                    <a:pt x="604989" y="0"/>
                  </a:lnTo>
                  <a:lnTo>
                    <a:pt x="614824" y="26"/>
                  </a:lnTo>
                  <a:lnTo>
                    <a:pt x="622820" y="7996"/>
                  </a:lnTo>
                  <a:lnTo>
                    <a:pt x="622843" y="17853"/>
                  </a:lnTo>
                  <a:lnTo>
                    <a:pt x="622843" y="105729"/>
                  </a:lnTo>
                  <a:lnTo>
                    <a:pt x="575351" y="112602"/>
                  </a:lnTo>
                  <a:lnTo>
                    <a:pt x="532383" y="130467"/>
                  </a:lnTo>
                  <a:lnTo>
                    <a:pt x="495467" y="157797"/>
                  </a:lnTo>
                  <a:lnTo>
                    <a:pt x="466134" y="193066"/>
                  </a:lnTo>
                  <a:lnTo>
                    <a:pt x="445910" y="234747"/>
                  </a:lnTo>
                  <a:lnTo>
                    <a:pt x="436327" y="281313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555913" y="2726207"/>
              <a:ext cx="1268730" cy="592455"/>
            </a:xfrm>
            <a:custGeom>
              <a:avLst/>
              <a:gdLst/>
              <a:ahLst/>
              <a:cxnLst/>
              <a:rect l="l" t="t" r="r" b="b"/>
              <a:pathLst>
                <a:path w="1268729" h="592454">
                  <a:moveTo>
                    <a:pt x="622846" y="486664"/>
                  </a:moveTo>
                  <a:lnTo>
                    <a:pt x="575348" y="479793"/>
                  </a:lnTo>
                  <a:lnTo>
                    <a:pt x="532384" y="461924"/>
                  </a:lnTo>
                  <a:lnTo>
                    <a:pt x="495465" y="434594"/>
                  </a:lnTo>
                  <a:lnTo>
                    <a:pt x="466128" y="399326"/>
                  </a:lnTo>
                  <a:lnTo>
                    <a:pt x="445909" y="357644"/>
                  </a:lnTo>
                  <a:lnTo>
                    <a:pt x="436321" y="311086"/>
                  </a:lnTo>
                  <a:lnTo>
                    <a:pt x="17856" y="311086"/>
                  </a:lnTo>
                  <a:lnTo>
                    <a:pt x="8001" y="311111"/>
                  </a:lnTo>
                  <a:lnTo>
                    <a:pt x="25" y="319112"/>
                  </a:lnTo>
                  <a:lnTo>
                    <a:pt x="0" y="328942"/>
                  </a:lnTo>
                  <a:lnTo>
                    <a:pt x="0" y="574548"/>
                  </a:lnTo>
                  <a:lnTo>
                    <a:pt x="25" y="584403"/>
                  </a:lnTo>
                  <a:lnTo>
                    <a:pt x="8001" y="592366"/>
                  </a:lnTo>
                  <a:lnTo>
                    <a:pt x="17856" y="592404"/>
                  </a:lnTo>
                  <a:lnTo>
                    <a:pt x="604989" y="592404"/>
                  </a:lnTo>
                  <a:lnTo>
                    <a:pt x="614819" y="592366"/>
                  </a:lnTo>
                  <a:lnTo>
                    <a:pt x="622820" y="584403"/>
                  </a:lnTo>
                  <a:lnTo>
                    <a:pt x="622846" y="574548"/>
                  </a:lnTo>
                  <a:lnTo>
                    <a:pt x="622846" y="486664"/>
                  </a:lnTo>
                  <a:close/>
                </a:path>
                <a:path w="1268729" h="592454">
                  <a:moveTo>
                    <a:pt x="1268145" y="17856"/>
                  </a:moveTo>
                  <a:lnTo>
                    <a:pt x="1268120" y="8001"/>
                  </a:lnTo>
                  <a:lnTo>
                    <a:pt x="1260144" y="25"/>
                  </a:lnTo>
                  <a:lnTo>
                    <a:pt x="1250289" y="0"/>
                  </a:lnTo>
                  <a:lnTo>
                    <a:pt x="663155" y="0"/>
                  </a:lnTo>
                  <a:lnTo>
                    <a:pt x="653313" y="25"/>
                  </a:lnTo>
                  <a:lnTo>
                    <a:pt x="645325" y="8001"/>
                  </a:lnTo>
                  <a:lnTo>
                    <a:pt x="645299" y="17856"/>
                  </a:lnTo>
                  <a:lnTo>
                    <a:pt x="645299" y="106641"/>
                  </a:lnTo>
                  <a:lnTo>
                    <a:pt x="689140" y="116357"/>
                  </a:lnTo>
                  <a:lnTo>
                    <a:pt x="728573" y="135559"/>
                  </a:lnTo>
                  <a:lnTo>
                    <a:pt x="762292" y="162953"/>
                  </a:lnTo>
                  <a:lnTo>
                    <a:pt x="789000" y="197231"/>
                  </a:lnTo>
                  <a:lnTo>
                    <a:pt x="807402" y="237121"/>
                  </a:lnTo>
                  <a:lnTo>
                    <a:pt x="816203" y="281317"/>
                  </a:lnTo>
                  <a:lnTo>
                    <a:pt x="1250289" y="281317"/>
                  </a:lnTo>
                  <a:lnTo>
                    <a:pt x="1260144" y="281292"/>
                  </a:lnTo>
                  <a:lnTo>
                    <a:pt x="1268120" y="273291"/>
                  </a:lnTo>
                  <a:lnTo>
                    <a:pt x="1268145" y="263461"/>
                  </a:lnTo>
                  <a:lnTo>
                    <a:pt x="1268145" y="17856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3201215" y="3037285"/>
              <a:ext cx="622935" cy="281940"/>
            </a:xfrm>
            <a:custGeom>
              <a:avLst/>
              <a:gdLst/>
              <a:ahLst/>
              <a:cxnLst/>
              <a:rect l="l" t="t" r="r" b="b"/>
              <a:pathLst>
                <a:path w="622935" h="281939">
                  <a:moveTo>
                    <a:pt x="604994" y="281313"/>
                  </a:moveTo>
                  <a:lnTo>
                    <a:pt x="17857" y="281313"/>
                  </a:lnTo>
                  <a:lnTo>
                    <a:pt x="8022" y="281286"/>
                  </a:lnTo>
                  <a:lnTo>
                    <a:pt x="26" y="273317"/>
                  </a:lnTo>
                  <a:lnTo>
                    <a:pt x="0" y="263460"/>
                  </a:lnTo>
                  <a:lnTo>
                    <a:pt x="0" y="174678"/>
                  </a:lnTo>
                  <a:lnTo>
                    <a:pt x="43850" y="164956"/>
                  </a:lnTo>
                  <a:lnTo>
                    <a:pt x="83282" y="145751"/>
                  </a:lnTo>
                  <a:lnTo>
                    <a:pt x="116999" y="118357"/>
                  </a:lnTo>
                  <a:lnTo>
                    <a:pt x="143708" y="84071"/>
                  </a:lnTo>
                  <a:lnTo>
                    <a:pt x="162111" y="44187"/>
                  </a:lnTo>
                  <a:lnTo>
                    <a:pt x="170912" y="0"/>
                  </a:lnTo>
                  <a:lnTo>
                    <a:pt x="604994" y="0"/>
                  </a:lnTo>
                  <a:lnTo>
                    <a:pt x="614850" y="21"/>
                  </a:lnTo>
                  <a:lnTo>
                    <a:pt x="622820" y="8022"/>
                  </a:lnTo>
                  <a:lnTo>
                    <a:pt x="622847" y="17852"/>
                  </a:lnTo>
                  <a:lnTo>
                    <a:pt x="622847" y="263460"/>
                  </a:lnTo>
                  <a:lnTo>
                    <a:pt x="622820" y="273317"/>
                  </a:lnTo>
                  <a:lnTo>
                    <a:pt x="614850" y="281286"/>
                  </a:lnTo>
                  <a:lnTo>
                    <a:pt x="604994" y="281313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18442" y="2858668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60" h="327660">
                  <a:moveTo>
                    <a:pt x="170105" y="327467"/>
                  </a:moveTo>
                  <a:lnTo>
                    <a:pt x="162597" y="327467"/>
                  </a:lnTo>
                  <a:lnTo>
                    <a:pt x="161447" y="327441"/>
                  </a:lnTo>
                  <a:lnTo>
                    <a:pt x="160319" y="327418"/>
                  </a:lnTo>
                  <a:lnTo>
                    <a:pt x="112286" y="319179"/>
                  </a:lnTo>
                  <a:lnTo>
                    <a:pt x="70110" y="297982"/>
                  </a:lnTo>
                  <a:lnTo>
                    <a:pt x="35987" y="266024"/>
                  </a:lnTo>
                  <a:lnTo>
                    <a:pt x="12113" y="225503"/>
                  </a:lnTo>
                  <a:lnTo>
                    <a:pt x="683" y="178616"/>
                  </a:lnTo>
                  <a:lnTo>
                    <a:pt x="0" y="168759"/>
                  </a:lnTo>
                  <a:lnTo>
                    <a:pt x="0" y="158707"/>
                  </a:lnTo>
                  <a:lnTo>
                    <a:pt x="12113" y="101974"/>
                  </a:lnTo>
                  <a:lnTo>
                    <a:pt x="35987" y="61454"/>
                  </a:lnTo>
                  <a:lnTo>
                    <a:pt x="70110" y="29493"/>
                  </a:lnTo>
                  <a:lnTo>
                    <a:pt x="112286" y="8290"/>
                  </a:lnTo>
                  <a:lnTo>
                    <a:pt x="160319" y="48"/>
                  </a:lnTo>
                  <a:lnTo>
                    <a:pt x="161447" y="26"/>
                  </a:lnTo>
                  <a:lnTo>
                    <a:pt x="162597" y="0"/>
                  </a:lnTo>
                  <a:lnTo>
                    <a:pt x="163747" y="0"/>
                  </a:lnTo>
                  <a:lnTo>
                    <a:pt x="170105" y="0"/>
                  </a:lnTo>
                  <a:lnTo>
                    <a:pt x="176463" y="390"/>
                  </a:lnTo>
                  <a:lnTo>
                    <a:pt x="226447" y="12513"/>
                  </a:lnTo>
                  <a:lnTo>
                    <a:pt x="264490" y="34783"/>
                  </a:lnTo>
                  <a:lnTo>
                    <a:pt x="295096" y="66133"/>
                  </a:lnTo>
                  <a:lnTo>
                    <a:pt x="316462" y="104757"/>
                  </a:lnTo>
                  <a:lnTo>
                    <a:pt x="326783" y="148850"/>
                  </a:lnTo>
                  <a:lnTo>
                    <a:pt x="327467" y="158707"/>
                  </a:lnTo>
                  <a:lnTo>
                    <a:pt x="327467" y="168759"/>
                  </a:lnTo>
                  <a:lnTo>
                    <a:pt x="316472" y="222709"/>
                  </a:lnTo>
                  <a:lnTo>
                    <a:pt x="295107" y="261334"/>
                  </a:lnTo>
                  <a:lnTo>
                    <a:pt x="264497" y="292683"/>
                  </a:lnTo>
                  <a:lnTo>
                    <a:pt x="226450" y="314954"/>
                  </a:lnTo>
                  <a:lnTo>
                    <a:pt x="182772" y="326340"/>
                  </a:lnTo>
                  <a:lnTo>
                    <a:pt x="176463" y="327076"/>
                  </a:lnTo>
                  <a:lnTo>
                    <a:pt x="170105" y="327467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/>
          <p:cNvGrpSpPr/>
          <p:nvPr/>
        </p:nvGrpSpPr>
        <p:grpSpPr>
          <a:xfrm>
            <a:off x="3909123" y="2727425"/>
            <a:ext cx="1569720" cy="591185"/>
            <a:chOff x="3909123" y="2727425"/>
            <a:chExt cx="1569720" cy="591185"/>
          </a:xfrm>
        </p:grpSpPr>
        <p:sp>
          <p:nvSpPr>
            <p:cNvPr id="209" name="object 209"/>
            <p:cNvSpPr/>
            <p:nvPr/>
          </p:nvSpPr>
          <p:spPr>
            <a:xfrm>
              <a:off x="3909123" y="2727439"/>
              <a:ext cx="1569720" cy="591185"/>
            </a:xfrm>
            <a:custGeom>
              <a:avLst/>
              <a:gdLst/>
              <a:ahLst/>
              <a:cxnLst/>
              <a:rect l="l" t="t" r="r" b="b"/>
              <a:pathLst>
                <a:path w="1569720" h="591185">
                  <a:moveTo>
                    <a:pt x="1569123" y="467982"/>
                  </a:moveTo>
                  <a:lnTo>
                    <a:pt x="606196" y="467982"/>
                  </a:lnTo>
                  <a:lnTo>
                    <a:pt x="593331" y="467995"/>
                  </a:lnTo>
                  <a:lnTo>
                    <a:pt x="545655" y="465607"/>
                  </a:lnTo>
                  <a:lnTo>
                    <a:pt x="499313" y="458622"/>
                  </a:lnTo>
                  <a:lnTo>
                    <a:pt x="454558" y="447255"/>
                  </a:lnTo>
                  <a:lnTo>
                    <a:pt x="411607" y="431736"/>
                  </a:lnTo>
                  <a:lnTo>
                    <a:pt x="370700" y="412292"/>
                  </a:lnTo>
                  <a:lnTo>
                    <a:pt x="332066" y="389178"/>
                  </a:lnTo>
                  <a:lnTo>
                    <a:pt x="295948" y="362597"/>
                  </a:lnTo>
                  <a:lnTo>
                    <a:pt x="262559" y="332803"/>
                  </a:lnTo>
                  <a:lnTo>
                    <a:pt x="232168" y="300012"/>
                  </a:lnTo>
                  <a:lnTo>
                    <a:pt x="204978" y="264452"/>
                  </a:lnTo>
                  <a:lnTo>
                    <a:pt x="181241" y="226364"/>
                  </a:lnTo>
                  <a:lnTo>
                    <a:pt x="161188" y="185978"/>
                  </a:lnTo>
                  <a:lnTo>
                    <a:pt x="145046" y="143522"/>
                  </a:lnTo>
                  <a:lnTo>
                    <a:pt x="133045" y="99237"/>
                  </a:lnTo>
                  <a:lnTo>
                    <a:pt x="125437" y="53340"/>
                  </a:lnTo>
                  <a:lnTo>
                    <a:pt x="122440" y="6057"/>
                  </a:lnTo>
                  <a:lnTo>
                    <a:pt x="122440" y="4051"/>
                  </a:lnTo>
                  <a:lnTo>
                    <a:pt x="122402" y="2019"/>
                  </a:lnTo>
                  <a:lnTo>
                    <a:pt x="122402" y="0"/>
                  </a:lnTo>
                  <a:lnTo>
                    <a:pt x="0" y="0"/>
                  </a:lnTo>
                  <a:lnTo>
                    <a:pt x="1968" y="48348"/>
                  </a:lnTo>
                  <a:lnTo>
                    <a:pt x="7772" y="95643"/>
                  </a:lnTo>
                  <a:lnTo>
                    <a:pt x="17272" y="141732"/>
                  </a:lnTo>
                  <a:lnTo>
                    <a:pt x="30302" y="186448"/>
                  </a:lnTo>
                  <a:lnTo>
                    <a:pt x="46710" y="229666"/>
                  </a:lnTo>
                  <a:lnTo>
                    <a:pt x="66344" y="271195"/>
                  </a:lnTo>
                  <a:lnTo>
                    <a:pt x="89039" y="310908"/>
                  </a:lnTo>
                  <a:lnTo>
                    <a:pt x="114655" y="348640"/>
                  </a:lnTo>
                  <a:lnTo>
                    <a:pt x="143027" y="384238"/>
                  </a:lnTo>
                  <a:lnTo>
                    <a:pt x="174015" y="417550"/>
                  </a:lnTo>
                  <a:lnTo>
                    <a:pt x="207454" y="448424"/>
                  </a:lnTo>
                  <a:lnTo>
                    <a:pt x="243192" y="476694"/>
                  </a:lnTo>
                  <a:lnTo>
                    <a:pt x="281063" y="502221"/>
                  </a:lnTo>
                  <a:lnTo>
                    <a:pt x="320941" y="524852"/>
                  </a:lnTo>
                  <a:lnTo>
                    <a:pt x="362648" y="544410"/>
                  </a:lnTo>
                  <a:lnTo>
                    <a:pt x="406031" y="560768"/>
                  </a:lnTo>
                  <a:lnTo>
                    <a:pt x="450951" y="573747"/>
                  </a:lnTo>
                  <a:lnTo>
                    <a:pt x="497243" y="583222"/>
                  </a:lnTo>
                  <a:lnTo>
                    <a:pt x="544753" y="589013"/>
                  </a:lnTo>
                  <a:lnTo>
                    <a:pt x="593331" y="590981"/>
                  </a:lnTo>
                  <a:lnTo>
                    <a:pt x="608215" y="590981"/>
                  </a:lnTo>
                  <a:lnTo>
                    <a:pt x="1569123" y="590969"/>
                  </a:lnTo>
                  <a:lnTo>
                    <a:pt x="1569123" y="467982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4284992" y="2728150"/>
              <a:ext cx="473709" cy="213360"/>
            </a:xfrm>
            <a:custGeom>
              <a:avLst/>
              <a:gdLst/>
              <a:ahLst/>
              <a:cxnLst/>
              <a:rect l="l" t="t" r="r" b="b"/>
              <a:pathLst>
                <a:path w="473710" h="213360">
                  <a:moveTo>
                    <a:pt x="473671" y="93624"/>
                  </a:moveTo>
                  <a:lnTo>
                    <a:pt x="228727" y="93624"/>
                  </a:lnTo>
                  <a:lnTo>
                    <a:pt x="224078" y="93624"/>
                  </a:lnTo>
                  <a:lnTo>
                    <a:pt x="213931" y="93624"/>
                  </a:lnTo>
                  <a:lnTo>
                    <a:pt x="177126" y="86296"/>
                  </a:lnTo>
                  <a:lnTo>
                    <a:pt x="146812" y="66281"/>
                  </a:lnTo>
                  <a:lnTo>
                    <a:pt x="126238" y="36537"/>
                  </a:lnTo>
                  <a:lnTo>
                    <a:pt x="118656" y="0"/>
                  </a:lnTo>
                  <a:lnTo>
                    <a:pt x="0" y="0"/>
                  </a:lnTo>
                  <a:lnTo>
                    <a:pt x="5829" y="49174"/>
                  </a:lnTo>
                  <a:lnTo>
                    <a:pt x="22415" y="94284"/>
                  </a:lnTo>
                  <a:lnTo>
                    <a:pt x="48387" y="134023"/>
                  </a:lnTo>
                  <a:lnTo>
                    <a:pt x="82372" y="167068"/>
                  </a:lnTo>
                  <a:lnTo>
                    <a:pt x="144780" y="201256"/>
                  </a:lnTo>
                  <a:lnTo>
                    <a:pt x="214960" y="213080"/>
                  </a:lnTo>
                  <a:lnTo>
                    <a:pt x="228727" y="213080"/>
                  </a:lnTo>
                  <a:lnTo>
                    <a:pt x="473671" y="213055"/>
                  </a:lnTo>
                  <a:lnTo>
                    <a:pt x="473671" y="93624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4031513" y="2727426"/>
              <a:ext cx="1206500" cy="468630"/>
            </a:xfrm>
            <a:custGeom>
              <a:avLst/>
              <a:gdLst/>
              <a:ahLst/>
              <a:cxnLst/>
              <a:rect l="l" t="t" r="r" b="b"/>
              <a:pathLst>
                <a:path w="1206500" h="468630">
                  <a:moveTo>
                    <a:pt x="1206284" y="345008"/>
                  </a:moveTo>
                  <a:lnTo>
                    <a:pt x="485825" y="345008"/>
                  </a:lnTo>
                  <a:lnTo>
                    <a:pt x="481736" y="345008"/>
                  </a:lnTo>
                  <a:lnTo>
                    <a:pt x="468680" y="345008"/>
                  </a:lnTo>
                  <a:lnTo>
                    <a:pt x="468071" y="344741"/>
                  </a:lnTo>
                  <a:lnTo>
                    <a:pt x="421309" y="341439"/>
                  </a:lnTo>
                  <a:lnTo>
                    <a:pt x="376466" y="332206"/>
                  </a:lnTo>
                  <a:lnTo>
                    <a:pt x="333921" y="317423"/>
                  </a:lnTo>
                  <a:lnTo>
                    <a:pt x="294119" y="297497"/>
                  </a:lnTo>
                  <a:lnTo>
                    <a:pt x="257441" y="272846"/>
                  </a:lnTo>
                  <a:lnTo>
                    <a:pt x="224307" y="243865"/>
                  </a:lnTo>
                  <a:lnTo>
                    <a:pt x="195110" y="210959"/>
                  </a:lnTo>
                  <a:lnTo>
                    <a:pt x="170268" y="174536"/>
                  </a:lnTo>
                  <a:lnTo>
                    <a:pt x="150202" y="134988"/>
                  </a:lnTo>
                  <a:lnTo>
                    <a:pt x="135293" y="92710"/>
                  </a:lnTo>
                  <a:lnTo>
                    <a:pt x="125958" y="48133"/>
                  </a:lnTo>
                  <a:lnTo>
                    <a:pt x="122605" y="1651"/>
                  </a:lnTo>
                  <a:lnTo>
                    <a:pt x="122605" y="1079"/>
                  </a:lnTo>
                  <a:lnTo>
                    <a:pt x="122516" y="558"/>
                  </a:lnTo>
                  <a:lnTo>
                    <a:pt x="122516" y="0"/>
                  </a:lnTo>
                  <a:lnTo>
                    <a:pt x="0" y="0"/>
                  </a:lnTo>
                  <a:lnTo>
                    <a:pt x="0" y="2032"/>
                  </a:lnTo>
                  <a:lnTo>
                    <a:pt x="38" y="4038"/>
                  </a:lnTo>
                  <a:lnTo>
                    <a:pt x="38" y="6070"/>
                  </a:lnTo>
                  <a:lnTo>
                    <a:pt x="3035" y="53352"/>
                  </a:lnTo>
                  <a:lnTo>
                    <a:pt x="10655" y="99250"/>
                  </a:lnTo>
                  <a:lnTo>
                    <a:pt x="22656" y="143535"/>
                  </a:lnTo>
                  <a:lnTo>
                    <a:pt x="38811" y="185991"/>
                  </a:lnTo>
                  <a:lnTo>
                    <a:pt x="58877" y="226377"/>
                  </a:lnTo>
                  <a:lnTo>
                    <a:pt x="82613" y="264464"/>
                  </a:lnTo>
                  <a:lnTo>
                    <a:pt x="109816" y="300024"/>
                  </a:lnTo>
                  <a:lnTo>
                    <a:pt x="140220" y="332816"/>
                  </a:lnTo>
                  <a:lnTo>
                    <a:pt x="173609" y="362610"/>
                  </a:lnTo>
                  <a:lnTo>
                    <a:pt x="209727" y="389191"/>
                  </a:lnTo>
                  <a:lnTo>
                    <a:pt x="248373" y="412305"/>
                  </a:lnTo>
                  <a:lnTo>
                    <a:pt x="289293" y="431749"/>
                  </a:lnTo>
                  <a:lnTo>
                    <a:pt x="332244" y="447268"/>
                  </a:lnTo>
                  <a:lnTo>
                    <a:pt x="377012" y="458635"/>
                  </a:lnTo>
                  <a:lnTo>
                    <a:pt x="423354" y="465620"/>
                  </a:lnTo>
                  <a:lnTo>
                    <a:pt x="471030" y="468007"/>
                  </a:lnTo>
                  <a:lnTo>
                    <a:pt x="481736" y="468007"/>
                  </a:lnTo>
                  <a:lnTo>
                    <a:pt x="485825" y="468007"/>
                  </a:lnTo>
                  <a:lnTo>
                    <a:pt x="1206284" y="468007"/>
                  </a:lnTo>
                  <a:lnTo>
                    <a:pt x="1206284" y="345008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4154081" y="2727426"/>
              <a:ext cx="822325" cy="345440"/>
            </a:xfrm>
            <a:custGeom>
              <a:avLst/>
              <a:gdLst/>
              <a:ahLst/>
              <a:cxnLst/>
              <a:rect l="l" t="t" r="r" b="b"/>
              <a:pathLst>
                <a:path w="822325" h="345439">
                  <a:moveTo>
                    <a:pt x="821931" y="213067"/>
                  </a:moveTo>
                  <a:lnTo>
                    <a:pt x="361797" y="213067"/>
                  </a:lnTo>
                  <a:lnTo>
                    <a:pt x="350431" y="213067"/>
                  </a:lnTo>
                  <a:lnTo>
                    <a:pt x="346583" y="213067"/>
                  </a:lnTo>
                  <a:lnTo>
                    <a:pt x="310883" y="210070"/>
                  </a:lnTo>
                  <a:lnTo>
                    <a:pt x="243890" y="186829"/>
                  </a:lnTo>
                  <a:lnTo>
                    <a:pt x="180022" y="134023"/>
                  </a:lnTo>
                  <a:lnTo>
                    <a:pt x="154051" y="94297"/>
                  </a:lnTo>
                  <a:lnTo>
                    <a:pt x="137464" y="49187"/>
                  </a:lnTo>
                  <a:lnTo>
                    <a:pt x="131622" y="0"/>
                  </a:lnTo>
                  <a:lnTo>
                    <a:pt x="0" y="0"/>
                  </a:lnTo>
                  <a:lnTo>
                    <a:pt x="0" y="558"/>
                  </a:lnTo>
                  <a:lnTo>
                    <a:pt x="38" y="1079"/>
                  </a:lnTo>
                  <a:lnTo>
                    <a:pt x="38" y="1625"/>
                  </a:lnTo>
                  <a:lnTo>
                    <a:pt x="3390" y="48120"/>
                  </a:lnTo>
                  <a:lnTo>
                    <a:pt x="12712" y="92697"/>
                  </a:lnTo>
                  <a:lnTo>
                    <a:pt x="27622" y="134975"/>
                  </a:lnTo>
                  <a:lnTo>
                    <a:pt x="47701" y="174523"/>
                  </a:lnTo>
                  <a:lnTo>
                    <a:pt x="72542" y="210959"/>
                  </a:lnTo>
                  <a:lnTo>
                    <a:pt x="101727" y="243865"/>
                  </a:lnTo>
                  <a:lnTo>
                    <a:pt x="134874" y="272846"/>
                  </a:lnTo>
                  <a:lnTo>
                    <a:pt x="171551" y="297497"/>
                  </a:lnTo>
                  <a:lnTo>
                    <a:pt x="211353" y="317411"/>
                  </a:lnTo>
                  <a:lnTo>
                    <a:pt x="253885" y="332181"/>
                  </a:lnTo>
                  <a:lnTo>
                    <a:pt x="298742" y="341426"/>
                  </a:lnTo>
                  <a:lnTo>
                    <a:pt x="345503" y="344716"/>
                  </a:lnTo>
                  <a:lnTo>
                    <a:pt x="345986" y="344716"/>
                  </a:lnTo>
                  <a:lnTo>
                    <a:pt x="346443" y="344766"/>
                  </a:lnTo>
                  <a:lnTo>
                    <a:pt x="350431" y="344766"/>
                  </a:lnTo>
                  <a:lnTo>
                    <a:pt x="350431" y="345008"/>
                  </a:lnTo>
                  <a:lnTo>
                    <a:pt x="821931" y="345008"/>
                  </a:lnTo>
                  <a:lnTo>
                    <a:pt x="821931" y="213067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/>
          <p:cNvGrpSpPr/>
          <p:nvPr/>
        </p:nvGrpSpPr>
        <p:grpSpPr>
          <a:xfrm>
            <a:off x="5569954" y="2720362"/>
            <a:ext cx="1014094" cy="600075"/>
            <a:chOff x="5569954" y="2720362"/>
            <a:chExt cx="1014094" cy="600075"/>
          </a:xfrm>
        </p:grpSpPr>
        <p:sp>
          <p:nvSpPr>
            <p:cNvPr id="107" name="object 107"/>
            <p:cNvSpPr/>
            <p:nvPr/>
          </p:nvSpPr>
          <p:spPr>
            <a:xfrm>
              <a:off x="6098336" y="3057394"/>
              <a:ext cx="304165" cy="263525"/>
            </a:xfrm>
            <a:custGeom>
              <a:avLst/>
              <a:gdLst/>
              <a:ahLst/>
              <a:cxnLst/>
              <a:rect l="l" t="t" r="r" b="b"/>
              <a:pathLst>
                <a:path w="304164" h="263525">
                  <a:moveTo>
                    <a:pt x="303643" y="262964"/>
                  </a:moveTo>
                  <a:lnTo>
                    <a:pt x="0" y="262964"/>
                  </a:lnTo>
                  <a:lnTo>
                    <a:pt x="151821" y="0"/>
                  </a:lnTo>
                  <a:lnTo>
                    <a:pt x="303643" y="262964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376384" y="3105011"/>
              <a:ext cx="193675" cy="200660"/>
            </a:xfrm>
            <a:custGeom>
              <a:avLst/>
              <a:gdLst/>
              <a:ahLst/>
              <a:cxnLst/>
              <a:rect l="l" t="t" r="r" b="b"/>
              <a:pathLst>
                <a:path w="193675" h="200660">
                  <a:moveTo>
                    <a:pt x="193154" y="0"/>
                  </a:moveTo>
                  <a:lnTo>
                    <a:pt x="82186" y="0"/>
                  </a:lnTo>
                  <a:lnTo>
                    <a:pt x="82186" y="200059"/>
                  </a:lnTo>
                  <a:lnTo>
                    <a:pt x="0" y="200059"/>
                  </a:lnTo>
                </a:path>
              </a:pathLst>
            </a:custGeom>
            <a:ln w="28574">
              <a:solidFill>
                <a:srgbClr val="869F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5758094" y="3057395"/>
              <a:ext cx="304165" cy="263525"/>
            </a:xfrm>
            <a:custGeom>
              <a:avLst/>
              <a:gdLst/>
              <a:ahLst/>
              <a:cxnLst/>
              <a:rect l="l" t="t" r="r" b="b"/>
              <a:pathLst>
                <a:path w="304164" h="263525">
                  <a:moveTo>
                    <a:pt x="303644" y="262962"/>
                  </a:moveTo>
                  <a:lnTo>
                    <a:pt x="0" y="262962"/>
                  </a:lnTo>
                  <a:lnTo>
                    <a:pt x="151823" y="0"/>
                  </a:lnTo>
                  <a:lnTo>
                    <a:pt x="303644" y="262962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584241" y="3105443"/>
              <a:ext cx="193675" cy="200660"/>
            </a:xfrm>
            <a:custGeom>
              <a:avLst/>
              <a:gdLst/>
              <a:ahLst/>
              <a:cxnLst/>
              <a:rect l="l" t="t" r="r" b="b"/>
              <a:pathLst>
                <a:path w="193675" h="200660">
                  <a:moveTo>
                    <a:pt x="0" y="0"/>
                  </a:moveTo>
                  <a:lnTo>
                    <a:pt x="110967" y="0"/>
                  </a:lnTo>
                  <a:lnTo>
                    <a:pt x="110967" y="200059"/>
                  </a:lnTo>
                  <a:lnTo>
                    <a:pt x="193154" y="200059"/>
                  </a:lnTo>
                </a:path>
              </a:pathLst>
            </a:custGeom>
            <a:ln w="28574">
              <a:solidFill>
                <a:srgbClr val="5F7D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5928691" y="3033276"/>
              <a:ext cx="304165" cy="263525"/>
            </a:xfrm>
            <a:custGeom>
              <a:avLst/>
              <a:gdLst/>
              <a:ahLst/>
              <a:cxnLst/>
              <a:rect l="l" t="t" r="r" b="b"/>
              <a:pathLst>
                <a:path w="304164" h="263525">
                  <a:moveTo>
                    <a:pt x="151821" y="262963"/>
                  </a:moveTo>
                  <a:lnTo>
                    <a:pt x="0" y="0"/>
                  </a:lnTo>
                  <a:lnTo>
                    <a:pt x="303643" y="0"/>
                  </a:lnTo>
                  <a:lnTo>
                    <a:pt x="151821" y="262963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5758840" y="2749288"/>
              <a:ext cx="193675" cy="297815"/>
            </a:xfrm>
            <a:custGeom>
              <a:avLst/>
              <a:gdLst/>
              <a:ahLst/>
              <a:cxnLst/>
              <a:rect l="l" t="t" r="r" b="b"/>
              <a:pathLst>
                <a:path w="193675" h="297814">
                  <a:moveTo>
                    <a:pt x="0" y="0"/>
                  </a:moveTo>
                  <a:lnTo>
                    <a:pt x="110967" y="0"/>
                  </a:lnTo>
                  <a:lnTo>
                    <a:pt x="110967" y="297524"/>
                  </a:lnTo>
                  <a:lnTo>
                    <a:pt x="193154" y="297524"/>
                  </a:lnTo>
                </a:path>
              </a:pathLst>
            </a:custGeom>
            <a:ln w="28574">
              <a:solidFill>
                <a:srgbClr val="E3E9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928691" y="2743364"/>
              <a:ext cx="304165" cy="263525"/>
            </a:xfrm>
            <a:custGeom>
              <a:avLst/>
              <a:gdLst/>
              <a:ahLst/>
              <a:cxnLst/>
              <a:rect l="l" t="t" r="r" b="b"/>
              <a:pathLst>
                <a:path w="304164" h="263525">
                  <a:moveTo>
                    <a:pt x="303643" y="262962"/>
                  </a:moveTo>
                  <a:lnTo>
                    <a:pt x="0" y="262962"/>
                  </a:lnTo>
                  <a:lnTo>
                    <a:pt x="151821" y="0"/>
                  </a:lnTo>
                  <a:lnTo>
                    <a:pt x="303643" y="262962"/>
                  </a:lnTo>
                  <a:close/>
                </a:path>
              </a:pathLst>
            </a:custGeom>
            <a:solidFill>
              <a:srgbClr val="43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200037" y="2734649"/>
              <a:ext cx="280670" cy="256540"/>
            </a:xfrm>
            <a:custGeom>
              <a:avLst/>
              <a:gdLst/>
              <a:ahLst/>
              <a:cxnLst/>
              <a:rect l="l" t="t" r="r" b="b"/>
              <a:pathLst>
                <a:path w="280670" h="256539">
                  <a:moveTo>
                    <a:pt x="280620" y="0"/>
                  </a:moveTo>
                  <a:lnTo>
                    <a:pt x="119403" y="0"/>
                  </a:lnTo>
                  <a:lnTo>
                    <a:pt x="119403" y="256486"/>
                  </a:lnTo>
                  <a:lnTo>
                    <a:pt x="0" y="256486"/>
                  </a:lnTo>
                </a:path>
              </a:pathLst>
            </a:custGeom>
            <a:ln w="28574">
              <a:solidFill>
                <a:srgbClr val="435D7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/>
          <p:cNvGrpSpPr/>
          <p:nvPr/>
        </p:nvGrpSpPr>
        <p:grpSpPr>
          <a:xfrm>
            <a:off x="6663819" y="2728359"/>
            <a:ext cx="1054100" cy="590550"/>
            <a:chOff x="6663819" y="2728359"/>
            <a:chExt cx="1054100" cy="590550"/>
          </a:xfrm>
        </p:grpSpPr>
        <p:sp>
          <p:nvSpPr>
            <p:cNvPr id="170" name="object 170"/>
            <p:cNvSpPr/>
            <p:nvPr/>
          </p:nvSpPr>
          <p:spPr>
            <a:xfrm>
              <a:off x="7331321" y="2728359"/>
              <a:ext cx="386715" cy="590550"/>
            </a:xfrm>
            <a:custGeom>
              <a:avLst/>
              <a:gdLst/>
              <a:ahLst/>
              <a:cxnLst/>
              <a:rect l="l" t="t" r="r" b="b"/>
              <a:pathLst>
                <a:path w="386715" h="590550">
                  <a:moveTo>
                    <a:pt x="334257" y="590142"/>
                  </a:moveTo>
                  <a:lnTo>
                    <a:pt x="0" y="590142"/>
                  </a:lnTo>
                  <a:lnTo>
                    <a:pt x="0" y="400524"/>
                  </a:lnTo>
                  <a:lnTo>
                    <a:pt x="16366" y="348405"/>
                  </a:lnTo>
                  <a:lnTo>
                    <a:pt x="45356" y="305836"/>
                  </a:lnTo>
                  <a:lnTo>
                    <a:pt x="51250" y="299880"/>
                  </a:lnTo>
                  <a:lnTo>
                    <a:pt x="51250" y="290262"/>
                  </a:lnTo>
                  <a:lnTo>
                    <a:pt x="26057" y="257313"/>
                  </a:lnTo>
                  <a:lnTo>
                    <a:pt x="3268" y="207667"/>
                  </a:lnTo>
                  <a:lnTo>
                    <a:pt x="0" y="189623"/>
                  </a:lnTo>
                  <a:lnTo>
                    <a:pt x="0" y="0"/>
                  </a:lnTo>
                  <a:lnTo>
                    <a:pt x="334194" y="0"/>
                  </a:lnTo>
                  <a:lnTo>
                    <a:pt x="334194" y="172866"/>
                  </a:lnTo>
                  <a:lnTo>
                    <a:pt x="335943" y="195363"/>
                  </a:lnTo>
                  <a:lnTo>
                    <a:pt x="349583" y="237960"/>
                  </a:lnTo>
                  <a:lnTo>
                    <a:pt x="380480" y="284305"/>
                  </a:lnTo>
                  <a:lnTo>
                    <a:pt x="386437" y="290262"/>
                  </a:lnTo>
                  <a:lnTo>
                    <a:pt x="386437" y="299880"/>
                  </a:lnTo>
                  <a:lnTo>
                    <a:pt x="361244" y="332828"/>
                  </a:lnTo>
                  <a:lnTo>
                    <a:pt x="341166" y="372935"/>
                  </a:lnTo>
                  <a:lnTo>
                    <a:pt x="334257" y="417275"/>
                  </a:lnTo>
                  <a:lnTo>
                    <a:pt x="334257" y="590142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998014" y="2728359"/>
              <a:ext cx="386080" cy="590550"/>
            </a:xfrm>
            <a:custGeom>
              <a:avLst/>
              <a:gdLst/>
              <a:ahLst/>
              <a:cxnLst/>
              <a:rect l="l" t="t" r="r" b="b"/>
              <a:pathLst>
                <a:path w="386079" h="590550">
                  <a:moveTo>
                    <a:pt x="333883" y="590142"/>
                  </a:moveTo>
                  <a:lnTo>
                    <a:pt x="0" y="590142"/>
                  </a:lnTo>
                  <a:lnTo>
                    <a:pt x="0" y="417275"/>
                  </a:lnTo>
                  <a:lnTo>
                    <a:pt x="6941" y="372935"/>
                  </a:lnTo>
                  <a:lnTo>
                    <a:pt x="27054" y="332828"/>
                  </a:lnTo>
                  <a:lnTo>
                    <a:pt x="52247" y="299880"/>
                  </a:lnTo>
                  <a:lnTo>
                    <a:pt x="52247" y="290262"/>
                  </a:lnTo>
                  <a:lnTo>
                    <a:pt x="27054" y="257313"/>
                  </a:lnTo>
                  <a:lnTo>
                    <a:pt x="6919" y="217207"/>
                  </a:lnTo>
                  <a:lnTo>
                    <a:pt x="0" y="172866"/>
                  </a:lnTo>
                  <a:lnTo>
                    <a:pt x="0" y="0"/>
                  </a:lnTo>
                  <a:lnTo>
                    <a:pt x="333883" y="0"/>
                  </a:lnTo>
                  <a:lnTo>
                    <a:pt x="333883" y="172866"/>
                  </a:lnTo>
                  <a:lnTo>
                    <a:pt x="335631" y="195363"/>
                  </a:lnTo>
                  <a:lnTo>
                    <a:pt x="349250" y="237960"/>
                  </a:lnTo>
                  <a:lnTo>
                    <a:pt x="380174" y="284305"/>
                  </a:lnTo>
                  <a:lnTo>
                    <a:pt x="386067" y="290262"/>
                  </a:lnTo>
                  <a:lnTo>
                    <a:pt x="386067" y="299880"/>
                  </a:lnTo>
                  <a:lnTo>
                    <a:pt x="360874" y="332828"/>
                  </a:lnTo>
                  <a:lnTo>
                    <a:pt x="340794" y="372935"/>
                  </a:lnTo>
                  <a:lnTo>
                    <a:pt x="333883" y="417275"/>
                  </a:lnTo>
                  <a:lnTo>
                    <a:pt x="333883" y="590142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663819" y="2728359"/>
              <a:ext cx="386715" cy="590550"/>
            </a:xfrm>
            <a:custGeom>
              <a:avLst/>
              <a:gdLst/>
              <a:ahLst/>
              <a:cxnLst/>
              <a:rect l="l" t="t" r="r" b="b"/>
              <a:pathLst>
                <a:path w="386715" h="590550">
                  <a:moveTo>
                    <a:pt x="334194" y="590142"/>
                  </a:moveTo>
                  <a:lnTo>
                    <a:pt x="0" y="590142"/>
                  </a:lnTo>
                  <a:lnTo>
                    <a:pt x="0" y="0"/>
                  </a:lnTo>
                  <a:lnTo>
                    <a:pt x="334194" y="0"/>
                  </a:lnTo>
                  <a:lnTo>
                    <a:pt x="334194" y="172866"/>
                  </a:lnTo>
                  <a:lnTo>
                    <a:pt x="335943" y="195363"/>
                  </a:lnTo>
                  <a:lnTo>
                    <a:pt x="349587" y="237960"/>
                  </a:lnTo>
                  <a:lnTo>
                    <a:pt x="380485" y="284305"/>
                  </a:lnTo>
                  <a:lnTo>
                    <a:pt x="386442" y="290262"/>
                  </a:lnTo>
                  <a:lnTo>
                    <a:pt x="386442" y="299880"/>
                  </a:lnTo>
                  <a:lnTo>
                    <a:pt x="361249" y="332828"/>
                  </a:lnTo>
                  <a:lnTo>
                    <a:pt x="341113" y="372935"/>
                  </a:lnTo>
                  <a:lnTo>
                    <a:pt x="334194" y="417275"/>
                  </a:lnTo>
                  <a:lnTo>
                    <a:pt x="334194" y="590142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/>
          <p:cNvGrpSpPr/>
          <p:nvPr/>
        </p:nvGrpSpPr>
        <p:grpSpPr>
          <a:xfrm>
            <a:off x="7821475" y="2716715"/>
            <a:ext cx="602615" cy="601980"/>
            <a:chOff x="7821475" y="2716715"/>
            <a:chExt cx="602615" cy="601980"/>
          </a:xfrm>
        </p:grpSpPr>
        <p:sp>
          <p:nvSpPr>
            <p:cNvPr id="149" name="object 149"/>
            <p:cNvSpPr/>
            <p:nvPr/>
          </p:nvSpPr>
          <p:spPr>
            <a:xfrm>
              <a:off x="7821647" y="2716715"/>
              <a:ext cx="367665" cy="302260"/>
            </a:xfrm>
            <a:custGeom>
              <a:avLst/>
              <a:gdLst/>
              <a:ahLst/>
              <a:cxnLst/>
              <a:rect l="l" t="t" r="r" b="b"/>
              <a:pathLst>
                <a:path w="367665" h="302260">
                  <a:moveTo>
                    <a:pt x="302025" y="302028"/>
                  </a:moveTo>
                  <a:lnTo>
                    <a:pt x="196139" y="302028"/>
                  </a:lnTo>
                  <a:lnTo>
                    <a:pt x="198400" y="296341"/>
                  </a:lnTo>
                  <a:lnTo>
                    <a:pt x="199564" y="290280"/>
                  </a:lnTo>
                  <a:lnTo>
                    <a:pt x="199564" y="284164"/>
                  </a:lnTo>
                  <a:lnTo>
                    <a:pt x="195748" y="265266"/>
                  </a:lnTo>
                  <a:lnTo>
                    <a:pt x="185342" y="249830"/>
                  </a:lnTo>
                  <a:lnTo>
                    <a:pt x="169911" y="239420"/>
                  </a:lnTo>
                  <a:lnTo>
                    <a:pt x="151018" y="235602"/>
                  </a:lnTo>
                  <a:lnTo>
                    <a:pt x="149484" y="235602"/>
                  </a:lnTo>
                  <a:lnTo>
                    <a:pt x="108319" y="261049"/>
                  </a:lnTo>
                  <a:lnTo>
                    <a:pt x="102461" y="282701"/>
                  </a:lnTo>
                  <a:lnTo>
                    <a:pt x="102712" y="289267"/>
                  </a:lnTo>
                  <a:lnTo>
                    <a:pt x="103852" y="295740"/>
                  </a:lnTo>
                  <a:lnTo>
                    <a:pt x="105868" y="302028"/>
                  </a:lnTo>
                  <a:lnTo>
                    <a:pt x="0" y="302028"/>
                  </a:lnTo>
                  <a:lnTo>
                    <a:pt x="0" y="53707"/>
                  </a:lnTo>
                  <a:lnTo>
                    <a:pt x="4220" y="32801"/>
                  </a:lnTo>
                  <a:lnTo>
                    <a:pt x="15729" y="15730"/>
                  </a:lnTo>
                  <a:lnTo>
                    <a:pt x="32799" y="4220"/>
                  </a:lnTo>
                  <a:lnTo>
                    <a:pt x="53703" y="0"/>
                  </a:lnTo>
                  <a:lnTo>
                    <a:pt x="302025" y="0"/>
                  </a:lnTo>
                  <a:lnTo>
                    <a:pt x="302025" y="105478"/>
                  </a:lnTo>
                  <a:lnTo>
                    <a:pt x="307368" y="103490"/>
                  </a:lnTo>
                  <a:lnTo>
                    <a:pt x="313039" y="102461"/>
                  </a:lnTo>
                  <a:lnTo>
                    <a:pt x="318741" y="102444"/>
                  </a:lnTo>
                  <a:lnTo>
                    <a:pt x="337733" y="106299"/>
                  </a:lnTo>
                  <a:lnTo>
                    <a:pt x="353215" y="116806"/>
                  </a:lnTo>
                  <a:lnTo>
                    <a:pt x="363598" y="132377"/>
                  </a:lnTo>
                  <a:lnTo>
                    <a:pt x="367292" y="151423"/>
                  </a:lnTo>
                  <a:lnTo>
                    <a:pt x="364208" y="167848"/>
                  </a:lnTo>
                  <a:lnTo>
                    <a:pt x="327835" y="198673"/>
                  </a:lnTo>
                  <a:lnTo>
                    <a:pt x="321688" y="199569"/>
                  </a:lnTo>
                  <a:lnTo>
                    <a:pt x="312834" y="199569"/>
                  </a:lnTo>
                  <a:lnTo>
                    <a:pt x="307234" y="198455"/>
                  </a:lnTo>
                  <a:lnTo>
                    <a:pt x="302025" y="196533"/>
                  </a:lnTo>
                  <a:lnTo>
                    <a:pt x="302025" y="302028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7821475" y="2951301"/>
              <a:ext cx="302260" cy="367665"/>
            </a:xfrm>
            <a:custGeom>
              <a:avLst/>
              <a:gdLst/>
              <a:ahLst/>
              <a:cxnLst/>
              <a:rect l="l" t="t" r="r" b="b"/>
              <a:pathLst>
                <a:path w="302259" h="367664">
                  <a:moveTo>
                    <a:pt x="302029" y="367294"/>
                  </a:moveTo>
                  <a:lnTo>
                    <a:pt x="51308" y="367294"/>
                  </a:lnTo>
                  <a:lnTo>
                    <a:pt x="31334" y="363264"/>
                  </a:lnTo>
                  <a:lnTo>
                    <a:pt x="15025" y="352271"/>
                  </a:lnTo>
                  <a:lnTo>
                    <a:pt x="4031" y="335967"/>
                  </a:lnTo>
                  <a:lnTo>
                    <a:pt x="0" y="316003"/>
                  </a:lnTo>
                  <a:lnTo>
                    <a:pt x="0" y="65266"/>
                  </a:lnTo>
                  <a:lnTo>
                    <a:pt x="105478" y="65266"/>
                  </a:lnTo>
                  <a:lnTo>
                    <a:pt x="103490" y="59923"/>
                  </a:lnTo>
                  <a:lnTo>
                    <a:pt x="102462" y="54272"/>
                  </a:lnTo>
                  <a:lnTo>
                    <a:pt x="102444" y="48571"/>
                  </a:lnTo>
                  <a:lnTo>
                    <a:pt x="106262" y="29659"/>
                  </a:lnTo>
                  <a:lnTo>
                    <a:pt x="116673" y="14221"/>
                  </a:lnTo>
                  <a:lnTo>
                    <a:pt x="132112" y="3815"/>
                  </a:lnTo>
                  <a:lnTo>
                    <a:pt x="151016" y="0"/>
                  </a:lnTo>
                  <a:lnTo>
                    <a:pt x="151288" y="0"/>
                  </a:lnTo>
                  <a:lnTo>
                    <a:pt x="192654" y="23851"/>
                  </a:lnTo>
                  <a:lnTo>
                    <a:pt x="199512" y="46282"/>
                  </a:lnTo>
                  <a:lnTo>
                    <a:pt x="199370" y="52885"/>
                  </a:lnTo>
                  <a:lnTo>
                    <a:pt x="198345" y="59230"/>
                  </a:lnTo>
                  <a:lnTo>
                    <a:pt x="196533" y="65283"/>
                  </a:lnTo>
                  <a:lnTo>
                    <a:pt x="302011" y="65283"/>
                  </a:lnTo>
                  <a:lnTo>
                    <a:pt x="302011" y="171154"/>
                  </a:lnTo>
                  <a:lnTo>
                    <a:pt x="296324" y="168877"/>
                  </a:lnTo>
                  <a:lnTo>
                    <a:pt x="290280" y="167730"/>
                  </a:lnTo>
                  <a:lnTo>
                    <a:pt x="284147" y="167730"/>
                  </a:lnTo>
                  <a:lnTo>
                    <a:pt x="264935" y="171679"/>
                  </a:lnTo>
                  <a:lnTo>
                    <a:pt x="249342" y="182427"/>
                  </a:lnTo>
                  <a:lnTo>
                    <a:pt x="239019" y="198328"/>
                  </a:lnTo>
                  <a:lnTo>
                    <a:pt x="235613" y="217738"/>
                  </a:lnTo>
                  <a:lnTo>
                    <a:pt x="239357" y="234875"/>
                  </a:lnTo>
                  <a:lnTo>
                    <a:pt x="279250" y="264608"/>
                  </a:lnTo>
                  <a:lnTo>
                    <a:pt x="282510" y="264858"/>
                  </a:lnTo>
                  <a:lnTo>
                    <a:pt x="290249" y="264858"/>
                  </a:lnTo>
                  <a:lnTo>
                    <a:pt x="296321" y="263695"/>
                  </a:lnTo>
                  <a:lnTo>
                    <a:pt x="302029" y="261423"/>
                  </a:lnTo>
                  <a:lnTo>
                    <a:pt x="302029" y="367294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122013" y="2716870"/>
              <a:ext cx="302260" cy="367665"/>
            </a:xfrm>
            <a:custGeom>
              <a:avLst/>
              <a:gdLst/>
              <a:ahLst/>
              <a:cxnLst/>
              <a:rect l="l" t="t" r="r" b="b"/>
              <a:pathLst>
                <a:path w="302259" h="367664">
                  <a:moveTo>
                    <a:pt x="150996" y="367312"/>
                  </a:moveTo>
                  <a:lnTo>
                    <a:pt x="150723" y="367312"/>
                  </a:lnTo>
                  <a:lnTo>
                    <a:pt x="150585" y="367309"/>
                  </a:lnTo>
                  <a:lnTo>
                    <a:pt x="109364" y="343453"/>
                  </a:lnTo>
                  <a:lnTo>
                    <a:pt x="102499" y="321013"/>
                  </a:lnTo>
                  <a:lnTo>
                    <a:pt x="102646" y="314417"/>
                  </a:lnTo>
                  <a:lnTo>
                    <a:pt x="103672" y="308077"/>
                  </a:lnTo>
                  <a:lnTo>
                    <a:pt x="105475" y="302026"/>
                  </a:lnTo>
                  <a:lnTo>
                    <a:pt x="0" y="302026"/>
                  </a:lnTo>
                  <a:lnTo>
                    <a:pt x="0" y="196157"/>
                  </a:lnTo>
                  <a:lnTo>
                    <a:pt x="5685" y="198417"/>
                  </a:lnTo>
                  <a:lnTo>
                    <a:pt x="11748" y="199563"/>
                  </a:lnTo>
                  <a:lnTo>
                    <a:pt x="52669" y="184876"/>
                  </a:lnTo>
                  <a:lnTo>
                    <a:pt x="66412" y="149556"/>
                  </a:lnTo>
                  <a:lnTo>
                    <a:pt x="62670" y="132417"/>
                  </a:lnTo>
                  <a:lnTo>
                    <a:pt x="22776" y="102683"/>
                  </a:lnTo>
                  <a:lnTo>
                    <a:pt x="19518" y="102436"/>
                  </a:lnTo>
                  <a:lnTo>
                    <a:pt x="11777" y="102436"/>
                  </a:lnTo>
                  <a:lnTo>
                    <a:pt x="5707" y="103596"/>
                  </a:lnTo>
                  <a:lnTo>
                    <a:pt x="0" y="105868"/>
                  </a:lnTo>
                  <a:lnTo>
                    <a:pt x="0" y="0"/>
                  </a:lnTo>
                  <a:lnTo>
                    <a:pt x="255035" y="0"/>
                  </a:lnTo>
                  <a:lnTo>
                    <a:pt x="273320" y="3693"/>
                  </a:lnTo>
                  <a:lnTo>
                    <a:pt x="288254" y="13764"/>
                  </a:lnTo>
                  <a:lnTo>
                    <a:pt x="298326" y="28696"/>
                  </a:lnTo>
                  <a:lnTo>
                    <a:pt x="302026" y="46973"/>
                  </a:lnTo>
                  <a:lnTo>
                    <a:pt x="302026" y="302026"/>
                  </a:lnTo>
                  <a:lnTo>
                    <a:pt x="196550" y="302026"/>
                  </a:lnTo>
                  <a:lnTo>
                    <a:pt x="198539" y="307369"/>
                  </a:lnTo>
                  <a:lnTo>
                    <a:pt x="199564" y="313039"/>
                  </a:lnTo>
                  <a:lnTo>
                    <a:pt x="199581" y="318741"/>
                  </a:lnTo>
                  <a:lnTo>
                    <a:pt x="195763" y="337645"/>
                  </a:lnTo>
                  <a:lnTo>
                    <a:pt x="185351" y="353084"/>
                  </a:lnTo>
                  <a:lnTo>
                    <a:pt x="169908" y="363494"/>
                  </a:lnTo>
                  <a:lnTo>
                    <a:pt x="150996" y="367312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056730" y="3016584"/>
              <a:ext cx="367665" cy="302260"/>
            </a:xfrm>
            <a:custGeom>
              <a:avLst/>
              <a:gdLst/>
              <a:ahLst/>
              <a:cxnLst/>
              <a:rect l="l" t="t" r="r" b="b"/>
              <a:pathLst>
                <a:path w="367665" h="302260">
                  <a:moveTo>
                    <a:pt x="312713" y="302011"/>
                  </a:moveTo>
                  <a:lnTo>
                    <a:pt x="65282" y="302011"/>
                  </a:lnTo>
                  <a:lnTo>
                    <a:pt x="65282" y="196536"/>
                  </a:lnTo>
                  <a:lnTo>
                    <a:pt x="59939" y="198538"/>
                  </a:lnTo>
                  <a:lnTo>
                    <a:pt x="54269" y="199566"/>
                  </a:lnTo>
                  <a:lnTo>
                    <a:pt x="48567" y="199584"/>
                  </a:lnTo>
                  <a:lnTo>
                    <a:pt x="29576" y="195726"/>
                  </a:lnTo>
                  <a:lnTo>
                    <a:pt x="14092" y="185213"/>
                  </a:lnTo>
                  <a:lnTo>
                    <a:pt x="3704" y="169637"/>
                  </a:lnTo>
                  <a:lnTo>
                    <a:pt x="0" y="150587"/>
                  </a:lnTo>
                  <a:lnTo>
                    <a:pt x="3095" y="134166"/>
                  </a:lnTo>
                  <a:lnTo>
                    <a:pt x="39473" y="103338"/>
                  </a:lnTo>
                  <a:lnTo>
                    <a:pt x="45620" y="102441"/>
                  </a:lnTo>
                  <a:lnTo>
                    <a:pt x="54473" y="102441"/>
                  </a:lnTo>
                  <a:lnTo>
                    <a:pt x="60074" y="103556"/>
                  </a:lnTo>
                  <a:lnTo>
                    <a:pt x="65282" y="105478"/>
                  </a:lnTo>
                  <a:lnTo>
                    <a:pt x="65282" y="0"/>
                  </a:lnTo>
                  <a:lnTo>
                    <a:pt x="171154" y="0"/>
                  </a:lnTo>
                  <a:lnTo>
                    <a:pt x="168876" y="5687"/>
                  </a:lnTo>
                  <a:lnTo>
                    <a:pt x="167727" y="11731"/>
                  </a:lnTo>
                  <a:lnTo>
                    <a:pt x="167727" y="17864"/>
                  </a:lnTo>
                  <a:lnTo>
                    <a:pt x="171541" y="36761"/>
                  </a:lnTo>
                  <a:lnTo>
                    <a:pt x="181944" y="52195"/>
                  </a:lnTo>
                  <a:lnTo>
                    <a:pt x="197375" y="62601"/>
                  </a:lnTo>
                  <a:lnTo>
                    <a:pt x="216275" y="66417"/>
                  </a:lnTo>
                  <a:lnTo>
                    <a:pt x="216761" y="66417"/>
                  </a:lnTo>
                  <a:lnTo>
                    <a:pt x="259636" y="39596"/>
                  </a:lnTo>
                  <a:lnTo>
                    <a:pt x="265395" y="15037"/>
                  </a:lnTo>
                  <a:lnTo>
                    <a:pt x="264298" y="7209"/>
                  </a:lnTo>
                  <a:lnTo>
                    <a:pt x="261423" y="0"/>
                  </a:lnTo>
                  <a:lnTo>
                    <a:pt x="367294" y="0"/>
                  </a:lnTo>
                  <a:lnTo>
                    <a:pt x="367294" y="247431"/>
                  </a:lnTo>
                  <a:lnTo>
                    <a:pt x="363004" y="268675"/>
                  </a:lnTo>
                  <a:lnTo>
                    <a:pt x="351307" y="286024"/>
                  </a:lnTo>
                  <a:lnTo>
                    <a:pt x="333958" y="297722"/>
                  </a:lnTo>
                  <a:lnTo>
                    <a:pt x="312713" y="302011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5" name="object 9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23625" y="3930448"/>
            <a:ext cx="219214" cy="241745"/>
          </a:xfrm>
          <a:prstGeom prst="rect">
            <a:avLst/>
          </a:prstGeom>
        </p:spPr>
      </p:pic>
      <p:grpSp>
        <p:nvGrpSpPr>
          <p:cNvPr id="96" name="object 96"/>
          <p:cNvGrpSpPr/>
          <p:nvPr/>
        </p:nvGrpSpPr>
        <p:grpSpPr>
          <a:xfrm>
            <a:off x="716989" y="3531368"/>
            <a:ext cx="1341120" cy="641350"/>
            <a:chOff x="716989" y="3531368"/>
            <a:chExt cx="1341120" cy="641350"/>
          </a:xfrm>
        </p:grpSpPr>
        <p:sp>
          <p:nvSpPr>
            <p:cNvPr id="97" name="object 97"/>
            <p:cNvSpPr/>
            <p:nvPr/>
          </p:nvSpPr>
          <p:spPr>
            <a:xfrm>
              <a:off x="1844230" y="3903118"/>
              <a:ext cx="213995" cy="269240"/>
            </a:xfrm>
            <a:custGeom>
              <a:avLst/>
              <a:gdLst/>
              <a:ahLst/>
              <a:cxnLst/>
              <a:rect l="l" t="t" r="r" b="b"/>
              <a:pathLst>
                <a:path w="213994" h="269239">
                  <a:moveTo>
                    <a:pt x="213547" y="269074"/>
                  </a:moveTo>
                  <a:lnTo>
                    <a:pt x="55950" y="269074"/>
                  </a:lnTo>
                  <a:lnTo>
                    <a:pt x="50082" y="215938"/>
                  </a:lnTo>
                  <a:lnTo>
                    <a:pt x="38722" y="163855"/>
                  </a:lnTo>
                  <a:lnTo>
                    <a:pt x="21987" y="113246"/>
                  </a:lnTo>
                  <a:lnTo>
                    <a:pt x="0" y="64532"/>
                  </a:lnTo>
                  <a:lnTo>
                    <a:pt x="144155" y="0"/>
                  </a:lnTo>
                  <a:lnTo>
                    <a:pt x="163385" y="42174"/>
                  </a:lnTo>
                  <a:lnTo>
                    <a:pt x="179623" y="85590"/>
                  </a:lnTo>
                  <a:lnTo>
                    <a:pt x="192814" y="130118"/>
                  </a:lnTo>
                  <a:lnTo>
                    <a:pt x="202902" y="175628"/>
                  </a:lnTo>
                  <a:lnTo>
                    <a:pt x="209832" y="221990"/>
                  </a:lnTo>
                  <a:lnTo>
                    <a:pt x="213547" y="269074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57073" y="3633850"/>
              <a:ext cx="331470" cy="334010"/>
            </a:xfrm>
            <a:custGeom>
              <a:avLst/>
              <a:gdLst/>
              <a:ahLst/>
              <a:cxnLst/>
              <a:rect l="l" t="t" r="r" b="b"/>
              <a:pathLst>
                <a:path w="331469" h="334010">
                  <a:moveTo>
                    <a:pt x="187156" y="333800"/>
                  </a:moveTo>
                  <a:lnTo>
                    <a:pt x="163896" y="293377"/>
                  </a:lnTo>
                  <a:lnTo>
                    <a:pt x="137209" y="255361"/>
                  </a:lnTo>
                  <a:lnTo>
                    <a:pt x="107286" y="219959"/>
                  </a:lnTo>
                  <a:lnTo>
                    <a:pt x="74317" y="187376"/>
                  </a:lnTo>
                  <a:lnTo>
                    <a:pt x="38492" y="157819"/>
                  </a:lnTo>
                  <a:lnTo>
                    <a:pt x="0" y="131492"/>
                  </a:lnTo>
                  <a:lnTo>
                    <a:pt x="87200" y="0"/>
                  </a:lnTo>
                  <a:lnTo>
                    <a:pt x="148640" y="43755"/>
                  </a:lnTo>
                  <a:lnTo>
                    <a:pt x="204838" y="94092"/>
                  </a:lnTo>
                  <a:lnTo>
                    <a:pt x="242053" y="134414"/>
                  </a:lnTo>
                  <a:lnTo>
                    <a:pt x="275591" y="177188"/>
                  </a:lnTo>
                  <a:lnTo>
                    <a:pt x="305371" y="222208"/>
                  </a:lnTo>
                  <a:lnTo>
                    <a:pt x="331312" y="269267"/>
                  </a:lnTo>
                  <a:lnTo>
                    <a:pt x="187156" y="333800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88190" y="3531368"/>
              <a:ext cx="356235" cy="234315"/>
            </a:xfrm>
            <a:custGeom>
              <a:avLst/>
              <a:gdLst/>
              <a:ahLst/>
              <a:cxnLst/>
              <a:rect l="l" t="t" r="r" b="b"/>
              <a:pathLst>
                <a:path w="356235" h="234314">
                  <a:moveTo>
                    <a:pt x="268882" y="233975"/>
                  </a:moveTo>
                  <a:lnTo>
                    <a:pt x="228656" y="211493"/>
                  </a:lnTo>
                  <a:lnTo>
                    <a:pt x="186315" y="192621"/>
                  </a:lnTo>
                  <a:lnTo>
                    <a:pt x="142068" y="177566"/>
                  </a:lnTo>
                  <a:lnTo>
                    <a:pt x="96126" y="166535"/>
                  </a:lnTo>
                  <a:lnTo>
                    <a:pt x="48700" y="159733"/>
                  </a:lnTo>
                  <a:lnTo>
                    <a:pt x="0" y="157366"/>
                  </a:lnTo>
                  <a:lnTo>
                    <a:pt x="0" y="0"/>
                  </a:lnTo>
                  <a:lnTo>
                    <a:pt x="54472" y="2222"/>
                  </a:lnTo>
                  <a:lnTo>
                    <a:pt x="108073" y="8723"/>
                  </a:lnTo>
                  <a:lnTo>
                    <a:pt x="160605" y="19417"/>
                  </a:lnTo>
                  <a:lnTo>
                    <a:pt x="211869" y="34224"/>
                  </a:lnTo>
                  <a:lnTo>
                    <a:pt x="261668" y="53059"/>
                  </a:lnTo>
                  <a:lnTo>
                    <a:pt x="309805" y="75839"/>
                  </a:lnTo>
                  <a:lnTo>
                    <a:pt x="356082" y="102482"/>
                  </a:lnTo>
                  <a:lnTo>
                    <a:pt x="268882" y="233975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31075" y="3531368"/>
              <a:ext cx="357505" cy="233679"/>
            </a:xfrm>
            <a:custGeom>
              <a:avLst/>
              <a:gdLst/>
              <a:ahLst/>
              <a:cxnLst/>
              <a:rect l="l" t="t" r="r" b="b"/>
              <a:pathLst>
                <a:path w="357505" h="233679">
                  <a:moveTo>
                    <a:pt x="87200" y="233651"/>
                  </a:moveTo>
                  <a:lnTo>
                    <a:pt x="0" y="102092"/>
                  </a:lnTo>
                  <a:lnTo>
                    <a:pt x="46317" y="75495"/>
                  </a:lnTo>
                  <a:lnTo>
                    <a:pt x="94494" y="52767"/>
                  </a:lnTo>
                  <a:lnTo>
                    <a:pt x="144331" y="33988"/>
                  </a:lnTo>
                  <a:lnTo>
                    <a:pt x="195630" y="19240"/>
                  </a:lnTo>
                  <a:lnTo>
                    <a:pt x="248191" y="8605"/>
                  </a:lnTo>
                  <a:lnTo>
                    <a:pt x="301817" y="2164"/>
                  </a:lnTo>
                  <a:lnTo>
                    <a:pt x="356308" y="0"/>
                  </a:lnTo>
                  <a:lnTo>
                    <a:pt x="357115" y="0"/>
                  </a:lnTo>
                  <a:lnTo>
                    <a:pt x="357115" y="157366"/>
                  </a:lnTo>
                  <a:lnTo>
                    <a:pt x="356308" y="157366"/>
                  </a:lnTo>
                  <a:lnTo>
                    <a:pt x="307586" y="159658"/>
                  </a:lnTo>
                  <a:lnTo>
                    <a:pt x="260130" y="166394"/>
                  </a:lnTo>
                  <a:lnTo>
                    <a:pt x="214151" y="177369"/>
                  </a:lnTo>
                  <a:lnTo>
                    <a:pt x="169862" y="192374"/>
                  </a:lnTo>
                  <a:lnTo>
                    <a:pt x="127474" y="211204"/>
                  </a:lnTo>
                  <a:lnTo>
                    <a:pt x="87200" y="233651"/>
                  </a:lnTo>
                  <a:close/>
                </a:path>
              </a:pathLst>
            </a:custGeom>
            <a:solidFill>
              <a:srgbClr val="445D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86540" y="3633460"/>
              <a:ext cx="332105" cy="334010"/>
            </a:xfrm>
            <a:custGeom>
              <a:avLst/>
              <a:gdLst/>
              <a:ahLst/>
              <a:cxnLst/>
              <a:rect l="l" t="t" r="r" b="b"/>
              <a:pathLst>
                <a:path w="332105" h="334010">
                  <a:moveTo>
                    <a:pt x="144155" y="333931"/>
                  </a:moveTo>
                  <a:lnTo>
                    <a:pt x="0" y="269366"/>
                  </a:lnTo>
                  <a:lnTo>
                    <a:pt x="25892" y="222384"/>
                  </a:lnTo>
                  <a:lnTo>
                    <a:pt x="55628" y="177445"/>
                  </a:lnTo>
                  <a:lnTo>
                    <a:pt x="89129" y="134745"/>
                  </a:lnTo>
                  <a:lnTo>
                    <a:pt x="126314" y="94482"/>
                  </a:lnTo>
                  <a:lnTo>
                    <a:pt x="182764" y="43915"/>
                  </a:lnTo>
                  <a:lnTo>
                    <a:pt x="244534" y="0"/>
                  </a:lnTo>
                  <a:lnTo>
                    <a:pt x="331734" y="131558"/>
                  </a:lnTo>
                  <a:lnTo>
                    <a:pt x="293147" y="157859"/>
                  </a:lnTo>
                  <a:lnTo>
                    <a:pt x="257234" y="187408"/>
                  </a:lnTo>
                  <a:lnTo>
                    <a:pt x="224187" y="219996"/>
                  </a:lnTo>
                  <a:lnTo>
                    <a:pt x="194197" y="255418"/>
                  </a:lnTo>
                  <a:lnTo>
                    <a:pt x="167456" y="293465"/>
                  </a:lnTo>
                  <a:lnTo>
                    <a:pt x="144155" y="333931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16989" y="3902827"/>
              <a:ext cx="213995" cy="269875"/>
            </a:xfrm>
            <a:custGeom>
              <a:avLst/>
              <a:gdLst/>
              <a:ahLst/>
              <a:cxnLst/>
              <a:rect l="l" t="t" r="r" b="b"/>
              <a:pathLst>
                <a:path w="213994" h="269875">
                  <a:moveTo>
                    <a:pt x="157592" y="269332"/>
                  </a:moveTo>
                  <a:lnTo>
                    <a:pt x="0" y="269332"/>
                  </a:lnTo>
                  <a:lnTo>
                    <a:pt x="3718" y="222199"/>
                  </a:lnTo>
                  <a:lnTo>
                    <a:pt x="10657" y="175789"/>
                  </a:lnTo>
                  <a:lnTo>
                    <a:pt x="20764" y="130235"/>
                  </a:lnTo>
                  <a:lnTo>
                    <a:pt x="33985" y="85664"/>
                  </a:lnTo>
                  <a:lnTo>
                    <a:pt x="50265" y="42209"/>
                  </a:lnTo>
                  <a:lnTo>
                    <a:pt x="69551" y="0"/>
                  </a:lnTo>
                  <a:lnTo>
                    <a:pt x="213706" y="64532"/>
                  </a:lnTo>
                  <a:lnTo>
                    <a:pt x="191638" y="113302"/>
                  </a:lnTo>
                  <a:lnTo>
                    <a:pt x="174855" y="163981"/>
                  </a:lnTo>
                  <a:lnTo>
                    <a:pt x="163469" y="216136"/>
                  </a:lnTo>
                  <a:lnTo>
                    <a:pt x="157592" y="269332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033719" y="3679777"/>
              <a:ext cx="708660" cy="309245"/>
            </a:xfrm>
            <a:custGeom>
              <a:avLst/>
              <a:gdLst/>
              <a:ahLst/>
              <a:cxnLst/>
              <a:rect l="l" t="t" r="r" b="b"/>
              <a:pathLst>
                <a:path w="708660" h="309245">
                  <a:moveTo>
                    <a:pt x="170865" y="309175"/>
                  </a:moveTo>
                  <a:lnTo>
                    <a:pt x="0" y="138343"/>
                  </a:lnTo>
                  <a:lnTo>
                    <a:pt x="36396" y="107733"/>
                  </a:lnTo>
                  <a:lnTo>
                    <a:pt x="75487" y="80483"/>
                  </a:lnTo>
                  <a:lnTo>
                    <a:pt x="117047" y="56817"/>
                  </a:lnTo>
                  <a:lnTo>
                    <a:pt x="160855" y="36955"/>
                  </a:lnTo>
                  <a:lnTo>
                    <a:pt x="206684" y="21120"/>
                  </a:lnTo>
                  <a:lnTo>
                    <a:pt x="254311" y="9535"/>
                  </a:lnTo>
                  <a:lnTo>
                    <a:pt x="303512" y="2420"/>
                  </a:lnTo>
                  <a:lnTo>
                    <a:pt x="354063" y="0"/>
                  </a:lnTo>
                  <a:lnTo>
                    <a:pt x="404707" y="2429"/>
                  </a:lnTo>
                  <a:lnTo>
                    <a:pt x="453992" y="9568"/>
                  </a:lnTo>
                  <a:lnTo>
                    <a:pt x="501693" y="21192"/>
                  </a:lnTo>
                  <a:lnTo>
                    <a:pt x="547586" y="37076"/>
                  </a:lnTo>
                  <a:lnTo>
                    <a:pt x="591446" y="56994"/>
                  </a:lnTo>
                  <a:lnTo>
                    <a:pt x="633049" y="80721"/>
                  </a:lnTo>
                  <a:lnTo>
                    <a:pt x="672170" y="108034"/>
                  </a:lnTo>
                  <a:lnTo>
                    <a:pt x="708585" y="138707"/>
                  </a:lnTo>
                  <a:lnTo>
                    <a:pt x="538547" y="308744"/>
                  </a:lnTo>
                  <a:lnTo>
                    <a:pt x="500095" y="277035"/>
                  </a:lnTo>
                  <a:lnTo>
                    <a:pt x="455973" y="253096"/>
                  </a:lnTo>
                  <a:lnTo>
                    <a:pt x="407215" y="237968"/>
                  </a:lnTo>
                  <a:lnTo>
                    <a:pt x="354851" y="232694"/>
                  </a:lnTo>
                  <a:lnTo>
                    <a:pt x="302365" y="237998"/>
                  </a:lnTo>
                  <a:lnTo>
                    <a:pt x="253498" y="253212"/>
                  </a:lnTo>
                  <a:lnTo>
                    <a:pt x="209311" y="277288"/>
                  </a:lnTo>
                  <a:lnTo>
                    <a:pt x="170865" y="309175"/>
                  </a:lnTo>
                  <a:close/>
                </a:path>
              </a:pathLst>
            </a:custGeom>
            <a:solidFill>
              <a:srgbClr val="667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65489" y="3818124"/>
              <a:ext cx="339090" cy="354330"/>
            </a:xfrm>
            <a:custGeom>
              <a:avLst/>
              <a:gdLst/>
              <a:ahLst/>
              <a:cxnLst/>
              <a:rect l="l" t="t" r="r" b="b"/>
              <a:pathLst>
                <a:path w="339090" h="354329">
                  <a:moveTo>
                    <a:pt x="263370" y="354058"/>
                  </a:moveTo>
                  <a:lnTo>
                    <a:pt x="0" y="354058"/>
                  </a:lnTo>
                  <a:lnTo>
                    <a:pt x="5585" y="302373"/>
                  </a:lnTo>
                  <a:lnTo>
                    <a:pt x="16088" y="252309"/>
                  </a:lnTo>
                  <a:lnTo>
                    <a:pt x="31255" y="204116"/>
                  </a:lnTo>
                  <a:lnTo>
                    <a:pt x="50834" y="158046"/>
                  </a:lnTo>
                  <a:lnTo>
                    <a:pt x="74573" y="114348"/>
                  </a:lnTo>
                  <a:lnTo>
                    <a:pt x="102220" y="73274"/>
                  </a:lnTo>
                  <a:lnTo>
                    <a:pt x="133521" y="35074"/>
                  </a:lnTo>
                  <a:lnTo>
                    <a:pt x="168225" y="0"/>
                  </a:lnTo>
                  <a:lnTo>
                    <a:pt x="339091" y="170831"/>
                  </a:lnTo>
                  <a:lnTo>
                    <a:pt x="307501" y="209213"/>
                  </a:lnTo>
                  <a:lnTo>
                    <a:pt x="283668" y="253231"/>
                  </a:lnTo>
                  <a:lnTo>
                    <a:pt x="268615" y="301857"/>
                  </a:lnTo>
                  <a:lnTo>
                    <a:pt x="263370" y="354058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572247" y="3818488"/>
              <a:ext cx="338455" cy="353695"/>
            </a:xfrm>
            <a:custGeom>
              <a:avLst/>
              <a:gdLst/>
              <a:ahLst/>
              <a:cxnLst/>
              <a:rect l="l" t="t" r="r" b="b"/>
              <a:pathLst>
                <a:path w="338455" h="353695">
                  <a:moveTo>
                    <a:pt x="337833" y="353694"/>
                  </a:moveTo>
                  <a:lnTo>
                    <a:pt x="76084" y="353694"/>
                  </a:lnTo>
                  <a:lnTo>
                    <a:pt x="70809" y="301346"/>
                  </a:lnTo>
                  <a:lnTo>
                    <a:pt x="55678" y="252591"/>
                  </a:lnTo>
                  <a:lnTo>
                    <a:pt x="31728" y="208473"/>
                  </a:lnTo>
                  <a:lnTo>
                    <a:pt x="0" y="170037"/>
                  </a:lnTo>
                  <a:lnTo>
                    <a:pt x="170071" y="0"/>
                  </a:lnTo>
                  <a:lnTo>
                    <a:pt x="204680" y="35070"/>
                  </a:lnTo>
                  <a:lnTo>
                    <a:pt x="235894" y="73255"/>
                  </a:lnTo>
                  <a:lnTo>
                    <a:pt x="263462" y="114304"/>
                  </a:lnTo>
                  <a:lnTo>
                    <a:pt x="287133" y="157964"/>
                  </a:lnTo>
                  <a:lnTo>
                    <a:pt x="306657" y="203985"/>
                  </a:lnTo>
                  <a:lnTo>
                    <a:pt x="321782" y="252115"/>
                  </a:lnTo>
                  <a:lnTo>
                    <a:pt x="332258" y="302102"/>
                  </a:lnTo>
                  <a:lnTo>
                    <a:pt x="337833" y="353694"/>
                  </a:lnTo>
                  <a:close/>
                </a:path>
              </a:pathLst>
            </a:custGeom>
            <a:solidFill>
              <a:srgbClr val="A5B7C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/>
          <p:cNvGrpSpPr/>
          <p:nvPr/>
        </p:nvGrpSpPr>
        <p:grpSpPr>
          <a:xfrm>
            <a:off x="2471216" y="3524934"/>
            <a:ext cx="1262380" cy="647700"/>
            <a:chOff x="2471216" y="3524934"/>
            <a:chExt cx="1262380" cy="647700"/>
          </a:xfrm>
        </p:grpSpPr>
        <p:sp>
          <p:nvSpPr>
            <p:cNvPr id="175" name="object 175"/>
            <p:cNvSpPr/>
            <p:nvPr/>
          </p:nvSpPr>
          <p:spPr>
            <a:xfrm>
              <a:off x="2546933" y="3642049"/>
              <a:ext cx="1111250" cy="530225"/>
            </a:xfrm>
            <a:custGeom>
              <a:avLst/>
              <a:gdLst/>
              <a:ahLst/>
              <a:cxnLst/>
              <a:rect l="l" t="t" r="r" b="b"/>
              <a:pathLst>
                <a:path w="1111250" h="530225">
                  <a:moveTo>
                    <a:pt x="1110952" y="530085"/>
                  </a:moveTo>
                  <a:lnTo>
                    <a:pt x="1083063" y="530085"/>
                  </a:lnTo>
                  <a:lnTo>
                    <a:pt x="1080899" y="484305"/>
                  </a:lnTo>
                  <a:lnTo>
                    <a:pt x="1074532" y="439668"/>
                  </a:lnTo>
                  <a:lnTo>
                    <a:pt x="1064151" y="396352"/>
                  </a:lnTo>
                  <a:lnTo>
                    <a:pt x="1049945" y="354535"/>
                  </a:lnTo>
                  <a:lnTo>
                    <a:pt x="1032103" y="314397"/>
                  </a:lnTo>
                  <a:lnTo>
                    <a:pt x="1010812" y="276116"/>
                  </a:lnTo>
                  <a:lnTo>
                    <a:pt x="986262" y="239871"/>
                  </a:lnTo>
                  <a:lnTo>
                    <a:pt x="958642" y="205841"/>
                  </a:lnTo>
                  <a:lnTo>
                    <a:pt x="928140" y="174203"/>
                  </a:lnTo>
                  <a:lnTo>
                    <a:pt x="894945" y="145137"/>
                  </a:lnTo>
                  <a:lnTo>
                    <a:pt x="859245" y="118822"/>
                  </a:lnTo>
                  <a:lnTo>
                    <a:pt x="821230" y="95436"/>
                  </a:lnTo>
                  <a:lnTo>
                    <a:pt x="781087" y="75157"/>
                  </a:lnTo>
                  <a:lnTo>
                    <a:pt x="739006" y="58165"/>
                  </a:lnTo>
                  <a:lnTo>
                    <a:pt x="695176" y="44638"/>
                  </a:lnTo>
                  <a:lnTo>
                    <a:pt x="649784" y="34754"/>
                  </a:lnTo>
                  <a:lnTo>
                    <a:pt x="603020" y="28693"/>
                  </a:lnTo>
                  <a:lnTo>
                    <a:pt x="555072" y="26633"/>
                  </a:lnTo>
                  <a:lnTo>
                    <a:pt x="507135" y="28693"/>
                  </a:lnTo>
                  <a:lnTo>
                    <a:pt x="460393" y="34754"/>
                  </a:lnTo>
                  <a:lnTo>
                    <a:pt x="415035" y="44638"/>
                  </a:lnTo>
                  <a:lnTo>
                    <a:pt x="371247" y="58165"/>
                  </a:lnTo>
                  <a:lnTo>
                    <a:pt x="329217" y="75157"/>
                  </a:lnTo>
                  <a:lnTo>
                    <a:pt x="289132" y="95436"/>
                  </a:lnTo>
                  <a:lnTo>
                    <a:pt x="251179" y="118822"/>
                  </a:lnTo>
                  <a:lnTo>
                    <a:pt x="215544" y="145137"/>
                  </a:lnTo>
                  <a:lnTo>
                    <a:pt x="182415" y="174203"/>
                  </a:lnTo>
                  <a:lnTo>
                    <a:pt x="151979" y="205841"/>
                  </a:lnTo>
                  <a:lnTo>
                    <a:pt x="124423" y="239871"/>
                  </a:lnTo>
                  <a:lnTo>
                    <a:pt x="99934" y="276116"/>
                  </a:lnTo>
                  <a:lnTo>
                    <a:pt x="78700" y="314397"/>
                  </a:lnTo>
                  <a:lnTo>
                    <a:pt x="60907" y="354535"/>
                  </a:lnTo>
                  <a:lnTo>
                    <a:pt x="46742" y="396352"/>
                  </a:lnTo>
                  <a:lnTo>
                    <a:pt x="36393" y="439668"/>
                  </a:lnTo>
                  <a:lnTo>
                    <a:pt x="30046" y="484305"/>
                  </a:lnTo>
                  <a:lnTo>
                    <a:pt x="27889" y="530085"/>
                  </a:lnTo>
                  <a:lnTo>
                    <a:pt x="0" y="530085"/>
                  </a:lnTo>
                  <a:lnTo>
                    <a:pt x="2042" y="484404"/>
                  </a:lnTo>
                  <a:lnTo>
                    <a:pt x="8056" y="439791"/>
                  </a:lnTo>
                  <a:lnTo>
                    <a:pt x="17874" y="396406"/>
                  </a:lnTo>
                  <a:lnTo>
                    <a:pt x="31327" y="354410"/>
                  </a:lnTo>
                  <a:lnTo>
                    <a:pt x="48249" y="313962"/>
                  </a:lnTo>
                  <a:lnTo>
                    <a:pt x="68469" y="275224"/>
                  </a:lnTo>
                  <a:lnTo>
                    <a:pt x="91821" y="238354"/>
                  </a:lnTo>
                  <a:lnTo>
                    <a:pt x="118136" y="203514"/>
                  </a:lnTo>
                  <a:lnTo>
                    <a:pt x="147246" y="170862"/>
                  </a:lnTo>
                  <a:lnTo>
                    <a:pt x="178983" y="140561"/>
                  </a:lnTo>
                  <a:lnTo>
                    <a:pt x="213178" y="112769"/>
                  </a:lnTo>
                  <a:lnTo>
                    <a:pt x="249664" y="87646"/>
                  </a:lnTo>
                  <a:lnTo>
                    <a:pt x="288272" y="65354"/>
                  </a:lnTo>
                  <a:lnTo>
                    <a:pt x="328834" y="46052"/>
                  </a:lnTo>
                  <a:lnTo>
                    <a:pt x="371183" y="29900"/>
                  </a:lnTo>
                  <a:lnTo>
                    <a:pt x="415149" y="17059"/>
                  </a:lnTo>
                  <a:lnTo>
                    <a:pt x="460564" y="7688"/>
                  </a:lnTo>
                  <a:lnTo>
                    <a:pt x="507262" y="1948"/>
                  </a:lnTo>
                  <a:lnTo>
                    <a:pt x="555072" y="0"/>
                  </a:lnTo>
                  <a:lnTo>
                    <a:pt x="603006" y="1948"/>
                  </a:lnTo>
                  <a:lnTo>
                    <a:pt x="649814" y="7688"/>
                  </a:lnTo>
                  <a:lnTo>
                    <a:pt x="695327" y="17059"/>
                  </a:lnTo>
                  <a:lnTo>
                    <a:pt x="739379" y="29900"/>
                  </a:lnTo>
                  <a:lnTo>
                    <a:pt x="781802" y="46052"/>
                  </a:lnTo>
                  <a:lnTo>
                    <a:pt x="822429" y="65354"/>
                  </a:lnTo>
                  <a:lnTo>
                    <a:pt x="861092" y="87646"/>
                  </a:lnTo>
                  <a:lnTo>
                    <a:pt x="897624" y="112769"/>
                  </a:lnTo>
                  <a:lnTo>
                    <a:pt x="931858" y="140561"/>
                  </a:lnTo>
                  <a:lnTo>
                    <a:pt x="963626" y="170862"/>
                  </a:lnTo>
                  <a:lnTo>
                    <a:pt x="992761" y="203514"/>
                  </a:lnTo>
                  <a:lnTo>
                    <a:pt x="1019095" y="238354"/>
                  </a:lnTo>
                  <a:lnTo>
                    <a:pt x="1042461" y="275224"/>
                  </a:lnTo>
                  <a:lnTo>
                    <a:pt x="1062691" y="313962"/>
                  </a:lnTo>
                  <a:lnTo>
                    <a:pt x="1079619" y="354410"/>
                  </a:lnTo>
                  <a:lnTo>
                    <a:pt x="1093076" y="396406"/>
                  </a:lnTo>
                  <a:lnTo>
                    <a:pt x="1102896" y="439791"/>
                  </a:lnTo>
                  <a:lnTo>
                    <a:pt x="1108910" y="484404"/>
                  </a:lnTo>
                  <a:lnTo>
                    <a:pt x="1110952" y="530085"/>
                  </a:lnTo>
                  <a:close/>
                </a:path>
              </a:pathLst>
            </a:custGeom>
            <a:solidFill>
              <a:srgbClr val="5F7D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2624861" y="3625557"/>
              <a:ext cx="956944" cy="283845"/>
            </a:xfrm>
            <a:custGeom>
              <a:avLst/>
              <a:gdLst/>
              <a:ahLst/>
              <a:cxnLst/>
              <a:rect l="l" t="t" r="r" b="b"/>
              <a:pathLst>
                <a:path w="956945" h="283845">
                  <a:moveTo>
                    <a:pt x="60274" y="245389"/>
                  </a:moveTo>
                  <a:lnTo>
                    <a:pt x="57099" y="237718"/>
                  </a:lnTo>
                  <a:lnTo>
                    <a:pt x="45796" y="226415"/>
                  </a:lnTo>
                  <a:lnTo>
                    <a:pt x="38125" y="223240"/>
                  </a:lnTo>
                  <a:lnTo>
                    <a:pt x="30137" y="223240"/>
                  </a:lnTo>
                  <a:lnTo>
                    <a:pt x="18402" y="225615"/>
                  </a:lnTo>
                  <a:lnTo>
                    <a:pt x="8826" y="232067"/>
                  </a:lnTo>
                  <a:lnTo>
                    <a:pt x="2374" y="241642"/>
                  </a:lnTo>
                  <a:lnTo>
                    <a:pt x="0" y="253377"/>
                  </a:lnTo>
                  <a:lnTo>
                    <a:pt x="2374" y="265099"/>
                  </a:lnTo>
                  <a:lnTo>
                    <a:pt x="8826" y="274688"/>
                  </a:lnTo>
                  <a:lnTo>
                    <a:pt x="18402" y="281139"/>
                  </a:lnTo>
                  <a:lnTo>
                    <a:pt x="30137" y="283502"/>
                  </a:lnTo>
                  <a:lnTo>
                    <a:pt x="41859" y="281139"/>
                  </a:lnTo>
                  <a:lnTo>
                    <a:pt x="51447" y="274688"/>
                  </a:lnTo>
                  <a:lnTo>
                    <a:pt x="57899" y="265099"/>
                  </a:lnTo>
                  <a:lnTo>
                    <a:pt x="60274" y="253377"/>
                  </a:lnTo>
                  <a:lnTo>
                    <a:pt x="60274" y="245389"/>
                  </a:lnTo>
                  <a:close/>
                </a:path>
                <a:path w="956945" h="283845">
                  <a:moveTo>
                    <a:pt x="237820" y="83947"/>
                  </a:moveTo>
                  <a:lnTo>
                    <a:pt x="234645" y="76276"/>
                  </a:lnTo>
                  <a:lnTo>
                    <a:pt x="223342" y="64973"/>
                  </a:lnTo>
                  <a:lnTo>
                    <a:pt x="215671" y="61798"/>
                  </a:lnTo>
                  <a:lnTo>
                    <a:pt x="207683" y="61798"/>
                  </a:lnTo>
                  <a:lnTo>
                    <a:pt x="195961" y="64173"/>
                  </a:lnTo>
                  <a:lnTo>
                    <a:pt x="186372" y="70624"/>
                  </a:lnTo>
                  <a:lnTo>
                    <a:pt x="179920" y="80200"/>
                  </a:lnTo>
                  <a:lnTo>
                    <a:pt x="177558" y="91935"/>
                  </a:lnTo>
                  <a:lnTo>
                    <a:pt x="179920" y="103657"/>
                  </a:lnTo>
                  <a:lnTo>
                    <a:pt x="186372" y="113233"/>
                  </a:lnTo>
                  <a:lnTo>
                    <a:pt x="195961" y="119697"/>
                  </a:lnTo>
                  <a:lnTo>
                    <a:pt x="207683" y="122059"/>
                  </a:lnTo>
                  <a:lnTo>
                    <a:pt x="219417" y="119697"/>
                  </a:lnTo>
                  <a:lnTo>
                    <a:pt x="228993" y="113233"/>
                  </a:lnTo>
                  <a:lnTo>
                    <a:pt x="235445" y="103657"/>
                  </a:lnTo>
                  <a:lnTo>
                    <a:pt x="237820" y="91935"/>
                  </a:lnTo>
                  <a:lnTo>
                    <a:pt x="237820" y="83947"/>
                  </a:lnTo>
                  <a:close/>
                </a:path>
                <a:path w="956945" h="283845">
                  <a:moveTo>
                    <a:pt x="508025" y="22136"/>
                  </a:moveTo>
                  <a:lnTo>
                    <a:pt x="504850" y="14478"/>
                  </a:lnTo>
                  <a:lnTo>
                    <a:pt x="493547" y="3175"/>
                  </a:lnTo>
                  <a:lnTo>
                    <a:pt x="485876" y="0"/>
                  </a:lnTo>
                  <a:lnTo>
                    <a:pt x="477888" y="0"/>
                  </a:lnTo>
                  <a:lnTo>
                    <a:pt x="466166" y="2362"/>
                  </a:lnTo>
                  <a:lnTo>
                    <a:pt x="456577" y="8826"/>
                  </a:lnTo>
                  <a:lnTo>
                    <a:pt x="450126" y="18402"/>
                  </a:lnTo>
                  <a:lnTo>
                    <a:pt x="447763" y="30124"/>
                  </a:lnTo>
                  <a:lnTo>
                    <a:pt x="450126" y="41859"/>
                  </a:lnTo>
                  <a:lnTo>
                    <a:pt x="456577" y="51435"/>
                  </a:lnTo>
                  <a:lnTo>
                    <a:pt x="466166" y="57886"/>
                  </a:lnTo>
                  <a:lnTo>
                    <a:pt x="477888" y="60261"/>
                  </a:lnTo>
                  <a:lnTo>
                    <a:pt x="489623" y="57886"/>
                  </a:lnTo>
                  <a:lnTo>
                    <a:pt x="499198" y="51435"/>
                  </a:lnTo>
                  <a:lnTo>
                    <a:pt x="505650" y="41859"/>
                  </a:lnTo>
                  <a:lnTo>
                    <a:pt x="508025" y="30124"/>
                  </a:lnTo>
                  <a:lnTo>
                    <a:pt x="508025" y="22136"/>
                  </a:lnTo>
                  <a:close/>
                </a:path>
                <a:path w="956945" h="283845">
                  <a:moveTo>
                    <a:pt x="771829" y="83947"/>
                  </a:moveTo>
                  <a:lnTo>
                    <a:pt x="768654" y="76276"/>
                  </a:lnTo>
                  <a:lnTo>
                    <a:pt x="763003" y="70624"/>
                  </a:lnTo>
                  <a:lnTo>
                    <a:pt x="757351" y="64973"/>
                  </a:lnTo>
                  <a:lnTo>
                    <a:pt x="749693" y="61798"/>
                  </a:lnTo>
                  <a:lnTo>
                    <a:pt x="741705" y="61798"/>
                  </a:lnTo>
                  <a:lnTo>
                    <a:pt x="729970" y="64173"/>
                  </a:lnTo>
                  <a:lnTo>
                    <a:pt x="720394" y="70624"/>
                  </a:lnTo>
                  <a:lnTo>
                    <a:pt x="713943" y="80200"/>
                  </a:lnTo>
                  <a:lnTo>
                    <a:pt x="711568" y="91935"/>
                  </a:lnTo>
                  <a:lnTo>
                    <a:pt x="713943" y="103657"/>
                  </a:lnTo>
                  <a:lnTo>
                    <a:pt x="720394" y="113233"/>
                  </a:lnTo>
                  <a:lnTo>
                    <a:pt x="729970" y="119697"/>
                  </a:lnTo>
                  <a:lnTo>
                    <a:pt x="741705" y="122059"/>
                  </a:lnTo>
                  <a:lnTo>
                    <a:pt x="753427" y="119697"/>
                  </a:lnTo>
                  <a:lnTo>
                    <a:pt x="763003" y="113233"/>
                  </a:lnTo>
                  <a:lnTo>
                    <a:pt x="769467" y="103657"/>
                  </a:lnTo>
                  <a:lnTo>
                    <a:pt x="771829" y="91935"/>
                  </a:lnTo>
                  <a:lnTo>
                    <a:pt x="771829" y="83947"/>
                  </a:lnTo>
                  <a:close/>
                </a:path>
                <a:path w="956945" h="283845">
                  <a:moveTo>
                    <a:pt x="956818" y="245389"/>
                  </a:moveTo>
                  <a:lnTo>
                    <a:pt x="953643" y="237718"/>
                  </a:lnTo>
                  <a:lnTo>
                    <a:pt x="942340" y="226415"/>
                  </a:lnTo>
                  <a:lnTo>
                    <a:pt x="934669" y="223240"/>
                  </a:lnTo>
                  <a:lnTo>
                    <a:pt x="926680" y="223240"/>
                  </a:lnTo>
                  <a:lnTo>
                    <a:pt x="914958" y="225615"/>
                  </a:lnTo>
                  <a:lnTo>
                    <a:pt x="905370" y="232067"/>
                  </a:lnTo>
                  <a:lnTo>
                    <a:pt x="898918" y="241642"/>
                  </a:lnTo>
                  <a:lnTo>
                    <a:pt x="896556" y="253377"/>
                  </a:lnTo>
                  <a:lnTo>
                    <a:pt x="898918" y="265099"/>
                  </a:lnTo>
                  <a:lnTo>
                    <a:pt x="905370" y="274688"/>
                  </a:lnTo>
                  <a:lnTo>
                    <a:pt x="914958" y="281139"/>
                  </a:lnTo>
                  <a:lnTo>
                    <a:pt x="926680" y="283502"/>
                  </a:lnTo>
                  <a:lnTo>
                    <a:pt x="938415" y="281139"/>
                  </a:lnTo>
                  <a:lnTo>
                    <a:pt x="947991" y="274688"/>
                  </a:lnTo>
                  <a:lnTo>
                    <a:pt x="954443" y="265099"/>
                  </a:lnTo>
                  <a:lnTo>
                    <a:pt x="956818" y="253377"/>
                  </a:lnTo>
                  <a:lnTo>
                    <a:pt x="956818" y="245389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2480741" y="3534459"/>
              <a:ext cx="1243330" cy="345440"/>
            </a:xfrm>
            <a:custGeom>
              <a:avLst/>
              <a:gdLst/>
              <a:ahLst/>
              <a:cxnLst/>
              <a:rect l="l" t="t" r="r" b="b"/>
              <a:pathLst>
                <a:path w="1243329" h="345439">
                  <a:moveTo>
                    <a:pt x="351810" y="152893"/>
                  </a:moveTo>
                  <a:lnTo>
                    <a:pt x="351810" y="89297"/>
                  </a:lnTo>
                  <a:lnTo>
                    <a:pt x="166578" y="89297"/>
                  </a:lnTo>
                </a:path>
                <a:path w="1243329" h="345439">
                  <a:moveTo>
                    <a:pt x="885828" y="152893"/>
                  </a:moveTo>
                  <a:lnTo>
                    <a:pt x="885828" y="82632"/>
                  </a:lnTo>
                  <a:lnTo>
                    <a:pt x="1065506" y="82632"/>
                  </a:lnTo>
                </a:path>
                <a:path w="1243329" h="345439">
                  <a:moveTo>
                    <a:pt x="622015" y="91088"/>
                  </a:moveTo>
                  <a:lnTo>
                    <a:pt x="622015" y="45544"/>
                  </a:lnTo>
                  <a:lnTo>
                    <a:pt x="622570" y="45544"/>
                  </a:lnTo>
                  <a:lnTo>
                    <a:pt x="622570" y="0"/>
                  </a:lnTo>
                </a:path>
                <a:path w="1243329" h="345439">
                  <a:moveTo>
                    <a:pt x="144131" y="344468"/>
                  </a:moveTo>
                  <a:lnTo>
                    <a:pt x="72065" y="344468"/>
                  </a:lnTo>
                  <a:lnTo>
                    <a:pt x="72065" y="345023"/>
                  </a:lnTo>
                  <a:lnTo>
                    <a:pt x="0" y="345023"/>
                  </a:lnTo>
                </a:path>
                <a:path w="1243329" h="345439">
                  <a:moveTo>
                    <a:pt x="1100940" y="344468"/>
                  </a:moveTo>
                  <a:lnTo>
                    <a:pt x="1172034" y="344468"/>
                  </a:lnTo>
                  <a:lnTo>
                    <a:pt x="1172034" y="345023"/>
                  </a:lnTo>
                  <a:lnTo>
                    <a:pt x="1243127" y="345023"/>
                  </a:lnTo>
                </a:path>
              </a:pathLst>
            </a:custGeom>
            <a:ln w="19049">
              <a:solidFill>
                <a:srgbClr val="869F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646443" y="3754075"/>
              <a:ext cx="929005" cy="418465"/>
            </a:xfrm>
            <a:custGeom>
              <a:avLst/>
              <a:gdLst/>
              <a:ahLst/>
              <a:cxnLst/>
              <a:rect l="l" t="t" r="r" b="b"/>
              <a:pathLst>
                <a:path w="929004" h="418464">
                  <a:moveTo>
                    <a:pt x="928726" y="418122"/>
                  </a:moveTo>
                  <a:lnTo>
                    <a:pt x="0" y="418122"/>
                  </a:lnTo>
                  <a:lnTo>
                    <a:pt x="5237" y="382535"/>
                  </a:lnTo>
                  <a:lnTo>
                    <a:pt x="13151" y="347868"/>
                  </a:lnTo>
                  <a:lnTo>
                    <a:pt x="23688" y="314119"/>
                  </a:lnTo>
                  <a:lnTo>
                    <a:pt x="36795" y="281289"/>
                  </a:lnTo>
                  <a:lnTo>
                    <a:pt x="36795" y="278839"/>
                  </a:lnTo>
                  <a:lnTo>
                    <a:pt x="37986" y="276116"/>
                  </a:lnTo>
                  <a:lnTo>
                    <a:pt x="39211" y="273665"/>
                  </a:lnTo>
                  <a:lnTo>
                    <a:pt x="47019" y="257690"/>
                  </a:lnTo>
                  <a:lnTo>
                    <a:pt x="73589" y="211648"/>
                  </a:lnTo>
                  <a:lnTo>
                    <a:pt x="95797" y="180055"/>
                  </a:lnTo>
                  <a:lnTo>
                    <a:pt x="120796" y="150290"/>
                  </a:lnTo>
                  <a:lnTo>
                    <a:pt x="148418" y="122689"/>
                  </a:lnTo>
                  <a:lnTo>
                    <a:pt x="178495" y="97586"/>
                  </a:lnTo>
                  <a:lnTo>
                    <a:pt x="241341" y="56221"/>
                  </a:lnTo>
                  <a:lnTo>
                    <a:pt x="282212" y="36564"/>
                  </a:lnTo>
                  <a:lnTo>
                    <a:pt x="325228" y="20895"/>
                  </a:lnTo>
                  <a:lnTo>
                    <a:pt x="370170" y="9432"/>
                  </a:lnTo>
                  <a:lnTo>
                    <a:pt x="416820" y="2394"/>
                  </a:lnTo>
                  <a:lnTo>
                    <a:pt x="464958" y="0"/>
                  </a:lnTo>
                  <a:lnTo>
                    <a:pt x="516869" y="2821"/>
                  </a:lnTo>
                  <a:lnTo>
                    <a:pt x="567111" y="11108"/>
                  </a:lnTo>
                  <a:lnTo>
                    <a:pt x="615392" y="24596"/>
                  </a:lnTo>
                  <a:lnTo>
                    <a:pt x="661419" y="43020"/>
                  </a:lnTo>
                  <a:lnTo>
                    <a:pt x="704898" y="66115"/>
                  </a:lnTo>
                  <a:lnTo>
                    <a:pt x="745537" y="93617"/>
                  </a:lnTo>
                  <a:lnTo>
                    <a:pt x="783043" y="125259"/>
                  </a:lnTo>
                  <a:lnTo>
                    <a:pt x="818835" y="162222"/>
                  </a:lnTo>
                  <a:lnTo>
                    <a:pt x="850152" y="202816"/>
                  </a:lnTo>
                  <a:lnTo>
                    <a:pt x="876742" y="246732"/>
                  </a:lnTo>
                  <a:lnTo>
                    <a:pt x="898354" y="293665"/>
                  </a:lnTo>
                  <a:lnTo>
                    <a:pt x="914736" y="343307"/>
                  </a:lnTo>
                  <a:lnTo>
                    <a:pt x="915928" y="344532"/>
                  </a:lnTo>
                  <a:lnTo>
                    <a:pt x="915928" y="348481"/>
                  </a:lnTo>
                  <a:lnTo>
                    <a:pt x="917459" y="349706"/>
                  </a:lnTo>
                  <a:lnTo>
                    <a:pt x="917459" y="352122"/>
                  </a:lnTo>
                  <a:lnTo>
                    <a:pt x="918685" y="357296"/>
                  </a:lnTo>
                  <a:lnTo>
                    <a:pt x="919876" y="362470"/>
                  </a:lnTo>
                  <a:lnTo>
                    <a:pt x="921102" y="367338"/>
                  </a:lnTo>
                  <a:lnTo>
                    <a:pt x="921102" y="370061"/>
                  </a:lnTo>
                  <a:lnTo>
                    <a:pt x="922327" y="371286"/>
                  </a:lnTo>
                  <a:lnTo>
                    <a:pt x="922327" y="373736"/>
                  </a:lnTo>
                  <a:lnTo>
                    <a:pt x="924303" y="384434"/>
                  </a:lnTo>
                  <a:lnTo>
                    <a:pt x="926088" y="395470"/>
                  </a:lnTo>
                  <a:lnTo>
                    <a:pt x="927592" y="406735"/>
                  </a:lnTo>
                  <a:lnTo>
                    <a:pt x="928726" y="418122"/>
                  </a:lnTo>
                  <a:close/>
                </a:path>
              </a:pathLst>
            </a:custGeom>
            <a:solidFill>
              <a:srgbClr val="ABBB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684182" y="3788047"/>
              <a:ext cx="853440" cy="384175"/>
            </a:xfrm>
            <a:custGeom>
              <a:avLst/>
              <a:gdLst/>
              <a:ahLst/>
              <a:cxnLst/>
              <a:rect l="l" t="t" r="r" b="b"/>
              <a:pathLst>
                <a:path w="853439" h="384175">
                  <a:moveTo>
                    <a:pt x="853269" y="384150"/>
                  </a:moveTo>
                  <a:lnTo>
                    <a:pt x="0" y="384150"/>
                  </a:lnTo>
                  <a:lnTo>
                    <a:pt x="4811" y="351455"/>
                  </a:lnTo>
                  <a:lnTo>
                    <a:pt x="12082" y="319604"/>
                  </a:lnTo>
                  <a:lnTo>
                    <a:pt x="21764" y="288597"/>
                  </a:lnTo>
                  <a:lnTo>
                    <a:pt x="33805" y="258435"/>
                  </a:lnTo>
                  <a:lnTo>
                    <a:pt x="33805" y="256183"/>
                  </a:lnTo>
                  <a:lnTo>
                    <a:pt x="34900" y="253682"/>
                  </a:lnTo>
                  <a:lnTo>
                    <a:pt x="36025" y="251430"/>
                  </a:lnTo>
                  <a:lnTo>
                    <a:pt x="43199" y="236753"/>
                  </a:lnTo>
                  <a:lnTo>
                    <a:pt x="67611" y="194452"/>
                  </a:lnTo>
                  <a:lnTo>
                    <a:pt x="110982" y="138079"/>
                  </a:lnTo>
                  <a:lnTo>
                    <a:pt x="163992" y="89658"/>
                  </a:lnTo>
                  <a:lnTo>
                    <a:pt x="229075" y="47758"/>
                  </a:lnTo>
                  <a:lnTo>
                    <a:pt x="274866" y="27384"/>
                  </a:lnTo>
                  <a:lnTo>
                    <a:pt x="323379" y="12401"/>
                  </a:lnTo>
                  <a:lnTo>
                    <a:pt x="374266" y="3158"/>
                  </a:lnTo>
                  <a:lnTo>
                    <a:pt x="427181" y="0"/>
                  </a:lnTo>
                  <a:lnTo>
                    <a:pt x="482681" y="3518"/>
                  </a:lnTo>
                  <a:lnTo>
                    <a:pt x="536034" y="13817"/>
                  </a:lnTo>
                  <a:lnTo>
                    <a:pt x="586812" y="30510"/>
                  </a:lnTo>
                  <a:lnTo>
                    <a:pt x="634587" y="53209"/>
                  </a:lnTo>
                  <a:lnTo>
                    <a:pt x="678933" y="81529"/>
                  </a:lnTo>
                  <a:lnTo>
                    <a:pt x="719422" y="115082"/>
                  </a:lnTo>
                  <a:lnTo>
                    <a:pt x="752306" y="149042"/>
                  </a:lnTo>
                  <a:lnTo>
                    <a:pt x="781079" y="186337"/>
                  </a:lnTo>
                  <a:lnTo>
                    <a:pt x="805509" y="226686"/>
                  </a:lnTo>
                  <a:lnTo>
                    <a:pt x="825365" y="269805"/>
                  </a:lnTo>
                  <a:lnTo>
                    <a:pt x="840416" y="315413"/>
                  </a:lnTo>
                  <a:lnTo>
                    <a:pt x="841510" y="316539"/>
                  </a:lnTo>
                  <a:lnTo>
                    <a:pt x="841510" y="320167"/>
                  </a:lnTo>
                  <a:lnTo>
                    <a:pt x="842918" y="321293"/>
                  </a:lnTo>
                  <a:lnTo>
                    <a:pt x="842918" y="323513"/>
                  </a:lnTo>
                  <a:lnTo>
                    <a:pt x="844043" y="328267"/>
                  </a:lnTo>
                  <a:lnTo>
                    <a:pt x="845138" y="333020"/>
                  </a:lnTo>
                  <a:lnTo>
                    <a:pt x="846264" y="337492"/>
                  </a:lnTo>
                  <a:lnTo>
                    <a:pt x="846264" y="339994"/>
                  </a:lnTo>
                  <a:lnTo>
                    <a:pt x="847389" y="341119"/>
                  </a:lnTo>
                  <a:lnTo>
                    <a:pt x="847389" y="343371"/>
                  </a:lnTo>
                  <a:lnTo>
                    <a:pt x="849205" y="353199"/>
                  </a:lnTo>
                  <a:lnTo>
                    <a:pt x="850845" y="363339"/>
                  </a:lnTo>
                  <a:lnTo>
                    <a:pt x="852227" y="373689"/>
                  </a:lnTo>
                  <a:lnTo>
                    <a:pt x="853269" y="384150"/>
                  </a:lnTo>
                  <a:close/>
                </a:path>
              </a:pathLst>
            </a:custGeom>
            <a:solidFill>
              <a:srgbClr val="A5B7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727279" y="3826851"/>
              <a:ext cx="767080" cy="345440"/>
            </a:xfrm>
            <a:custGeom>
              <a:avLst/>
              <a:gdLst/>
              <a:ahLst/>
              <a:cxnLst/>
              <a:rect l="l" t="t" r="r" b="b"/>
              <a:pathLst>
                <a:path w="767079" h="345439">
                  <a:moveTo>
                    <a:pt x="767077" y="345345"/>
                  </a:moveTo>
                  <a:lnTo>
                    <a:pt x="0" y="345345"/>
                  </a:lnTo>
                  <a:lnTo>
                    <a:pt x="4325" y="315953"/>
                  </a:lnTo>
                  <a:lnTo>
                    <a:pt x="10862" y="287319"/>
                  </a:lnTo>
                  <a:lnTo>
                    <a:pt x="19565" y="259445"/>
                  </a:lnTo>
                  <a:lnTo>
                    <a:pt x="30390" y="232329"/>
                  </a:lnTo>
                  <a:lnTo>
                    <a:pt x="30390" y="230305"/>
                  </a:lnTo>
                  <a:lnTo>
                    <a:pt x="31374" y="228056"/>
                  </a:lnTo>
                  <a:lnTo>
                    <a:pt x="32386" y="226032"/>
                  </a:lnTo>
                  <a:lnTo>
                    <a:pt x="38835" y="212838"/>
                  </a:lnTo>
                  <a:lnTo>
                    <a:pt x="60781" y="174809"/>
                  </a:lnTo>
                  <a:lnTo>
                    <a:pt x="99771" y="124131"/>
                  </a:lnTo>
                  <a:lnTo>
                    <a:pt x="147427" y="80600"/>
                  </a:lnTo>
                  <a:lnTo>
                    <a:pt x="153696" y="75343"/>
                  </a:lnTo>
                  <a:lnTo>
                    <a:pt x="159993" y="71070"/>
                  </a:lnTo>
                  <a:lnTo>
                    <a:pt x="167528" y="65785"/>
                  </a:lnTo>
                  <a:lnTo>
                    <a:pt x="205935" y="42933"/>
                  </a:lnTo>
                  <a:lnTo>
                    <a:pt x="247101" y="24617"/>
                  </a:lnTo>
                  <a:lnTo>
                    <a:pt x="290713" y="11149"/>
                  </a:lnTo>
                  <a:lnTo>
                    <a:pt x="336460" y="2839"/>
                  </a:lnTo>
                  <a:lnTo>
                    <a:pt x="384030" y="0"/>
                  </a:lnTo>
                  <a:lnTo>
                    <a:pt x="433924" y="3163"/>
                  </a:lnTo>
                  <a:lnTo>
                    <a:pt x="481887" y="12421"/>
                  </a:lnTo>
                  <a:lnTo>
                    <a:pt x="527535" y="27428"/>
                  </a:lnTo>
                  <a:lnTo>
                    <a:pt x="570485" y="47834"/>
                  </a:lnTo>
                  <a:lnTo>
                    <a:pt x="610352" y="73293"/>
                  </a:lnTo>
                  <a:lnTo>
                    <a:pt x="646751" y="103457"/>
                  </a:lnTo>
                  <a:lnTo>
                    <a:pt x="683134" y="142097"/>
                  </a:lnTo>
                  <a:lnTo>
                    <a:pt x="713661" y="185324"/>
                  </a:lnTo>
                  <a:lnTo>
                    <a:pt x="737926" y="232640"/>
                  </a:lnTo>
                  <a:lnTo>
                    <a:pt x="755522" y="283552"/>
                  </a:lnTo>
                  <a:lnTo>
                    <a:pt x="756506" y="284564"/>
                  </a:lnTo>
                  <a:lnTo>
                    <a:pt x="756506" y="287825"/>
                  </a:lnTo>
                  <a:lnTo>
                    <a:pt x="757771" y="288838"/>
                  </a:lnTo>
                  <a:lnTo>
                    <a:pt x="757771" y="290833"/>
                  </a:lnTo>
                  <a:lnTo>
                    <a:pt x="758783" y="295107"/>
                  </a:lnTo>
                  <a:lnTo>
                    <a:pt x="759767" y="299380"/>
                  </a:lnTo>
                  <a:lnTo>
                    <a:pt x="760779" y="303400"/>
                  </a:lnTo>
                  <a:lnTo>
                    <a:pt x="760779" y="305649"/>
                  </a:lnTo>
                  <a:lnTo>
                    <a:pt x="761791" y="306661"/>
                  </a:lnTo>
                  <a:lnTo>
                    <a:pt x="761791" y="308686"/>
                  </a:lnTo>
                  <a:lnTo>
                    <a:pt x="763424" y="317521"/>
                  </a:lnTo>
                  <a:lnTo>
                    <a:pt x="764898" y="326636"/>
                  </a:lnTo>
                  <a:lnTo>
                    <a:pt x="766140" y="335941"/>
                  </a:lnTo>
                  <a:lnTo>
                    <a:pt x="767077" y="345345"/>
                  </a:lnTo>
                  <a:close/>
                </a:path>
              </a:pathLst>
            </a:custGeom>
            <a:solidFill>
              <a:srgbClr val="869FB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3" name="object 17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094627" y="3533264"/>
            <a:ext cx="1268206" cy="638926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5633669" y="3534883"/>
            <a:ext cx="438784" cy="637540"/>
            <a:chOff x="5633669" y="3534883"/>
            <a:chExt cx="438784" cy="637540"/>
          </a:xfrm>
        </p:grpSpPr>
        <p:sp>
          <p:nvSpPr>
            <p:cNvPr id="132" name="object 132"/>
            <p:cNvSpPr/>
            <p:nvPr/>
          </p:nvSpPr>
          <p:spPr>
            <a:xfrm>
              <a:off x="5633669" y="3534883"/>
              <a:ext cx="438784" cy="637540"/>
            </a:xfrm>
            <a:custGeom>
              <a:avLst/>
              <a:gdLst/>
              <a:ahLst/>
              <a:cxnLst/>
              <a:rect l="l" t="t" r="r" b="b"/>
              <a:pathLst>
                <a:path w="438785" h="637539">
                  <a:moveTo>
                    <a:pt x="212485" y="637299"/>
                  </a:moveTo>
                  <a:lnTo>
                    <a:pt x="0" y="637299"/>
                  </a:lnTo>
                  <a:lnTo>
                    <a:pt x="0" y="424852"/>
                  </a:lnTo>
                  <a:lnTo>
                    <a:pt x="61310" y="424852"/>
                  </a:lnTo>
                  <a:lnTo>
                    <a:pt x="61310" y="96084"/>
                  </a:lnTo>
                  <a:lnTo>
                    <a:pt x="65091" y="77325"/>
                  </a:lnTo>
                  <a:lnTo>
                    <a:pt x="75405" y="62006"/>
                  </a:lnTo>
                  <a:lnTo>
                    <a:pt x="90708" y="51678"/>
                  </a:lnTo>
                  <a:lnTo>
                    <a:pt x="109454" y="47890"/>
                  </a:lnTo>
                  <a:lnTo>
                    <a:pt x="271977" y="47890"/>
                  </a:lnTo>
                  <a:lnTo>
                    <a:pt x="271977" y="0"/>
                  </a:lnTo>
                  <a:lnTo>
                    <a:pt x="438339" y="96084"/>
                  </a:lnTo>
                  <a:lnTo>
                    <a:pt x="271977" y="192110"/>
                  </a:lnTo>
                  <a:lnTo>
                    <a:pt x="271977" y="144220"/>
                  </a:lnTo>
                  <a:lnTo>
                    <a:pt x="157657" y="144220"/>
                  </a:lnTo>
                  <a:lnTo>
                    <a:pt x="157657" y="424852"/>
                  </a:lnTo>
                  <a:lnTo>
                    <a:pt x="212485" y="424852"/>
                  </a:lnTo>
                  <a:lnTo>
                    <a:pt x="212485" y="637299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659019" y="3984989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60" h="162560">
                  <a:moveTo>
                    <a:pt x="161988" y="161973"/>
                  </a:moveTo>
                  <a:lnTo>
                    <a:pt x="0" y="161973"/>
                  </a:lnTo>
                  <a:lnTo>
                    <a:pt x="0" y="0"/>
                  </a:lnTo>
                  <a:lnTo>
                    <a:pt x="161988" y="0"/>
                  </a:lnTo>
                  <a:lnTo>
                    <a:pt x="161988" y="161973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" name="object 119"/>
          <p:cNvGrpSpPr/>
          <p:nvPr/>
        </p:nvGrpSpPr>
        <p:grpSpPr>
          <a:xfrm>
            <a:off x="6179731" y="3565945"/>
            <a:ext cx="294005" cy="606425"/>
            <a:chOff x="6179731" y="3565945"/>
            <a:chExt cx="294005" cy="606425"/>
          </a:xfrm>
        </p:grpSpPr>
        <p:sp>
          <p:nvSpPr>
            <p:cNvPr id="120" name="object 120"/>
            <p:cNvSpPr/>
            <p:nvPr/>
          </p:nvSpPr>
          <p:spPr>
            <a:xfrm>
              <a:off x="6179731" y="3565945"/>
              <a:ext cx="294005" cy="294005"/>
            </a:xfrm>
            <a:custGeom>
              <a:avLst/>
              <a:gdLst/>
              <a:ahLst/>
              <a:cxnLst/>
              <a:rect l="l" t="t" r="r" b="b"/>
              <a:pathLst>
                <a:path w="294004" h="294004">
                  <a:moveTo>
                    <a:pt x="146910" y="293820"/>
                  </a:moveTo>
                  <a:lnTo>
                    <a:pt x="100480" y="286329"/>
                  </a:lnTo>
                  <a:lnTo>
                    <a:pt x="60152" y="265471"/>
                  </a:lnTo>
                  <a:lnTo>
                    <a:pt x="28349" y="233667"/>
                  </a:lnTo>
                  <a:lnTo>
                    <a:pt x="7490" y="193339"/>
                  </a:lnTo>
                  <a:lnTo>
                    <a:pt x="0" y="146909"/>
                  </a:lnTo>
                  <a:lnTo>
                    <a:pt x="0" y="0"/>
                  </a:lnTo>
                  <a:lnTo>
                    <a:pt x="146910" y="0"/>
                  </a:lnTo>
                  <a:lnTo>
                    <a:pt x="193362" y="7490"/>
                  </a:lnTo>
                  <a:lnTo>
                    <a:pt x="233703" y="28348"/>
                  </a:lnTo>
                  <a:lnTo>
                    <a:pt x="265514" y="60152"/>
                  </a:lnTo>
                  <a:lnTo>
                    <a:pt x="286375" y="100480"/>
                  </a:lnTo>
                  <a:lnTo>
                    <a:pt x="293866" y="146909"/>
                  </a:lnTo>
                  <a:lnTo>
                    <a:pt x="286375" y="193339"/>
                  </a:lnTo>
                  <a:lnTo>
                    <a:pt x="265514" y="233667"/>
                  </a:lnTo>
                  <a:lnTo>
                    <a:pt x="233703" y="265471"/>
                  </a:lnTo>
                  <a:lnTo>
                    <a:pt x="193362" y="286329"/>
                  </a:lnTo>
                  <a:lnTo>
                    <a:pt x="146910" y="293820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192134" y="3576530"/>
              <a:ext cx="119380" cy="107314"/>
            </a:xfrm>
            <a:custGeom>
              <a:avLst/>
              <a:gdLst/>
              <a:ahLst/>
              <a:cxnLst/>
              <a:rect l="l" t="t" r="r" b="b"/>
              <a:pathLst>
                <a:path w="119379" h="107314">
                  <a:moveTo>
                    <a:pt x="0" y="107303"/>
                  </a:moveTo>
                  <a:lnTo>
                    <a:pt x="0" y="0"/>
                  </a:lnTo>
                  <a:lnTo>
                    <a:pt x="118942" y="0"/>
                  </a:lnTo>
                  <a:lnTo>
                    <a:pt x="0" y="107303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6179731" y="3878331"/>
              <a:ext cx="294005" cy="294005"/>
            </a:xfrm>
            <a:custGeom>
              <a:avLst/>
              <a:gdLst/>
              <a:ahLst/>
              <a:cxnLst/>
              <a:rect l="l" t="t" r="r" b="b"/>
              <a:pathLst>
                <a:path w="294004" h="294004">
                  <a:moveTo>
                    <a:pt x="146910" y="293866"/>
                  </a:moveTo>
                  <a:lnTo>
                    <a:pt x="100480" y="286370"/>
                  </a:lnTo>
                  <a:lnTo>
                    <a:pt x="60152" y="265501"/>
                  </a:lnTo>
                  <a:lnTo>
                    <a:pt x="28349" y="233683"/>
                  </a:lnTo>
                  <a:lnTo>
                    <a:pt x="7490" y="193345"/>
                  </a:lnTo>
                  <a:lnTo>
                    <a:pt x="0" y="146910"/>
                  </a:lnTo>
                  <a:lnTo>
                    <a:pt x="0" y="0"/>
                  </a:lnTo>
                  <a:lnTo>
                    <a:pt x="293866" y="0"/>
                  </a:lnTo>
                  <a:lnTo>
                    <a:pt x="293866" y="146910"/>
                  </a:lnTo>
                  <a:lnTo>
                    <a:pt x="286375" y="193362"/>
                  </a:lnTo>
                  <a:lnTo>
                    <a:pt x="265514" y="233703"/>
                  </a:lnTo>
                  <a:lnTo>
                    <a:pt x="233703" y="265514"/>
                  </a:lnTo>
                  <a:lnTo>
                    <a:pt x="193362" y="286375"/>
                  </a:lnTo>
                  <a:lnTo>
                    <a:pt x="146910" y="293866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192134" y="3888901"/>
              <a:ext cx="119380" cy="107314"/>
            </a:xfrm>
            <a:custGeom>
              <a:avLst/>
              <a:gdLst/>
              <a:ahLst/>
              <a:cxnLst/>
              <a:rect l="l" t="t" r="r" b="b"/>
              <a:pathLst>
                <a:path w="119379" h="107314">
                  <a:moveTo>
                    <a:pt x="0" y="107318"/>
                  </a:moveTo>
                  <a:lnTo>
                    <a:pt x="0" y="0"/>
                  </a:lnTo>
                  <a:lnTo>
                    <a:pt x="118942" y="0"/>
                  </a:lnTo>
                  <a:lnTo>
                    <a:pt x="0" y="107318"/>
                  </a:lnTo>
                  <a:close/>
                </a:path>
              </a:pathLst>
            </a:custGeom>
            <a:solidFill>
              <a:srgbClr val="213B5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/>
          <p:cNvSpPr/>
          <p:nvPr/>
        </p:nvSpPr>
        <p:spPr>
          <a:xfrm>
            <a:off x="6581332" y="3552762"/>
            <a:ext cx="406400" cy="619760"/>
          </a:xfrm>
          <a:custGeom>
            <a:avLst/>
            <a:gdLst/>
            <a:ahLst/>
            <a:cxnLst/>
            <a:rect l="l" t="t" r="r" b="b"/>
            <a:pathLst>
              <a:path w="406400" h="619760">
                <a:moveTo>
                  <a:pt x="205533" y="619434"/>
                </a:moveTo>
                <a:lnTo>
                  <a:pt x="203191" y="619434"/>
                </a:lnTo>
                <a:lnTo>
                  <a:pt x="200849" y="619434"/>
                </a:lnTo>
                <a:lnTo>
                  <a:pt x="198506" y="618345"/>
                </a:lnTo>
                <a:lnTo>
                  <a:pt x="196954" y="616139"/>
                </a:lnTo>
                <a:lnTo>
                  <a:pt x="135997" y="531730"/>
                </a:lnTo>
                <a:lnTo>
                  <a:pt x="29389" y="531730"/>
                </a:lnTo>
                <a:lnTo>
                  <a:pt x="29198" y="531757"/>
                </a:lnTo>
                <a:lnTo>
                  <a:pt x="28817" y="531757"/>
                </a:lnTo>
                <a:lnTo>
                  <a:pt x="17569" y="529425"/>
                </a:lnTo>
                <a:lnTo>
                  <a:pt x="8413" y="523089"/>
                </a:lnTo>
                <a:lnTo>
                  <a:pt x="2254" y="513739"/>
                </a:lnTo>
                <a:lnTo>
                  <a:pt x="0" y="502368"/>
                </a:lnTo>
                <a:lnTo>
                  <a:pt x="0" y="29688"/>
                </a:lnTo>
                <a:lnTo>
                  <a:pt x="2305" y="18189"/>
                </a:lnTo>
                <a:lnTo>
                  <a:pt x="8596" y="8746"/>
                </a:lnTo>
                <a:lnTo>
                  <a:pt x="17937" y="2352"/>
                </a:lnTo>
                <a:lnTo>
                  <a:pt x="29389" y="0"/>
                </a:lnTo>
                <a:lnTo>
                  <a:pt x="376694" y="0"/>
                </a:lnTo>
                <a:lnTo>
                  <a:pt x="388146" y="2352"/>
                </a:lnTo>
                <a:lnTo>
                  <a:pt x="397486" y="8746"/>
                </a:lnTo>
                <a:lnTo>
                  <a:pt x="403778" y="18189"/>
                </a:lnTo>
                <a:lnTo>
                  <a:pt x="406083" y="29688"/>
                </a:lnTo>
                <a:lnTo>
                  <a:pt x="406083" y="502368"/>
                </a:lnTo>
                <a:lnTo>
                  <a:pt x="376694" y="531730"/>
                </a:lnTo>
                <a:lnTo>
                  <a:pt x="270413" y="531730"/>
                </a:lnTo>
                <a:lnTo>
                  <a:pt x="209456" y="616139"/>
                </a:lnTo>
                <a:lnTo>
                  <a:pt x="207876" y="618345"/>
                </a:lnTo>
                <a:lnTo>
                  <a:pt x="205533" y="619434"/>
                </a:lnTo>
                <a:close/>
              </a:path>
            </a:pathLst>
          </a:custGeom>
          <a:solidFill>
            <a:srgbClr val="5F7D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095241" y="3555321"/>
            <a:ext cx="558800" cy="617220"/>
          </a:xfrm>
          <a:custGeom>
            <a:avLst/>
            <a:gdLst/>
            <a:ahLst/>
            <a:cxnLst/>
            <a:rect l="l" t="t" r="r" b="b"/>
            <a:pathLst>
              <a:path w="558800" h="617220">
                <a:moveTo>
                  <a:pt x="279194" y="616758"/>
                </a:moveTo>
                <a:lnTo>
                  <a:pt x="241416" y="561505"/>
                </a:lnTo>
                <a:lnTo>
                  <a:pt x="40727" y="561505"/>
                </a:lnTo>
                <a:lnTo>
                  <a:pt x="24503" y="558433"/>
                </a:lnTo>
                <a:lnTo>
                  <a:pt x="11598" y="550038"/>
                </a:lnTo>
                <a:lnTo>
                  <a:pt x="3076" y="537547"/>
                </a:lnTo>
                <a:lnTo>
                  <a:pt x="0" y="522190"/>
                </a:lnTo>
                <a:lnTo>
                  <a:pt x="0" y="39314"/>
                </a:lnTo>
                <a:lnTo>
                  <a:pt x="3076" y="23957"/>
                </a:lnTo>
                <a:lnTo>
                  <a:pt x="11598" y="11466"/>
                </a:lnTo>
                <a:lnTo>
                  <a:pt x="24503" y="3071"/>
                </a:lnTo>
                <a:lnTo>
                  <a:pt x="40727" y="0"/>
                </a:lnTo>
                <a:lnTo>
                  <a:pt x="517777" y="0"/>
                </a:lnTo>
                <a:lnTo>
                  <a:pt x="533355" y="3071"/>
                </a:lnTo>
                <a:lnTo>
                  <a:pt x="546331" y="11466"/>
                </a:lnTo>
                <a:lnTo>
                  <a:pt x="555213" y="23957"/>
                </a:lnTo>
                <a:lnTo>
                  <a:pt x="558505" y="39314"/>
                </a:lnTo>
                <a:lnTo>
                  <a:pt x="558505" y="522190"/>
                </a:lnTo>
                <a:lnTo>
                  <a:pt x="555432" y="537267"/>
                </a:lnTo>
                <a:lnTo>
                  <a:pt x="547113" y="549831"/>
                </a:lnTo>
                <a:lnTo>
                  <a:pt x="534899" y="558433"/>
                </a:lnTo>
                <a:lnTo>
                  <a:pt x="520138" y="561623"/>
                </a:lnTo>
                <a:lnTo>
                  <a:pt x="518604" y="561623"/>
                </a:lnTo>
                <a:lnTo>
                  <a:pt x="517777" y="561505"/>
                </a:lnTo>
                <a:lnTo>
                  <a:pt x="315554" y="561505"/>
                </a:lnTo>
                <a:lnTo>
                  <a:pt x="279194" y="616758"/>
                </a:lnTo>
                <a:close/>
              </a:path>
            </a:pathLst>
          </a:custGeom>
          <a:solidFill>
            <a:srgbClr val="A5B7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/>
          <p:cNvGrpSpPr/>
          <p:nvPr/>
        </p:nvGrpSpPr>
        <p:grpSpPr>
          <a:xfrm>
            <a:off x="7761588" y="3528043"/>
            <a:ext cx="294005" cy="644525"/>
            <a:chOff x="7761588" y="3528043"/>
            <a:chExt cx="294005" cy="644525"/>
          </a:xfrm>
        </p:grpSpPr>
        <p:sp>
          <p:nvSpPr>
            <p:cNvPr id="187" name="object 187"/>
            <p:cNvSpPr/>
            <p:nvPr/>
          </p:nvSpPr>
          <p:spPr>
            <a:xfrm>
              <a:off x="7761588" y="3528043"/>
              <a:ext cx="293370" cy="644525"/>
            </a:xfrm>
            <a:custGeom>
              <a:avLst/>
              <a:gdLst/>
              <a:ahLst/>
              <a:cxnLst/>
              <a:rect l="l" t="t" r="r" b="b"/>
              <a:pathLst>
                <a:path w="293370" h="644525">
                  <a:moveTo>
                    <a:pt x="146643" y="644139"/>
                  </a:moveTo>
                  <a:lnTo>
                    <a:pt x="123730" y="630463"/>
                  </a:lnTo>
                  <a:lnTo>
                    <a:pt x="73321" y="599642"/>
                  </a:lnTo>
                  <a:lnTo>
                    <a:pt x="22913" y="566986"/>
                  </a:lnTo>
                  <a:lnTo>
                    <a:pt x="0" y="547803"/>
                  </a:lnTo>
                  <a:lnTo>
                    <a:pt x="0" y="7901"/>
                  </a:lnTo>
                  <a:lnTo>
                    <a:pt x="7901" y="0"/>
                  </a:lnTo>
                  <a:lnTo>
                    <a:pt x="17705" y="0"/>
                  </a:lnTo>
                  <a:lnTo>
                    <a:pt x="285370" y="0"/>
                  </a:lnTo>
                  <a:lnTo>
                    <a:pt x="293287" y="7901"/>
                  </a:lnTo>
                  <a:lnTo>
                    <a:pt x="293287" y="547803"/>
                  </a:lnTo>
                  <a:lnTo>
                    <a:pt x="270374" y="566986"/>
                  </a:lnTo>
                  <a:lnTo>
                    <a:pt x="219965" y="599642"/>
                  </a:lnTo>
                  <a:lnTo>
                    <a:pt x="169556" y="630463"/>
                  </a:lnTo>
                  <a:lnTo>
                    <a:pt x="146643" y="644139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761911" y="3629264"/>
              <a:ext cx="294005" cy="164465"/>
            </a:xfrm>
            <a:custGeom>
              <a:avLst/>
              <a:gdLst/>
              <a:ahLst/>
              <a:cxnLst/>
              <a:rect l="l" t="t" r="r" b="b"/>
              <a:pathLst>
                <a:path w="294004" h="164464">
                  <a:moveTo>
                    <a:pt x="293516" y="164118"/>
                  </a:moveTo>
                  <a:lnTo>
                    <a:pt x="0" y="164118"/>
                  </a:lnTo>
                  <a:lnTo>
                    <a:pt x="0" y="0"/>
                  </a:lnTo>
                  <a:lnTo>
                    <a:pt x="293516" y="0"/>
                  </a:lnTo>
                  <a:lnTo>
                    <a:pt x="293516" y="164118"/>
                  </a:lnTo>
                  <a:close/>
                </a:path>
              </a:pathLst>
            </a:custGeom>
            <a:solidFill>
              <a:srgbClr val="E3E9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/>
          <p:cNvGrpSpPr/>
          <p:nvPr/>
        </p:nvGrpSpPr>
        <p:grpSpPr>
          <a:xfrm>
            <a:off x="8163151" y="3526707"/>
            <a:ext cx="269240" cy="645795"/>
            <a:chOff x="8163151" y="3526707"/>
            <a:chExt cx="269240" cy="645795"/>
          </a:xfrm>
        </p:grpSpPr>
        <p:sp>
          <p:nvSpPr>
            <p:cNvPr id="116" name="object 116"/>
            <p:cNvSpPr/>
            <p:nvPr/>
          </p:nvSpPr>
          <p:spPr>
            <a:xfrm>
              <a:off x="8163151" y="3526707"/>
              <a:ext cx="269240" cy="525145"/>
            </a:xfrm>
            <a:custGeom>
              <a:avLst/>
              <a:gdLst/>
              <a:ahLst/>
              <a:cxnLst/>
              <a:rect l="l" t="t" r="r" b="b"/>
              <a:pathLst>
                <a:path w="269240" h="525145">
                  <a:moveTo>
                    <a:pt x="269051" y="524966"/>
                  </a:moveTo>
                  <a:lnTo>
                    <a:pt x="0" y="524966"/>
                  </a:lnTo>
                  <a:lnTo>
                    <a:pt x="0" y="134517"/>
                  </a:lnTo>
                  <a:lnTo>
                    <a:pt x="6858" y="92008"/>
                  </a:lnTo>
                  <a:lnTo>
                    <a:pt x="25958" y="55083"/>
                  </a:lnTo>
                  <a:lnTo>
                    <a:pt x="55083" y="25960"/>
                  </a:lnTo>
                  <a:lnTo>
                    <a:pt x="92018" y="6859"/>
                  </a:lnTo>
                  <a:lnTo>
                    <a:pt x="134549" y="0"/>
                  </a:lnTo>
                  <a:lnTo>
                    <a:pt x="177051" y="6855"/>
                  </a:lnTo>
                  <a:lnTo>
                    <a:pt x="213972" y="25946"/>
                  </a:lnTo>
                  <a:lnTo>
                    <a:pt x="243091" y="55062"/>
                  </a:lnTo>
                  <a:lnTo>
                    <a:pt x="262191" y="91990"/>
                  </a:lnTo>
                  <a:lnTo>
                    <a:pt x="269051" y="134517"/>
                  </a:lnTo>
                  <a:lnTo>
                    <a:pt x="269051" y="524966"/>
                  </a:lnTo>
                  <a:close/>
                </a:path>
              </a:pathLst>
            </a:custGeom>
            <a:solidFill>
              <a:srgbClr val="869F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197559" y="3556164"/>
              <a:ext cx="200281" cy="200281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8163151" y="4051669"/>
              <a:ext cx="269240" cy="120650"/>
            </a:xfrm>
            <a:custGeom>
              <a:avLst/>
              <a:gdLst/>
              <a:ahLst/>
              <a:cxnLst/>
              <a:rect l="l" t="t" r="r" b="b"/>
              <a:pathLst>
                <a:path w="269240" h="120650">
                  <a:moveTo>
                    <a:pt x="134549" y="120512"/>
                  </a:moveTo>
                  <a:lnTo>
                    <a:pt x="0" y="0"/>
                  </a:lnTo>
                  <a:lnTo>
                    <a:pt x="269051" y="0"/>
                  </a:lnTo>
                  <a:lnTo>
                    <a:pt x="134549" y="120512"/>
                  </a:lnTo>
                  <a:close/>
                </a:path>
              </a:pathLst>
            </a:custGeom>
            <a:solidFill>
              <a:srgbClr val="CED9E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206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1110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65013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35805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409709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580512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754416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925207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099111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273015" y="9678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5791922" y="973418"/>
            <a:ext cx="306705" cy="68580"/>
          </a:xfrm>
          <a:custGeom>
            <a:avLst/>
            <a:gdLst/>
            <a:ahLst/>
            <a:cxnLst/>
            <a:rect l="l" t="t" r="r" b="b"/>
            <a:pathLst>
              <a:path w="306704" h="68580">
                <a:moveTo>
                  <a:pt x="306482" y="68451"/>
                </a:moveTo>
                <a:lnTo>
                  <a:pt x="0" y="68451"/>
                </a:lnTo>
                <a:lnTo>
                  <a:pt x="0" y="0"/>
                </a:lnTo>
                <a:lnTo>
                  <a:pt x="306482" y="0"/>
                </a:lnTo>
                <a:lnTo>
                  <a:pt x="306482" y="68451"/>
                </a:lnTo>
                <a:close/>
              </a:path>
            </a:pathLst>
          </a:custGeom>
          <a:solidFill>
            <a:srgbClr val="667E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6155788" y="973418"/>
            <a:ext cx="306705" cy="68580"/>
          </a:xfrm>
          <a:custGeom>
            <a:avLst/>
            <a:gdLst/>
            <a:ahLst/>
            <a:cxnLst/>
            <a:rect l="l" t="t" r="r" b="b"/>
            <a:pathLst>
              <a:path w="306704" h="68580">
                <a:moveTo>
                  <a:pt x="306482" y="68442"/>
                </a:moveTo>
                <a:lnTo>
                  <a:pt x="0" y="68442"/>
                </a:lnTo>
                <a:lnTo>
                  <a:pt x="0" y="0"/>
                </a:lnTo>
                <a:lnTo>
                  <a:pt x="306482" y="0"/>
                </a:lnTo>
                <a:lnTo>
                  <a:pt x="306482" y="68442"/>
                </a:lnTo>
                <a:close/>
              </a:path>
            </a:pathLst>
          </a:custGeom>
          <a:solidFill>
            <a:srgbClr val="859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6519655" y="973428"/>
            <a:ext cx="306705" cy="68580"/>
          </a:xfrm>
          <a:custGeom>
            <a:avLst/>
            <a:gdLst/>
            <a:ahLst/>
            <a:cxnLst/>
            <a:rect l="l" t="t" r="r" b="b"/>
            <a:pathLst>
              <a:path w="306704" h="68580">
                <a:moveTo>
                  <a:pt x="306482" y="68442"/>
                </a:moveTo>
                <a:lnTo>
                  <a:pt x="0" y="68442"/>
                </a:lnTo>
                <a:lnTo>
                  <a:pt x="0" y="0"/>
                </a:lnTo>
                <a:lnTo>
                  <a:pt x="306482" y="0"/>
                </a:lnTo>
                <a:lnTo>
                  <a:pt x="306482" y="68442"/>
                </a:lnTo>
                <a:close/>
              </a:path>
            </a:pathLst>
          </a:custGeom>
          <a:solidFill>
            <a:srgbClr val="A5B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17206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1110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65013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35805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409709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580512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754416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25207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099111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273015" y="11285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7206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91110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65013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35805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09709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580512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754416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925207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099111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273015" y="128933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9" name="object 1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26050" y="1347338"/>
            <a:ext cx="81604" cy="8160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17206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1110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65013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35805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409709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580512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54416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25207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099111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273015" y="14500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8" name="object 1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38507" y="1485276"/>
            <a:ext cx="81730" cy="817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17206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1110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65013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35805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409709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580512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754416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25207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099111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273015" y="160998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7" name="object 187"/>
          <p:cNvGrpSpPr/>
          <p:nvPr/>
        </p:nvGrpSpPr>
        <p:grpSpPr>
          <a:xfrm>
            <a:off x="7694351" y="1710970"/>
            <a:ext cx="41275" cy="41275"/>
            <a:chOff x="7694351" y="1710970"/>
            <a:chExt cx="41275" cy="41275"/>
          </a:xfrm>
        </p:grpSpPr>
        <p:sp>
          <p:nvSpPr>
            <p:cNvPr id="188" name="object 188"/>
            <p:cNvSpPr/>
            <p:nvPr/>
          </p:nvSpPr>
          <p:spPr>
            <a:xfrm>
              <a:off x="7699114" y="171573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26" y="31344"/>
                  </a:moveTo>
                  <a:lnTo>
                    <a:pt x="7016" y="31344"/>
                  </a:lnTo>
                  <a:lnTo>
                    <a:pt x="0" y="24328"/>
                  </a:lnTo>
                  <a:lnTo>
                    <a:pt x="0" y="15672"/>
                  </a:lnTo>
                  <a:lnTo>
                    <a:pt x="0" y="7016"/>
                  </a:lnTo>
                  <a:lnTo>
                    <a:pt x="7016" y="0"/>
                  </a:lnTo>
                  <a:lnTo>
                    <a:pt x="24326" y="0"/>
                  </a:lnTo>
                  <a:lnTo>
                    <a:pt x="31345" y="7016"/>
                  </a:lnTo>
                  <a:lnTo>
                    <a:pt x="31345" y="24328"/>
                  </a:lnTo>
                  <a:lnTo>
                    <a:pt x="24326" y="31344"/>
                  </a:lnTo>
                  <a:close/>
                </a:path>
              </a:pathLst>
            </a:custGeom>
            <a:solidFill>
              <a:srgbClr val="A5B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7699114" y="171573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672"/>
                  </a:moveTo>
                  <a:lnTo>
                    <a:pt x="0" y="7016"/>
                  </a:lnTo>
                  <a:lnTo>
                    <a:pt x="7016" y="0"/>
                  </a:lnTo>
                  <a:lnTo>
                    <a:pt x="15671" y="0"/>
                  </a:lnTo>
                  <a:lnTo>
                    <a:pt x="24326" y="0"/>
                  </a:lnTo>
                  <a:lnTo>
                    <a:pt x="31345" y="7016"/>
                  </a:lnTo>
                  <a:lnTo>
                    <a:pt x="31345" y="15672"/>
                  </a:lnTo>
                  <a:lnTo>
                    <a:pt x="31345" y="24328"/>
                  </a:lnTo>
                  <a:lnTo>
                    <a:pt x="24326" y="31344"/>
                  </a:lnTo>
                  <a:lnTo>
                    <a:pt x="15671" y="31344"/>
                  </a:lnTo>
                  <a:lnTo>
                    <a:pt x="7016" y="31344"/>
                  </a:lnTo>
                  <a:lnTo>
                    <a:pt x="0" y="24328"/>
                  </a:lnTo>
                  <a:lnTo>
                    <a:pt x="0" y="15672"/>
                  </a:lnTo>
                  <a:close/>
                </a:path>
              </a:pathLst>
            </a:custGeom>
            <a:ln w="9527">
              <a:solidFill>
                <a:srgbClr val="A5B6C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717206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91110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65013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5805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09709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580512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754416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25207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099111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273015" y="1770721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4" name="object 1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36005" y="1835993"/>
            <a:ext cx="81745" cy="8174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17206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91110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65013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5805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409709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80512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54416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925207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099111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273015" y="193145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4" name="object 184"/>
          <p:cNvGrpSpPr/>
          <p:nvPr/>
        </p:nvGrpSpPr>
        <p:grpSpPr>
          <a:xfrm>
            <a:off x="7694403" y="1947504"/>
            <a:ext cx="41275" cy="41275"/>
            <a:chOff x="7694403" y="1947504"/>
            <a:chExt cx="41275" cy="41275"/>
          </a:xfrm>
        </p:grpSpPr>
        <p:sp>
          <p:nvSpPr>
            <p:cNvPr id="185" name="object 185"/>
            <p:cNvSpPr/>
            <p:nvPr/>
          </p:nvSpPr>
          <p:spPr>
            <a:xfrm>
              <a:off x="7699167" y="195226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28" y="31344"/>
                  </a:moveTo>
                  <a:lnTo>
                    <a:pt x="7016" y="31344"/>
                  </a:lnTo>
                  <a:lnTo>
                    <a:pt x="0" y="24328"/>
                  </a:lnTo>
                  <a:lnTo>
                    <a:pt x="0" y="15672"/>
                  </a:lnTo>
                  <a:lnTo>
                    <a:pt x="0" y="7016"/>
                  </a:lnTo>
                  <a:lnTo>
                    <a:pt x="7016" y="0"/>
                  </a:lnTo>
                  <a:lnTo>
                    <a:pt x="24328" y="0"/>
                  </a:lnTo>
                  <a:lnTo>
                    <a:pt x="31345" y="7016"/>
                  </a:lnTo>
                  <a:lnTo>
                    <a:pt x="31345" y="24328"/>
                  </a:lnTo>
                  <a:lnTo>
                    <a:pt x="24328" y="31344"/>
                  </a:lnTo>
                  <a:close/>
                </a:path>
              </a:pathLst>
            </a:custGeom>
            <a:solidFill>
              <a:srgbClr val="CFD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7699167" y="195226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672"/>
                  </a:moveTo>
                  <a:lnTo>
                    <a:pt x="0" y="7016"/>
                  </a:lnTo>
                  <a:lnTo>
                    <a:pt x="7016" y="0"/>
                  </a:lnTo>
                  <a:lnTo>
                    <a:pt x="15673" y="0"/>
                  </a:lnTo>
                  <a:lnTo>
                    <a:pt x="24328" y="0"/>
                  </a:lnTo>
                  <a:lnTo>
                    <a:pt x="31345" y="7016"/>
                  </a:lnTo>
                  <a:lnTo>
                    <a:pt x="31345" y="15672"/>
                  </a:lnTo>
                  <a:lnTo>
                    <a:pt x="31345" y="24328"/>
                  </a:lnTo>
                  <a:lnTo>
                    <a:pt x="24328" y="31344"/>
                  </a:lnTo>
                  <a:lnTo>
                    <a:pt x="15673" y="31344"/>
                  </a:lnTo>
                  <a:lnTo>
                    <a:pt x="7016" y="31344"/>
                  </a:lnTo>
                  <a:lnTo>
                    <a:pt x="0" y="24328"/>
                  </a:lnTo>
                  <a:lnTo>
                    <a:pt x="0" y="15672"/>
                  </a:lnTo>
                  <a:close/>
                </a:path>
              </a:pathLst>
            </a:custGeom>
            <a:ln w="9527">
              <a:solidFill>
                <a:srgbClr val="CFD8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5" name="object 1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42483" y="2027542"/>
            <a:ext cx="81745" cy="8174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17206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91110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65013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5805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409709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580512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54416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925207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099111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273015" y="2092194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7206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91110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65013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35805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409709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580512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754416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925207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099111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273015" y="225293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1" name="object 1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89149" y="2198486"/>
            <a:ext cx="138814" cy="138813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2769735" y="2198486"/>
            <a:ext cx="319405" cy="139065"/>
            <a:chOff x="2769735" y="2198486"/>
            <a:chExt cx="319405" cy="139065"/>
          </a:xfrm>
        </p:grpSpPr>
        <p:pic>
          <p:nvPicPr>
            <p:cNvPr id="106" name="object 10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9735" y="2198486"/>
              <a:ext cx="138812" cy="13881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0320" y="2198486"/>
              <a:ext cx="138812" cy="138813"/>
            </a:xfrm>
            <a:prstGeom prst="rect">
              <a:avLst/>
            </a:prstGeom>
          </p:spPr>
        </p:pic>
      </p:grpSp>
      <p:pic>
        <p:nvPicPr>
          <p:cNvPr id="108" name="object 10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0431" y="2208014"/>
            <a:ext cx="119760" cy="119758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21016" y="2208014"/>
            <a:ext cx="119757" cy="119758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1602" y="2208014"/>
            <a:ext cx="119757" cy="119758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2185" y="2207981"/>
            <a:ext cx="119760" cy="119758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2770" y="2207981"/>
            <a:ext cx="119757" cy="11975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17206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91110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65013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35805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409709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580512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754416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925207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099111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273015" y="24136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80720" y="80720"/>
                </a:moveTo>
                <a:lnTo>
                  <a:pt x="0" y="80720"/>
                </a:lnTo>
                <a:lnTo>
                  <a:pt x="0" y="0"/>
                </a:lnTo>
                <a:lnTo>
                  <a:pt x="80720" y="0"/>
                </a:lnTo>
                <a:lnTo>
                  <a:pt x="80720" y="80720"/>
                </a:lnTo>
                <a:close/>
              </a:path>
            </a:pathLst>
          </a:custGeom>
          <a:solidFill>
            <a:srgbClr val="647E9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/>
          <p:cNvGrpSpPr/>
          <p:nvPr/>
        </p:nvGrpSpPr>
        <p:grpSpPr>
          <a:xfrm>
            <a:off x="2601808" y="2446020"/>
            <a:ext cx="1388110" cy="160020"/>
            <a:chOff x="2601808" y="2446020"/>
            <a:chExt cx="1388110" cy="160020"/>
          </a:xfrm>
        </p:grpSpPr>
        <p:sp>
          <p:nvSpPr>
            <p:cNvPr id="103" name="object 103"/>
            <p:cNvSpPr/>
            <p:nvPr/>
          </p:nvSpPr>
          <p:spPr>
            <a:xfrm>
              <a:off x="2601798" y="2446019"/>
              <a:ext cx="840740" cy="160020"/>
            </a:xfrm>
            <a:custGeom>
              <a:avLst/>
              <a:gdLst/>
              <a:ahLst/>
              <a:cxnLst/>
              <a:rect l="l" t="t" r="r" b="b"/>
              <a:pathLst>
                <a:path w="840739" h="160019">
                  <a:moveTo>
                    <a:pt x="58585" y="1270"/>
                  </a:moveTo>
                  <a:lnTo>
                    <a:pt x="57061" y="1270"/>
                  </a:lnTo>
                  <a:lnTo>
                    <a:pt x="57061" y="0"/>
                  </a:lnTo>
                  <a:lnTo>
                    <a:pt x="1536" y="0"/>
                  </a:lnTo>
                  <a:lnTo>
                    <a:pt x="1536" y="1270"/>
                  </a:lnTo>
                  <a:lnTo>
                    <a:pt x="0" y="1270"/>
                  </a:lnTo>
                  <a:lnTo>
                    <a:pt x="0" y="158750"/>
                  </a:lnTo>
                  <a:lnTo>
                    <a:pt x="1562" y="158750"/>
                  </a:lnTo>
                  <a:lnTo>
                    <a:pt x="1562" y="160020"/>
                  </a:lnTo>
                  <a:lnTo>
                    <a:pt x="57035" y="160020"/>
                  </a:lnTo>
                  <a:lnTo>
                    <a:pt x="57035" y="158750"/>
                  </a:lnTo>
                  <a:lnTo>
                    <a:pt x="58585" y="158750"/>
                  </a:lnTo>
                  <a:lnTo>
                    <a:pt x="58585" y="1270"/>
                  </a:lnTo>
                  <a:close/>
                </a:path>
                <a:path w="840739" h="160019">
                  <a:moveTo>
                    <a:pt x="136791" y="1270"/>
                  </a:moveTo>
                  <a:lnTo>
                    <a:pt x="135255" y="1270"/>
                  </a:lnTo>
                  <a:lnTo>
                    <a:pt x="135255" y="0"/>
                  </a:lnTo>
                  <a:lnTo>
                    <a:pt x="79654" y="0"/>
                  </a:lnTo>
                  <a:lnTo>
                    <a:pt x="79654" y="1270"/>
                  </a:lnTo>
                  <a:lnTo>
                    <a:pt x="78193" y="1270"/>
                  </a:lnTo>
                  <a:lnTo>
                    <a:pt x="78193" y="158750"/>
                  </a:lnTo>
                  <a:lnTo>
                    <a:pt x="79679" y="158750"/>
                  </a:lnTo>
                  <a:lnTo>
                    <a:pt x="79679" y="160020"/>
                  </a:lnTo>
                  <a:lnTo>
                    <a:pt x="135229" y="160020"/>
                  </a:lnTo>
                  <a:lnTo>
                    <a:pt x="135229" y="158750"/>
                  </a:lnTo>
                  <a:lnTo>
                    <a:pt x="136791" y="158750"/>
                  </a:lnTo>
                  <a:lnTo>
                    <a:pt x="136791" y="1270"/>
                  </a:lnTo>
                  <a:close/>
                </a:path>
                <a:path w="840739" h="160019">
                  <a:moveTo>
                    <a:pt x="214985" y="1270"/>
                  </a:moveTo>
                  <a:lnTo>
                    <a:pt x="213525" y="1270"/>
                  </a:lnTo>
                  <a:lnTo>
                    <a:pt x="213525" y="0"/>
                  </a:lnTo>
                  <a:lnTo>
                    <a:pt x="157924" y="0"/>
                  </a:lnTo>
                  <a:lnTo>
                    <a:pt x="157924" y="1270"/>
                  </a:lnTo>
                  <a:lnTo>
                    <a:pt x="156400" y="1270"/>
                  </a:lnTo>
                  <a:lnTo>
                    <a:pt x="156400" y="158750"/>
                  </a:lnTo>
                  <a:lnTo>
                    <a:pt x="157949" y="158750"/>
                  </a:lnTo>
                  <a:lnTo>
                    <a:pt x="157949" y="160020"/>
                  </a:lnTo>
                  <a:lnTo>
                    <a:pt x="213499" y="160020"/>
                  </a:lnTo>
                  <a:lnTo>
                    <a:pt x="213499" y="158750"/>
                  </a:lnTo>
                  <a:lnTo>
                    <a:pt x="214985" y="158750"/>
                  </a:lnTo>
                  <a:lnTo>
                    <a:pt x="214985" y="1270"/>
                  </a:lnTo>
                  <a:close/>
                </a:path>
                <a:path w="840739" h="160019">
                  <a:moveTo>
                    <a:pt x="293179" y="1270"/>
                  </a:moveTo>
                  <a:lnTo>
                    <a:pt x="291630" y="1270"/>
                  </a:lnTo>
                  <a:lnTo>
                    <a:pt x="291630" y="0"/>
                  </a:lnTo>
                  <a:lnTo>
                    <a:pt x="236143" y="0"/>
                  </a:lnTo>
                  <a:lnTo>
                    <a:pt x="236143" y="1270"/>
                  </a:lnTo>
                  <a:lnTo>
                    <a:pt x="234581" y="1270"/>
                  </a:lnTo>
                  <a:lnTo>
                    <a:pt x="234581" y="158750"/>
                  </a:lnTo>
                  <a:lnTo>
                    <a:pt x="236156" y="158750"/>
                  </a:lnTo>
                  <a:lnTo>
                    <a:pt x="236156" y="160020"/>
                  </a:lnTo>
                  <a:lnTo>
                    <a:pt x="291617" y="160020"/>
                  </a:lnTo>
                  <a:lnTo>
                    <a:pt x="291617" y="158750"/>
                  </a:lnTo>
                  <a:lnTo>
                    <a:pt x="293179" y="158750"/>
                  </a:lnTo>
                  <a:lnTo>
                    <a:pt x="293179" y="1270"/>
                  </a:lnTo>
                  <a:close/>
                </a:path>
                <a:path w="840739" h="160019">
                  <a:moveTo>
                    <a:pt x="371373" y="1270"/>
                  </a:moveTo>
                  <a:lnTo>
                    <a:pt x="369836" y="1270"/>
                  </a:lnTo>
                  <a:lnTo>
                    <a:pt x="369836" y="0"/>
                  </a:lnTo>
                  <a:lnTo>
                    <a:pt x="314312" y="0"/>
                  </a:lnTo>
                  <a:lnTo>
                    <a:pt x="314312" y="1270"/>
                  </a:lnTo>
                  <a:lnTo>
                    <a:pt x="312788" y="1270"/>
                  </a:lnTo>
                  <a:lnTo>
                    <a:pt x="312788" y="158750"/>
                  </a:lnTo>
                  <a:lnTo>
                    <a:pt x="314426" y="158750"/>
                  </a:lnTo>
                  <a:lnTo>
                    <a:pt x="314426" y="160020"/>
                  </a:lnTo>
                  <a:lnTo>
                    <a:pt x="369722" y="160020"/>
                  </a:lnTo>
                  <a:lnTo>
                    <a:pt x="369722" y="158750"/>
                  </a:lnTo>
                  <a:lnTo>
                    <a:pt x="371373" y="158750"/>
                  </a:lnTo>
                  <a:lnTo>
                    <a:pt x="371373" y="1270"/>
                  </a:lnTo>
                  <a:close/>
                </a:path>
                <a:path w="840739" h="160019">
                  <a:moveTo>
                    <a:pt x="449567" y="1270"/>
                  </a:moveTo>
                  <a:lnTo>
                    <a:pt x="448017" y="1270"/>
                  </a:lnTo>
                  <a:lnTo>
                    <a:pt x="448017" y="0"/>
                  </a:lnTo>
                  <a:lnTo>
                    <a:pt x="392531" y="0"/>
                  </a:lnTo>
                  <a:lnTo>
                    <a:pt x="392531" y="1270"/>
                  </a:lnTo>
                  <a:lnTo>
                    <a:pt x="390969" y="1270"/>
                  </a:lnTo>
                  <a:lnTo>
                    <a:pt x="390969" y="158750"/>
                  </a:lnTo>
                  <a:lnTo>
                    <a:pt x="392531" y="158750"/>
                  </a:lnTo>
                  <a:lnTo>
                    <a:pt x="392531" y="160020"/>
                  </a:lnTo>
                  <a:lnTo>
                    <a:pt x="448005" y="160020"/>
                  </a:lnTo>
                  <a:lnTo>
                    <a:pt x="448005" y="158750"/>
                  </a:lnTo>
                  <a:lnTo>
                    <a:pt x="449567" y="158750"/>
                  </a:lnTo>
                  <a:lnTo>
                    <a:pt x="449567" y="1270"/>
                  </a:lnTo>
                  <a:close/>
                </a:path>
                <a:path w="840739" h="160019">
                  <a:moveTo>
                    <a:pt x="527761" y="1270"/>
                  </a:moveTo>
                  <a:lnTo>
                    <a:pt x="526224" y="1270"/>
                  </a:lnTo>
                  <a:lnTo>
                    <a:pt x="526224" y="0"/>
                  </a:lnTo>
                  <a:lnTo>
                    <a:pt x="470623" y="0"/>
                  </a:lnTo>
                  <a:lnTo>
                    <a:pt x="470623" y="1270"/>
                  </a:lnTo>
                  <a:lnTo>
                    <a:pt x="469176" y="1270"/>
                  </a:lnTo>
                  <a:lnTo>
                    <a:pt x="469176" y="158750"/>
                  </a:lnTo>
                  <a:lnTo>
                    <a:pt x="470649" y="158750"/>
                  </a:lnTo>
                  <a:lnTo>
                    <a:pt x="470649" y="160020"/>
                  </a:lnTo>
                  <a:lnTo>
                    <a:pt x="526199" y="160020"/>
                  </a:lnTo>
                  <a:lnTo>
                    <a:pt x="526199" y="158750"/>
                  </a:lnTo>
                  <a:lnTo>
                    <a:pt x="527761" y="158750"/>
                  </a:lnTo>
                  <a:lnTo>
                    <a:pt x="527761" y="1270"/>
                  </a:lnTo>
                  <a:close/>
                </a:path>
                <a:path w="840739" h="160019">
                  <a:moveTo>
                    <a:pt x="605955" y="1270"/>
                  </a:moveTo>
                  <a:lnTo>
                    <a:pt x="604481" y="1270"/>
                  </a:lnTo>
                  <a:lnTo>
                    <a:pt x="604481" y="0"/>
                  </a:lnTo>
                  <a:lnTo>
                    <a:pt x="548919" y="0"/>
                  </a:lnTo>
                  <a:lnTo>
                    <a:pt x="548919" y="1270"/>
                  </a:lnTo>
                  <a:lnTo>
                    <a:pt x="547370" y="1270"/>
                  </a:lnTo>
                  <a:lnTo>
                    <a:pt x="547370" y="158750"/>
                  </a:lnTo>
                  <a:lnTo>
                    <a:pt x="548919" y="158750"/>
                  </a:lnTo>
                  <a:lnTo>
                    <a:pt x="548919" y="160020"/>
                  </a:lnTo>
                  <a:lnTo>
                    <a:pt x="604469" y="160020"/>
                  </a:lnTo>
                  <a:lnTo>
                    <a:pt x="604469" y="158750"/>
                  </a:lnTo>
                  <a:lnTo>
                    <a:pt x="605955" y="158750"/>
                  </a:lnTo>
                  <a:lnTo>
                    <a:pt x="605955" y="1270"/>
                  </a:lnTo>
                  <a:close/>
                </a:path>
                <a:path w="840739" h="160019">
                  <a:moveTo>
                    <a:pt x="684149" y="1270"/>
                  </a:moveTo>
                  <a:lnTo>
                    <a:pt x="682612" y="1270"/>
                  </a:lnTo>
                  <a:lnTo>
                    <a:pt x="682612" y="0"/>
                  </a:lnTo>
                  <a:lnTo>
                    <a:pt x="627087" y="0"/>
                  </a:lnTo>
                  <a:lnTo>
                    <a:pt x="627087" y="1270"/>
                  </a:lnTo>
                  <a:lnTo>
                    <a:pt x="625563" y="1270"/>
                  </a:lnTo>
                  <a:lnTo>
                    <a:pt x="625563" y="158750"/>
                  </a:lnTo>
                  <a:lnTo>
                    <a:pt x="627202" y="158750"/>
                  </a:lnTo>
                  <a:lnTo>
                    <a:pt x="627202" y="160020"/>
                  </a:lnTo>
                  <a:lnTo>
                    <a:pt x="682510" y="160020"/>
                  </a:lnTo>
                  <a:lnTo>
                    <a:pt x="682510" y="158750"/>
                  </a:lnTo>
                  <a:lnTo>
                    <a:pt x="684149" y="158750"/>
                  </a:lnTo>
                  <a:lnTo>
                    <a:pt x="684149" y="1270"/>
                  </a:lnTo>
                  <a:close/>
                </a:path>
                <a:path w="840739" h="160019">
                  <a:moveTo>
                    <a:pt x="762342" y="1270"/>
                  </a:moveTo>
                  <a:lnTo>
                    <a:pt x="760793" y="1270"/>
                  </a:lnTo>
                  <a:lnTo>
                    <a:pt x="760793" y="0"/>
                  </a:lnTo>
                  <a:lnTo>
                    <a:pt x="705307" y="0"/>
                  </a:lnTo>
                  <a:lnTo>
                    <a:pt x="705307" y="1270"/>
                  </a:lnTo>
                  <a:lnTo>
                    <a:pt x="703757" y="1270"/>
                  </a:lnTo>
                  <a:lnTo>
                    <a:pt x="703757" y="158750"/>
                  </a:lnTo>
                  <a:lnTo>
                    <a:pt x="705319" y="158750"/>
                  </a:lnTo>
                  <a:lnTo>
                    <a:pt x="705319" y="160020"/>
                  </a:lnTo>
                  <a:lnTo>
                    <a:pt x="760780" y="160020"/>
                  </a:lnTo>
                  <a:lnTo>
                    <a:pt x="760780" y="158750"/>
                  </a:lnTo>
                  <a:lnTo>
                    <a:pt x="762342" y="158750"/>
                  </a:lnTo>
                  <a:lnTo>
                    <a:pt x="762342" y="1270"/>
                  </a:lnTo>
                  <a:close/>
                </a:path>
                <a:path w="840739" h="160019">
                  <a:moveTo>
                    <a:pt x="840536" y="1270"/>
                  </a:moveTo>
                  <a:lnTo>
                    <a:pt x="839000" y="1270"/>
                  </a:lnTo>
                  <a:lnTo>
                    <a:pt x="839000" y="0"/>
                  </a:lnTo>
                  <a:lnTo>
                    <a:pt x="783475" y="0"/>
                  </a:lnTo>
                  <a:lnTo>
                    <a:pt x="783475" y="1270"/>
                  </a:lnTo>
                  <a:lnTo>
                    <a:pt x="781951" y="1270"/>
                  </a:lnTo>
                  <a:lnTo>
                    <a:pt x="781951" y="158750"/>
                  </a:lnTo>
                  <a:lnTo>
                    <a:pt x="783590" y="158750"/>
                  </a:lnTo>
                  <a:lnTo>
                    <a:pt x="783590" y="160020"/>
                  </a:lnTo>
                  <a:lnTo>
                    <a:pt x="838898" y="160020"/>
                  </a:lnTo>
                  <a:lnTo>
                    <a:pt x="838898" y="158750"/>
                  </a:lnTo>
                  <a:lnTo>
                    <a:pt x="840536" y="158750"/>
                  </a:lnTo>
                  <a:lnTo>
                    <a:pt x="840536" y="1270"/>
                  </a:lnTo>
                  <a:close/>
                </a:path>
              </a:pathLst>
            </a:custGeom>
            <a:solidFill>
              <a:srgbClr val="859E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461943" y="2446019"/>
              <a:ext cx="528320" cy="160020"/>
            </a:xfrm>
            <a:custGeom>
              <a:avLst/>
              <a:gdLst/>
              <a:ahLst/>
              <a:cxnLst/>
              <a:rect l="l" t="t" r="r" b="b"/>
              <a:pathLst>
                <a:path w="528320" h="160019">
                  <a:moveTo>
                    <a:pt x="58585" y="1270"/>
                  </a:moveTo>
                  <a:lnTo>
                    <a:pt x="57035" y="1270"/>
                  </a:lnTo>
                  <a:lnTo>
                    <a:pt x="57035" y="0"/>
                  </a:lnTo>
                  <a:lnTo>
                    <a:pt x="1473" y="0"/>
                  </a:lnTo>
                  <a:lnTo>
                    <a:pt x="1473" y="1270"/>
                  </a:lnTo>
                  <a:lnTo>
                    <a:pt x="0" y="1270"/>
                  </a:lnTo>
                  <a:lnTo>
                    <a:pt x="0" y="158750"/>
                  </a:lnTo>
                  <a:lnTo>
                    <a:pt x="1473" y="158750"/>
                  </a:lnTo>
                  <a:lnTo>
                    <a:pt x="1473" y="160020"/>
                  </a:lnTo>
                  <a:lnTo>
                    <a:pt x="57023" y="160020"/>
                  </a:lnTo>
                  <a:lnTo>
                    <a:pt x="57023" y="158750"/>
                  </a:lnTo>
                  <a:lnTo>
                    <a:pt x="58585" y="158750"/>
                  </a:lnTo>
                  <a:lnTo>
                    <a:pt x="58585" y="1270"/>
                  </a:lnTo>
                  <a:close/>
                </a:path>
                <a:path w="528320" h="160019">
                  <a:moveTo>
                    <a:pt x="136779" y="1270"/>
                  </a:moveTo>
                  <a:lnTo>
                    <a:pt x="135242" y="1270"/>
                  </a:lnTo>
                  <a:lnTo>
                    <a:pt x="135242" y="0"/>
                  </a:lnTo>
                  <a:lnTo>
                    <a:pt x="79641" y="0"/>
                  </a:lnTo>
                  <a:lnTo>
                    <a:pt x="79641" y="1270"/>
                  </a:lnTo>
                  <a:lnTo>
                    <a:pt x="78193" y="1270"/>
                  </a:lnTo>
                  <a:lnTo>
                    <a:pt x="78193" y="158750"/>
                  </a:lnTo>
                  <a:lnTo>
                    <a:pt x="79679" y="158750"/>
                  </a:lnTo>
                  <a:lnTo>
                    <a:pt x="79679" y="160020"/>
                  </a:lnTo>
                  <a:lnTo>
                    <a:pt x="135216" y="160020"/>
                  </a:lnTo>
                  <a:lnTo>
                    <a:pt x="135216" y="158750"/>
                  </a:lnTo>
                  <a:lnTo>
                    <a:pt x="136779" y="158750"/>
                  </a:lnTo>
                  <a:lnTo>
                    <a:pt x="136779" y="1270"/>
                  </a:lnTo>
                  <a:close/>
                </a:path>
                <a:path w="528320" h="160019">
                  <a:moveTo>
                    <a:pt x="214960" y="1270"/>
                  </a:moveTo>
                  <a:lnTo>
                    <a:pt x="213410" y="1270"/>
                  </a:lnTo>
                  <a:lnTo>
                    <a:pt x="213410" y="0"/>
                  </a:lnTo>
                  <a:lnTo>
                    <a:pt x="157924" y="0"/>
                  </a:lnTo>
                  <a:lnTo>
                    <a:pt x="157924" y="1270"/>
                  </a:lnTo>
                  <a:lnTo>
                    <a:pt x="156375" y="1270"/>
                  </a:lnTo>
                  <a:lnTo>
                    <a:pt x="156375" y="158750"/>
                  </a:lnTo>
                  <a:lnTo>
                    <a:pt x="157937" y="158750"/>
                  </a:lnTo>
                  <a:lnTo>
                    <a:pt x="157937" y="160020"/>
                  </a:lnTo>
                  <a:lnTo>
                    <a:pt x="213410" y="160020"/>
                  </a:lnTo>
                  <a:lnTo>
                    <a:pt x="213410" y="158750"/>
                  </a:lnTo>
                  <a:lnTo>
                    <a:pt x="214960" y="158750"/>
                  </a:lnTo>
                  <a:lnTo>
                    <a:pt x="214960" y="1270"/>
                  </a:lnTo>
                  <a:close/>
                </a:path>
                <a:path w="528320" h="160019">
                  <a:moveTo>
                    <a:pt x="293166" y="1270"/>
                  </a:moveTo>
                  <a:lnTo>
                    <a:pt x="291630" y="1270"/>
                  </a:lnTo>
                  <a:lnTo>
                    <a:pt x="291630" y="0"/>
                  </a:lnTo>
                  <a:lnTo>
                    <a:pt x="236105" y="0"/>
                  </a:lnTo>
                  <a:lnTo>
                    <a:pt x="236105" y="1270"/>
                  </a:lnTo>
                  <a:lnTo>
                    <a:pt x="234569" y="1270"/>
                  </a:lnTo>
                  <a:lnTo>
                    <a:pt x="234569" y="158750"/>
                  </a:lnTo>
                  <a:lnTo>
                    <a:pt x="236131" y="158750"/>
                  </a:lnTo>
                  <a:lnTo>
                    <a:pt x="236131" y="160020"/>
                  </a:lnTo>
                  <a:lnTo>
                    <a:pt x="291604" y="160020"/>
                  </a:lnTo>
                  <a:lnTo>
                    <a:pt x="291604" y="158750"/>
                  </a:lnTo>
                  <a:lnTo>
                    <a:pt x="293166" y="158750"/>
                  </a:lnTo>
                  <a:lnTo>
                    <a:pt x="293166" y="1270"/>
                  </a:lnTo>
                  <a:close/>
                </a:path>
                <a:path w="528320" h="160019">
                  <a:moveTo>
                    <a:pt x="371360" y="1270"/>
                  </a:moveTo>
                  <a:lnTo>
                    <a:pt x="369798" y="1270"/>
                  </a:lnTo>
                  <a:lnTo>
                    <a:pt x="369798" y="0"/>
                  </a:lnTo>
                  <a:lnTo>
                    <a:pt x="314312" y="0"/>
                  </a:lnTo>
                  <a:lnTo>
                    <a:pt x="314312" y="1270"/>
                  </a:lnTo>
                  <a:lnTo>
                    <a:pt x="312775" y="1270"/>
                  </a:lnTo>
                  <a:lnTo>
                    <a:pt x="312775" y="158750"/>
                  </a:lnTo>
                  <a:lnTo>
                    <a:pt x="314325" y="158750"/>
                  </a:lnTo>
                  <a:lnTo>
                    <a:pt x="314325" y="160020"/>
                  </a:lnTo>
                  <a:lnTo>
                    <a:pt x="369798" y="160020"/>
                  </a:lnTo>
                  <a:lnTo>
                    <a:pt x="369798" y="158750"/>
                  </a:lnTo>
                  <a:lnTo>
                    <a:pt x="371360" y="158750"/>
                  </a:lnTo>
                  <a:lnTo>
                    <a:pt x="371360" y="1270"/>
                  </a:lnTo>
                  <a:close/>
                </a:path>
                <a:path w="528320" h="160019">
                  <a:moveTo>
                    <a:pt x="449554" y="1270"/>
                  </a:moveTo>
                  <a:lnTo>
                    <a:pt x="448017" y="1270"/>
                  </a:lnTo>
                  <a:lnTo>
                    <a:pt x="448017" y="0"/>
                  </a:lnTo>
                  <a:lnTo>
                    <a:pt x="392493" y="0"/>
                  </a:lnTo>
                  <a:lnTo>
                    <a:pt x="392493" y="1270"/>
                  </a:lnTo>
                  <a:lnTo>
                    <a:pt x="390956" y="1270"/>
                  </a:lnTo>
                  <a:lnTo>
                    <a:pt x="390956" y="158750"/>
                  </a:lnTo>
                  <a:lnTo>
                    <a:pt x="392607" y="158750"/>
                  </a:lnTo>
                  <a:lnTo>
                    <a:pt x="392607" y="160020"/>
                  </a:lnTo>
                  <a:lnTo>
                    <a:pt x="447903" y="160020"/>
                  </a:lnTo>
                  <a:lnTo>
                    <a:pt x="447903" y="158750"/>
                  </a:lnTo>
                  <a:lnTo>
                    <a:pt x="449554" y="158750"/>
                  </a:lnTo>
                  <a:lnTo>
                    <a:pt x="449554" y="1270"/>
                  </a:lnTo>
                  <a:close/>
                </a:path>
                <a:path w="528320" h="160019">
                  <a:moveTo>
                    <a:pt x="527748" y="1270"/>
                  </a:moveTo>
                  <a:lnTo>
                    <a:pt x="526199" y="1270"/>
                  </a:lnTo>
                  <a:lnTo>
                    <a:pt x="526199" y="0"/>
                  </a:lnTo>
                  <a:lnTo>
                    <a:pt x="470623" y="0"/>
                  </a:lnTo>
                  <a:lnTo>
                    <a:pt x="470623" y="1270"/>
                  </a:lnTo>
                  <a:lnTo>
                    <a:pt x="469150" y="1270"/>
                  </a:lnTo>
                  <a:lnTo>
                    <a:pt x="469150" y="158750"/>
                  </a:lnTo>
                  <a:lnTo>
                    <a:pt x="470636" y="158750"/>
                  </a:lnTo>
                  <a:lnTo>
                    <a:pt x="470636" y="160020"/>
                  </a:lnTo>
                  <a:lnTo>
                    <a:pt x="526186" y="160020"/>
                  </a:lnTo>
                  <a:lnTo>
                    <a:pt x="526186" y="158750"/>
                  </a:lnTo>
                  <a:lnTo>
                    <a:pt x="527748" y="158750"/>
                  </a:lnTo>
                  <a:lnTo>
                    <a:pt x="527748" y="1270"/>
                  </a:lnTo>
                  <a:close/>
                </a:path>
              </a:pathLst>
            </a:custGeom>
            <a:solidFill>
              <a:srgbClr val="CFD8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/>
          <p:nvPr/>
        </p:nvSpPr>
        <p:spPr>
          <a:xfrm>
            <a:off x="7746692" y="2218088"/>
            <a:ext cx="348615" cy="328930"/>
          </a:xfrm>
          <a:custGeom>
            <a:avLst/>
            <a:gdLst/>
            <a:ahLst/>
            <a:cxnLst/>
            <a:rect l="l" t="t" r="r" b="b"/>
            <a:pathLst>
              <a:path w="348615" h="328930">
                <a:moveTo>
                  <a:pt x="348122" y="328497"/>
                </a:moveTo>
                <a:lnTo>
                  <a:pt x="0" y="328497"/>
                </a:lnTo>
                <a:lnTo>
                  <a:pt x="174093" y="0"/>
                </a:lnTo>
                <a:lnTo>
                  <a:pt x="348122" y="328497"/>
                </a:lnTo>
                <a:close/>
              </a:path>
            </a:pathLst>
          </a:custGeom>
          <a:solidFill>
            <a:srgbClr val="667E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1" name="object 1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07099" y="2671133"/>
            <a:ext cx="103130" cy="103103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50527" y="2671133"/>
            <a:ext cx="103129" cy="103103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7435" y="2671133"/>
            <a:ext cx="103129" cy="103103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30867" y="2671133"/>
            <a:ext cx="103130" cy="103103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74291" y="2671133"/>
            <a:ext cx="103129" cy="103103"/>
          </a:xfrm>
          <a:prstGeom prst="rect">
            <a:avLst/>
          </a:prstGeom>
        </p:spPr>
      </p:pic>
      <p:pic>
        <p:nvPicPr>
          <p:cNvPr id="159" name="object 15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717" y="2671133"/>
            <a:ext cx="103129" cy="103103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61152" y="2671133"/>
            <a:ext cx="103130" cy="103103"/>
          </a:xfrm>
          <a:prstGeom prst="rect">
            <a:avLst/>
          </a:prstGeom>
        </p:spPr>
      </p:pic>
      <p:pic>
        <p:nvPicPr>
          <p:cNvPr id="132" name="object 1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07099" y="2891693"/>
            <a:ext cx="103130" cy="103130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50527" y="2891693"/>
            <a:ext cx="103129" cy="103130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7435" y="2891693"/>
            <a:ext cx="103129" cy="103130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30867" y="2891693"/>
            <a:ext cx="103130" cy="103130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74291" y="2891693"/>
            <a:ext cx="103129" cy="103130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717" y="2891693"/>
            <a:ext cx="103129" cy="103130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61152" y="2891693"/>
            <a:ext cx="103130" cy="103130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7571" y="3102736"/>
            <a:ext cx="122168" cy="122178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50527" y="3112264"/>
            <a:ext cx="103113" cy="103123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7435" y="3112264"/>
            <a:ext cx="103113" cy="103123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30867" y="3112264"/>
            <a:ext cx="103113" cy="103123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74291" y="3112264"/>
            <a:ext cx="103113" cy="103123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717" y="3112264"/>
            <a:ext cx="103113" cy="103123"/>
          </a:xfrm>
          <a:prstGeom prst="rect">
            <a:avLst/>
          </a:prstGeom>
        </p:spPr>
      </p:pic>
      <p:pic>
        <p:nvPicPr>
          <p:cNvPr id="168" name="object 16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61152" y="3112264"/>
            <a:ext cx="103113" cy="103123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7571" y="3323317"/>
            <a:ext cx="122168" cy="122168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50527" y="3332844"/>
            <a:ext cx="103113" cy="103113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87435" y="3332844"/>
            <a:ext cx="103113" cy="103113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98525" y="3275565"/>
            <a:ext cx="203268" cy="177861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1793" y="3275565"/>
            <a:ext cx="203268" cy="177861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05065" y="3275565"/>
            <a:ext cx="203268" cy="177861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91338" y="3275565"/>
            <a:ext cx="203268" cy="177861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86113" y="3275565"/>
            <a:ext cx="203268" cy="177861"/>
          </a:xfrm>
          <a:prstGeom prst="rect">
            <a:avLst/>
          </a:prstGeom>
        </p:spPr>
      </p:pic>
      <p:sp>
        <p:nvSpPr>
          <p:cNvPr id="182" name="object 182"/>
          <p:cNvSpPr/>
          <p:nvPr/>
        </p:nvSpPr>
        <p:spPr>
          <a:xfrm>
            <a:off x="8179488" y="3306820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29" h="6350">
                <a:moveTo>
                  <a:pt x="0" y="6221"/>
                </a:moveTo>
                <a:lnTo>
                  <a:pt x="8669" y="3526"/>
                </a:lnTo>
                <a:lnTo>
                  <a:pt x="17437" y="1579"/>
                </a:lnTo>
                <a:lnTo>
                  <a:pt x="26303" y="397"/>
                </a:lnTo>
                <a:lnTo>
                  <a:pt x="35263" y="0"/>
                </a:lnTo>
                <a:lnTo>
                  <a:pt x="36226" y="0"/>
                </a:lnTo>
                <a:lnTo>
                  <a:pt x="0" y="6221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5" name="object 17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30867" y="3332844"/>
            <a:ext cx="103113" cy="103113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64763" y="3323317"/>
            <a:ext cx="122168" cy="122168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17717" y="3332844"/>
            <a:ext cx="103113" cy="103113"/>
          </a:xfrm>
          <a:prstGeom prst="rect">
            <a:avLst/>
          </a:prstGeom>
        </p:spPr>
      </p:pic>
      <p:pic>
        <p:nvPicPr>
          <p:cNvPr id="169" name="object 1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261152" y="3332844"/>
            <a:ext cx="103113" cy="103113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7571" y="3543887"/>
            <a:ext cx="122168" cy="122160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41000" y="3543887"/>
            <a:ext cx="122168" cy="122160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7435" y="3553415"/>
            <a:ext cx="103113" cy="103105"/>
          </a:xfrm>
          <a:prstGeom prst="rect">
            <a:avLst/>
          </a:prstGeom>
        </p:spPr>
      </p:pic>
      <p:pic>
        <p:nvPicPr>
          <p:cNvPr id="178" name="object 17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30867" y="3553415"/>
            <a:ext cx="103113" cy="103105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64763" y="3543887"/>
            <a:ext cx="122168" cy="122160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717" y="3553415"/>
            <a:ext cx="103113" cy="103105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61152" y="3553415"/>
            <a:ext cx="103113" cy="103105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09687" y="3572097"/>
            <a:ext cx="205619" cy="195509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00753" y="3572097"/>
            <a:ext cx="205616" cy="195509"/>
          </a:xfrm>
          <a:prstGeom prst="rect">
            <a:avLst/>
          </a:prstGeom>
        </p:spPr>
      </p:pic>
      <p:pic>
        <p:nvPicPr>
          <p:cNvPr id="116" name="object 1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1816" y="3572097"/>
            <a:ext cx="205619" cy="195509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82882" y="3572097"/>
            <a:ext cx="205616" cy="195509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73945" y="3572097"/>
            <a:ext cx="205619" cy="195509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163373" y="3648849"/>
            <a:ext cx="112643" cy="186579"/>
          </a:xfrm>
          <a:prstGeom prst="rect">
            <a:avLst/>
          </a:prstGeom>
        </p:spPr>
      </p:pic>
      <p:pic>
        <p:nvPicPr>
          <p:cNvPr id="136" name="object 13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7571" y="3764451"/>
            <a:ext cx="122168" cy="122175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41000" y="3764451"/>
            <a:ext cx="122168" cy="122175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77908" y="3764451"/>
            <a:ext cx="122168" cy="122175"/>
          </a:xfrm>
          <a:prstGeom prst="rect">
            <a:avLst/>
          </a:prstGeom>
        </p:spPr>
      </p:pic>
      <p:pic>
        <p:nvPicPr>
          <p:cNvPr id="177" name="object 17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30867" y="3773978"/>
            <a:ext cx="103113" cy="103120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764763" y="3764451"/>
            <a:ext cx="122168" cy="122175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17717" y="3773978"/>
            <a:ext cx="103113" cy="103120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251625" y="3764451"/>
            <a:ext cx="122168" cy="122175"/>
          </a:xfrm>
          <a:prstGeom prst="rect">
            <a:avLst/>
          </a:prstGeom>
        </p:spPr>
      </p:pic>
      <p:sp>
        <p:nvSpPr>
          <p:cNvPr id="180" name="object 180"/>
          <p:cNvSpPr/>
          <p:nvPr/>
        </p:nvSpPr>
        <p:spPr>
          <a:xfrm>
            <a:off x="6536659" y="3580487"/>
            <a:ext cx="169545" cy="324485"/>
          </a:xfrm>
          <a:custGeom>
            <a:avLst/>
            <a:gdLst/>
            <a:ahLst/>
            <a:cxnLst/>
            <a:rect l="l" t="t" r="r" b="b"/>
            <a:pathLst>
              <a:path w="169545" h="324485">
                <a:moveTo>
                  <a:pt x="84476" y="324169"/>
                </a:moveTo>
                <a:lnTo>
                  <a:pt x="51604" y="311429"/>
                </a:lnTo>
                <a:lnTo>
                  <a:pt x="24751" y="276688"/>
                </a:lnTo>
                <a:lnTo>
                  <a:pt x="6641" y="225161"/>
                </a:lnTo>
                <a:lnTo>
                  <a:pt x="0" y="162065"/>
                </a:lnTo>
                <a:lnTo>
                  <a:pt x="6641" y="98991"/>
                </a:lnTo>
                <a:lnTo>
                  <a:pt x="24751" y="47476"/>
                </a:lnTo>
                <a:lnTo>
                  <a:pt x="51604" y="12738"/>
                </a:lnTo>
                <a:lnTo>
                  <a:pt x="84476" y="0"/>
                </a:lnTo>
                <a:lnTo>
                  <a:pt x="117368" y="12738"/>
                </a:lnTo>
                <a:lnTo>
                  <a:pt x="144219" y="47476"/>
                </a:lnTo>
                <a:lnTo>
                  <a:pt x="162317" y="98991"/>
                </a:lnTo>
                <a:lnTo>
                  <a:pt x="168952" y="162065"/>
                </a:lnTo>
                <a:lnTo>
                  <a:pt x="162317" y="225161"/>
                </a:lnTo>
                <a:lnTo>
                  <a:pt x="144219" y="276688"/>
                </a:lnTo>
                <a:lnTo>
                  <a:pt x="117368" y="311429"/>
                </a:lnTo>
                <a:lnTo>
                  <a:pt x="84476" y="324169"/>
                </a:lnTo>
                <a:close/>
              </a:path>
            </a:pathLst>
          </a:custGeom>
          <a:solidFill>
            <a:srgbClr val="A5B6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7" name="object 1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7571" y="3985029"/>
            <a:ext cx="122168" cy="122168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41000" y="3985029"/>
            <a:ext cx="122168" cy="122168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77908" y="3985029"/>
            <a:ext cx="122168" cy="122168"/>
          </a:xfrm>
          <a:prstGeom prst="rect">
            <a:avLst/>
          </a:prstGeom>
        </p:spPr>
      </p:pic>
      <p:pic>
        <p:nvPicPr>
          <p:cNvPr id="179" name="object 17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30867" y="3994556"/>
            <a:ext cx="103113" cy="103113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64763" y="3985029"/>
            <a:ext cx="122168" cy="122168"/>
          </a:xfrm>
          <a:prstGeom prst="rect">
            <a:avLst/>
          </a:prstGeom>
        </p:spPr>
      </p:pic>
      <p:pic>
        <p:nvPicPr>
          <p:cNvPr id="165" name="object 16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008190" y="3985029"/>
            <a:ext cx="122168" cy="122168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51625" y="3985029"/>
            <a:ext cx="122168" cy="122168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47194" y="3886276"/>
            <a:ext cx="118589" cy="294146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921828" y="3886276"/>
            <a:ext cx="118589" cy="294146"/>
          </a:xfrm>
          <a:prstGeom prst="rect">
            <a:avLst/>
          </a:prstGeom>
        </p:spPr>
      </p:pic>
      <p:sp>
        <p:nvSpPr>
          <p:cNvPr id="181" name="object 181"/>
          <p:cNvSpPr/>
          <p:nvPr/>
        </p:nvSpPr>
        <p:spPr>
          <a:xfrm>
            <a:off x="8179488" y="4171531"/>
            <a:ext cx="36830" cy="6350"/>
          </a:xfrm>
          <a:custGeom>
            <a:avLst/>
            <a:gdLst/>
            <a:ahLst/>
            <a:cxnLst/>
            <a:rect l="l" t="t" r="r" b="b"/>
            <a:pathLst>
              <a:path w="36829" h="6350">
                <a:moveTo>
                  <a:pt x="36266" y="6186"/>
                </a:moveTo>
                <a:lnTo>
                  <a:pt x="35263" y="6186"/>
                </a:lnTo>
                <a:lnTo>
                  <a:pt x="26297" y="5795"/>
                </a:lnTo>
                <a:lnTo>
                  <a:pt x="17422" y="4629"/>
                </a:lnTo>
                <a:lnTo>
                  <a:pt x="8652" y="2694"/>
                </a:lnTo>
                <a:lnTo>
                  <a:pt x="0" y="0"/>
                </a:lnTo>
                <a:lnTo>
                  <a:pt x="36266" y="6186"/>
                </a:lnTo>
                <a:close/>
              </a:path>
            </a:pathLst>
          </a:custGeom>
          <a:solidFill>
            <a:srgbClr val="CFD8D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1062" y="2123075"/>
            <a:ext cx="2241873" cy="897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Invention in Canada Thesis by Slidesgo</dc:title>
  <dcterms:created xsi:type="dcterms:W3CDTF">2026-09-24T18:07:45Z</dcterms:created>
  <dcterms:modified xsi:type="dcterms:W3CDTF">2026-09-24T18:07:45Z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2026-09-24T00:00:00Z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2026-09-24T00:00:00Z</vt:filetime>
  </property>
</Properties>
</file>