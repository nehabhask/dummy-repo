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63" r:id="rId13"/>
    <p:sldId id="264" r:id="rId14"/>
    <p:sldId id="271" r:id="rId21"/>
    <p:sldId id="266" r:id="rId16"/>
    <p:sldId id="262" r:id="rId12"/>
    <p:sldId id="275" r:id="rId25"/>
    <p:sldId id="277" r:id="rId27"/>
    <p:sldId id="278" r:id="rId2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21" Type="http://schemas.openxmlformats.org/officeDocument/2006/relationships/slide" Target="slides/slide16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60193" y="1349233"/>
            <a:ext cx="3364229" cy="1838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401859" y="1145866"/>
            <a:ext cx="2481579" cy="335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227456" y="1145866"/>
            <a:ext cx="2546984" cy="335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E3E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5549" y="445384"/>
            <a:ext cx="71529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8412" y="1387287"/>
            <a:ext cx="7605395" cy="305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3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12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3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Relationship Id="rId9" Type="http://schemas.openxmlformats.org/officeDocument/2006/relationships/image" Target="../media/image133.png"/><Relationship Id="rId10" Type="http://schemas.openxmlformats.org/officeDocument/2006/relationships/image" Target="../media/image134.png"/><Relationship Id="rId11" Type="http://schemas.openxmlformats.org/officeDocument/2006/relationships/image" Target="../media/image135.png"/><Relationship Id="rId12" Type="http://schemas.openxmlformats.org/officeDocument/2006/relationships/image" Target="../media/image136.png"/><Relationship Id="rId13" Type="http://schemas.openxmlformats.org/officeDocument/2006/relationships/image" Target="../media/image137.png"/><Relationship Id="rId14" Type="http://schemas.openxmlformats.org/officeDocument/2006/relationships/hyperlink" Target="https://www.google.com/url?q=http%3A//bit.ly/2Tynxth&amp;sa=D&amp;source=editors&amp;ust=1790272874162347&amp;usg=AOvVaw1hKV-3s_1c2VvLSrqu8YvE" TargetMode="External"/><Relationship Id="rId15" Type="http://schemas.openxmlformats.org/officeDocument/2006/relationships/hyperlink" Target="https://www.google.com/url?q=http%3A//bit.ly/2TyoMsr&amp;sa=D&amp;source=editors&amp;ust=1790272874162433&amp;usg=AOvVaw0xsx7IpPGg0VBjdqbjV7qG" TargetMode="External"/><Relationship Id="rId16" Type="http://schemas.openxmlformats.org/officeDocument/2006/relationships/hyperlink" Target="https://www.google.com/url?q=http%3A//bit.ly/2TtBDfr&amp;sa=D&amp;source=editors&amp;ust=1790272874162482&amp;usg=AOvVaw0sychy2kRkjxbGdv7xGqgB" TargetMode="External"/><Relationship Id="rId17" Type="http://schemas.openxmlformats.org/officeDocument/2006/relationships/hyperlink" Target="mailto:youremail@freepik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736089" cy="1603375"/>
          </a:xfrm>
          <a:custGeom>
            <a:avLst/>
            <a:gdLst/>
            <a:ahLst/>
            <a:cxnLst/>
            <a:rect l="l" t="t" r="r" b="b"/>
            <a:pathLst>
              <a:path w="1736089" h="1603375">
                <a:moveTo>
                  <a:pt x="0" y="1602762"/>
                </a:moveTo>
                <a:lnTo>
                  <a:pt x="0" y="550529"/>
                </a:lnTo>
                <a:lnTo>
                  <a:pt x="325227" y="550529"/>
                </a:lnTo>
                <a:lnTo>
                  <a:pt x="875682" y="0"/>
                </a:lnTo>
                <a:lnTo>
                  <a:pt x="1735949" y="0"/>
                </a:lnTo>
                <a:lnTo>
                  <a:pt x="1527543" y="208451"/>
                </a:lnTo>
                <a:lnTo>
                  <a:pt x="1527543" y="354156"/>
                </a:lnTo>
                <a:lnTo>
                  <a:pt x="987200" y="894498"/>
                </a:lnTo>
                <a:lnTo>
                  <a:pt x="708143" y="894498"/>
                </a:lnTo>
                <a:lnTo>
                  <a:pt x="0" y="160276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2330" y="348501"/>
            <a:ext cx="120790" cy="1209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1928" y="348501"/>
            <a:ext cx="120959" cy="1209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1213" y="625358"/>
            <a:ext cx="120284" cy="1209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80305" y="624683"/>
            <a:ext cx="120791" cy="121641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923004"/>
            <a:ext cx="652145" cy="652145"/>
          </a:xfrm>
          <a:custGeom>
            <a:avLst/>
            <a:gdLst/>
            <a:ahLst/>
            <a:cxnLst/>
            <a:rect l="l" t="t" r="r" b="b"/>
            <a:pathLst>
              <a:path w="652145" h="652144">
                <a:moveTo>
                  <a:pt x="0" y="651986"/>
                </a:moveTo>
                <a:lnTo>
                  <a:pt x="0" y="50769"/>
                </a:lnTo>
                <a:lnTo>
                  <a:pt x="50693" y="0"/>
                </a:lnTo>
                <a:lnTo>
                  <a:pt x="651667" y="0"/>
                </a:lnTo>
                <a:lnTo>
                  <a:pt x="0" y="651986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0"/>
            <a:ext cx="2053589" cy="3540760"/>
          </a:xfrm>
          <a:custGeom>
            <a:avLst/>
            <a:gdLst/>
            <a:ahLst/>
            <a:cxnLst/>
            <a:rect l="l" t="t" r="r" b="b"/>
            <a:pathLst>
              <a:path w="2053589" h="3540760">
                <a:moveTo>
                  <a:pt x="247053" y="2692133"/>
                </a:moveTo>
                <a:lnTo>
                  <a:pt x="0" y="2445118"/>
                </a:lnTo>
                <a:lnTo>
                  <a:pt x="0" y="2500668"/>
                </a:lnTo>
                <a:lnTo>
                  <a:pt x="207733" y="2708402"/>
                </a:lnTo>
                <a:lnTo>
                  <a:pt x="207733" y="3055010"/>
                </a:lnTo>
                <a:lnTo>
                  <a:pt x="0" y="2847276"/>
                </a:lnTo>
                <a:lnTo>
                  <a:pt x="0" y="2869463"/>
                </a:lnTo>
                <a:lnTo>
                  <a:pt x="207733" y="3077197"/>
                </a:lnTo>
                <a:lnTo>
                  <a:pt x="207733" y="3277476"/>
                </a:lnTo>
                <a:lnTo>
                  <a:pt x="0" y="3485413"/>
                </a:lnTo>
                <a:lnTo>
                  <a:pt x="0" y="3540671"/>
                </a:lnTo>
                <a:lnTo>
                  <a:pt x="247053" y="3293605"/>
                </a:lnTo>
                <a:lnTo>
                  <a:pt x="247053" y="2692133"/>
                </a:lnTo>
                <a:close/>
              </a:path>
              <a:path w="2053589" h="3540760">
                <a:moveTo>
                  <a:pt x="2053361" y="0"/>
                </a:moveTo>
                <a:lnTo>
                  <a:pt x="1998027" y="0"/>
                </a:lnTo>
                <a:lnTo>
                  <a:pt x="1479613" y="518668"/>
                </a:lnTo>
                <a:lnTo>
                  <a:pt x="655180" y="518668"/>
                </a:lnTo>
                <a:lnTo>
                  <a:pt x="649122" y="524217"/>
                </a:lnTo>
                <a:lnTo>
                  <a:pt x="0" y="1173416"/>
                </a:lnTo>
                <a:lnTo>
                  <a:pt x="0" y="1217714"/>
                </a:lnTo>
                <a:lnTo>
                  <a:pt x="0" y="1228928"/>
                </a:lnTo>
                <a:lnTo>
                  <a:pt x="0" y="1389341"/>
                </a:lnTo>
                <a:lnTo>
                  <a:pt x="137528" y="1251724"/>
                </a:lnTo>
                <a:lnTo>
                  <a:pt x="137528" y="1091399"/>
                </a:lnTo>
                <a:lnTo>
                  <a:pt x="671309" y="557618"/>
                </a:lnTo>
                <a:lnTo>
                  <a:pt x="1105141" y="557618"/>
                </a:lnTo>
                <a:lnTo>
                  <a:pt x="438759" y="1224000"/>
                </a:lnTo>
                <a:lnTo>
                  <a:pt x="438759" y="1866315"/>
                </a:lnTo>
                <a:lnTo>
                  <a:pt x="0" y="2305075"/>
                </a:lnTo>
                <a:lnTo>
                  <a:pt x="0" y="2327262"/>
                </a:lnTo>
                <a:lnTo>
                  <a:pt x="454393" y="1872869"/>
                </a:lnTo>
                <a:lnTo>
                  <a:pt x="454393" y="1230553"/>
                </a:lnTo>
                <a:lnTo>
                  <a:pt x="1127328" y="557618"/>
                </a:lnTo>
                <a:lnTo>
                  <a:pt x="1495755" y="557618"/>
                </a:lnTo>
                <a:lnTo>
                  <a:pt x="2053361" y="0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88136" y="1440802"/>
            <a:ext cx="300355" cy="300355"/>
          </a:xfrm>
          <a:custGeom>
            <a:avLst/>
            <a:gdLst/>
            <a:ahLst/>
            <a:cxnLst/>
            <a:rect l="l" t="t" r="r" b="b"/>
            <a:pathLst>
              <a:path w="300355" h="300355">
                <a:moveTo>
                  <a:pt x="300101" y="126174"/>
                </a:moveTo>
                <a:lnTo>
                  <a:pt x="173558" y="126174"/>
                </a:lnTo>
                <a:lnTo>
                  <a:pt x="173558" y="0"/>
                </a:lnTo>
                <a:lnTo>
                  <a:pt x="126034" y="0"/>
                </a:lnTo>
                <a:lnTo>
                  <a:pt x="126034" y="126174"/>
                </a:lnTo>
                <a:lnTo>
                  <a:pt x="0" y="126174"/>
                </a:lnTo>
                <a:lnTo>
                  <a:pt x="0" y="173570"/>
                </a:lnTo>
                <a:lnTo>
                  <a:pt x="126034" y="173570"/>
                </a:lnTo>
                <a:lnTo>
                  <a:pt x="126034" y="299732"/>
                </a:lnTo>
                <a:lnTo>
                  <a:pt x="173558" y="299732"/>
                </a:lnTo>
                <a:lnTo>
                  <a:pt x="173558" y="173570"/>
                </a:lnTo>
                <a:lnTo>
                  <a:pt x="300101" y="173570"/>
                </a:lnTo>
                <a:lnTo>
                  <a:pt x="300101" y="126174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7077" y="4499989"/>
            <a:ext cx="124377" cy="12439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922550" y="2940098"/>
            <a:ext cx="1221740" cy="2203450"/>
            <a:chOff x="7922550" y="2940098"/>
            <a:chExt cx="1221740" cy="2203450"/>
          </a:xfrm>
        </p:grpSpPr>
        <p:sp>
          <p:nvSpPr>
            <p:cNvPr id="10" name="object 10"/>
            <p:cNvSpPr/>
            <p:nvPr/>
          </p:nvSpPr>
          <p:spPr>
            <a:xfrm>
              <a:off x="7922550" y="2940098"/>
              <a:ext cx="1221740" cy="2203450"/>
            </a:xfrm>
            <a:custGeom>
              <a:avLst/>
              <a:gdLst/>
              <a:ahLst/>
              <a:cxnLst/>
              <a:rect l="l" t="t" r="r" b="b"/>
              <a:pathLst>
                <a:path w="1221740" h="2203450">
                  <a:moveTo>
                    <a:pt x="37848" y="2203401"/>
                  </a:moveTo>
                  <a:lnTo>
                    <a:pt x="0" y="2203401"/>
                  </a:lnTo>
                  <a:lnTo>
                    <a:pt x="1186604" y="1016754"/>
                  </a:lnTo>
                  <a:lnTo>
                    <a:pt x="1186604" y="34845"/>
                  </a:lnTo>
                  <a:lnTo>
                    <a:pt x="1221449" y="0"/>
                  </a:lnTo>
                  <a:lnTo>
                    <a:pt x="1221449" y="1020510"/>
                  </a:lnTo>
                  <a:lnTo>
                    <a:pt x="1187345" y="1054644"/>
                  </a:lnTo>
                  <a:lnTo>
                    <a:pt x="1186604" y="1054644"/>
                  </a:lnTo>
                  <a:lnTo>
                    <a:pt x="37848" y="2203401"/>
                  </a:lnTo>
                  <a:close/>
                </a:path>
                <a:path w="1221740" h="2203450">
                  <a:moveTo>
                    <a:pt x="1186604" y="1055386"/>
                  </a:moveTo>
                  <a:lnTo>
                    <a:pt x="1186604" y="1054644"/>
                  </a:lnTo>
                  <a:lnTo>
                    <a:pt x="1187345" y="1054644"/>
                  </a:lnTo>
                  <a:lnTo>
                    <a:pt x="1186604" y="1055386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214015" y="3531307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0" y="491639"/>
                  </a:moveTo>
                  <a:lnTo>
                    <a:pt x="0" y="351463"/>
                  </a:lnTo>
                  <a:lnTo>
                    <a:pt x="175528" y="175947"/>
                  </a:lnTo>
                  <a:lnTo>
                    <a:pt x="351595" y="0"/>
                  </a:lnTo>
                  <a:lnTo>
                    <a:pt x="491673" y="0"/>
                  </a:lnTo>
                  <a:lnTo>
                    <a:pt x="245890" y="245873"/>
                  </a:lnTo>
                  <a:lnTo>
                    <a:pt x="0" y="49163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6411449" y="1697920"/>
            <a:ext cx="2310765" cy="3446145"/>
            <a:chOff x="6411449" y="1697920"/>
            <a:chExt cx="2310765" cy="34461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6194" y="1697920"/>
              <a:ext cx="119965" cy="1207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11442" y="1791550"/>
              <a:ext cx="2310765" cy="3352165"/>
            </a:xfrm>
            <a:custGeom>
              <a:avLst/>
              <a:gdLst/>
              <a:ahLst/>
              <a:cxnLst/>
              <a:rect l="l" t="t" r="r" b="b"/>
              <a:pathLst>
                <a:path w="2310765" h="3352165">
                  <a:moveTo>
                    <a:pt x="2310295" y="1467599"/>
                  </a:moveTo>
                  <a:lnTo>
                    <a:pt x="2278291" y="1435620"/>
                  </a:lnTo>
                  <a:lnTo>
                    <a:pt x="2278291" y="1480959"/>
                  </a:lnTo>
                  <a:lnTo>
                    <a:pt x="2278291" y="1746656"/>
                  </a:lnTo>
                  <a:lnTo>
                    <a:pt x="1366926" y="2657970"/>
                  </a:lnTo>
                  <a:lnTo>
                    <a:pt x="1012405" y="2657970"/>
                  </a:lnTo>
                  <a:lnTo>
                    <a:pt x="1556346" y="2114181"/>
                  </a:lnTo>
                  <a:lnTo>
                    <a:pt x="1556346" y="1590103"/>
                  </a:lnTo>
                  <a:lnTo>
                    <a:pt x="1971840" y="1174546"/>
                  </a:lnTo>
                  <a:lnTo>
                    <a:pt x="2278291" y="1480959"/>
                  </a:lnTo>
                  <a:lnTo>
                    <a:pt x="2278291" y="1435620"/>
                  </a:lnTo>
                  <a:lnTo>
                    <a:pt x="2257171" y="1414500"/>
                  </a:lnTo>
                  <a:lnTo>
                    <a:pt x="2257171" y="1113116"/>
                  </a:lnTo>
                  <a:lnTo>
                    <a:pt x="2244242" y="1100201"/>
                  </a:lnTo>
                  <a:lnTo>
                    <a:pt x="2244242" y="1118717"/>
                  </a:lnTo>
                  <a:lnTo>
                    <a:pt x="2244242" y="1401572"/>
                  </a:lnTo>
                  <a:lnTo>
                    <a:pt x="1745246" y="902690"/>
                  </a:lnTo>
                  <a:lnTo>
                    <a:pt x="1745246" y="619760"/>
                  </a:lnTo>
                  <a:lnTo>
                    <a:pt x="2244242" y="1118717"/>
                  </a:lnTo>
                  <a:lnTo>
                    <a:pt x="2244242" y="1100201"/>
                  </a:lnTo>
                  <a:lnTo>
                    <a:pt x="1745246" y="601662"/>
                  </a:lnTo>
                  <a:lnTo>
                    <a:pt x="1745246" y="437769"/>
                  </a:lnTo>
                  <a:lnTo>
                    <a:pt x="2160193" y="22415"/>
                  </a:lnTo>
                  <a:lnTo>
                    <a:pt x="2137676" y="0"/>
                  </a:lnTo>
                  <a:lnTo>
                    <a:pt x="1713344" y="424840"/>
                  </a:lnTo>
                  <a:lnTo>
                    <a:pt x="1713344" y="916051"/>
                  </a:lnTo>
                  <a:lnTo>
                    <a:pt x="1962785" y="1165491"/>
                  </a:lnTo>
                  <a:lnTo>
                    <a:pt x="1543850" y="1584502"/>
                  </a:lnTo>
                  <a:lnTo>
                    <a:pt x="1543850" y="2109000"/>
                  </a:lnTo>
                  <a:lnTo>
                    <a:pt x="994740" y="2657970"/>
                  </a:lnTo>
                  <a:lnTo>
                    <a:pt x="693686" y="2657970"/>
                  </a:lnTo>
                  <a:lnTo>
                    <a:pt x="688949" y="2662707"/>
                  </a:lnTo>
                  <a:lnTo>
                    <a:pt x="0" y="3351949"/>
                  </a:lnTo>
                  <a:lnTo>
                    <a:pt x="44907" y="3351949"/>
                  </a:lnTo>
                  <a:lnTo>
                    <a:pt x="707047" y="2689860"/>
                  </a:lnTo>
                  <a:lnTo>
                    <a:pt x="1379855" y="2689860"/>
                  </a:lnTo>
                  <a:lnTo>
                    <a:pt x="1384592" y="2685542"/>
                  </a:lnTo>
                  <a:lnTo>
                    <a:pt x="2310295" y="1760016"/>
                  </a:lnTo>
                  <a:lnTo>
                    <a:pt x="2310295" y="146759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771744" y="1246657"/>
            <a:ext cx="5601335" cy="254127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 indent="10160">
              <a:lnSpc>
                <a:spcPct val="100499"/>
              </a:lnSpc>
              <a:spcBef>
                <a:spcPts val="70"/>
              </a:spcBef>
            </a:pPr>
            <a:r>
              <a:rPr dirty="0" sz="4600" spc="235"/>
              <a:t>KOGNIVERA</a:t>
            </a:r>
            <a:endParaRPr sz="4600"/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800" b="0">
                <a:latin typeface="Roboto"/>
                <a:cs typeface="Roboto"/>
              </a:rPr>
              <a:t>Distributed Booking &amp; Inventory System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400" b="0">
                <a:latin typeface="Roboto"/>
                <a:cs typeface="Roboto"/>
              </a:rPr>
              <a:t>APS-05 · Travel &amp; Tourism · Team --rebase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400" b="0">
                <a:latin typeface="Roboto"/>
                <a:cs typeface="Roboto"/>
              </a:rPr>
              <a:t>Thijesh · Tejas · Yogita · Neha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6424" y="4499989"/>
            <a:ext cx="125437" cy="1250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34851" y="4785145"/>
            <a:ext cx="124226" cy="1248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84653" y="4785145"/>
            <a:ext cx="124983" cy="12485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610208" y="4754457"/>
            <a:ext cx="661670" cy="389255"/>
          </a:xfrm>
          <a:custGeom>
            <a:avLst/>
            <a:gdLst/>
            <a:ahLst/>
            <a:cxnLst/>
            <a:rect l="l" t="t" r="r" b="b"/>
            <a:pathLst>
              <a:path w="661670" h="389254">
                <a:moveTo>
                  <a:pt x="656432" y="389042"/>
                </a:moveTo>
                <a:lnTo>
                  <a:pt x="661363" y="353776"/>
                </a:lnTo>
                <a:lnTo>
                  <a:pt x="661363" y="307532"/>
                </a:lnTo>
                <a:lnTo>
                  <a:pt x="654949" y="261643"/>
                </a:lnTo>
                <a:lnTo>
                  <a:pt x="642120" y="216835"/>
                </a:lnTo>
                <a:lnTo>
                  <a:pt x="622878" y="173835"/>
                </a:lnTo>
                <a:lnTo>
                  <a:pt x="597221" y="133367"/>
                </a:lnTo>
                <a:lnTo>
                  <a:pt x="565150" y="96158"/>
                </a:lnTo>
                <a:lnTo>
                  <a:pt x="527941" y="64105"/>
                </a:lnTo>
                <a:lnTo>
                  <a:pt x="487473" y="38463"/>
                </a:lnTo>
                <a:lnTo>
                  <a:pt x="444473" y="19231"/>
                </a:lnTo>
                <a:lnTo>
                  <a:pt x="399665" y="6410"/>
                </a:lnTo>
                <a:lnTo>
                  <a:pt x="353776" y="0"/>
                </a:lnTo>
                <a:lnTo>
                  <a:pt x="307531" y="0"/>
                </a:lnTo>
                <a:lnTo>
                  <a:pt x="261657" y="6410"/>
                </a:lnTo>
                <a:lnTo>
                  <a:pt x="216878" y="19231"/>
                </a:lnTo>
                <a:lnTo>
                  <a:pt x="173921" y="38463"/>
                </a:lnTo>
                <a:lnTo>
                  <a:pt x="133512" y="64105"/>
                </a:lnTo>
                <a:lnTo>
                  <a:pt x="96375" y="96158"/>
                </a:lnTo>
                <a:lnTo>
                  <a:pt x="64250" y="133367"/>
                </a:lnTo>
                <a:lnTo>
                  <a:pt x="38550" y="173835"/>
                </a:lnTo>
                <a:lnTo>
                  <a:pt x="19275" y="216835"/>
                </a:lnTo>
                <a:lnTo>
                  <a:pt x="6425" y="261643"/>
                </a:lnTo>
                <a:lnTo>
                  <a:pt x="0" y="307532"/>
                </a:lnTo>
                <a:lnTo>
                  <a:pt x="0" y="353776"/>
                </a:lnTo>
                <a:lnTo>
                  <a:pt x="4939" y="389042"/>
                </a:lnTo>
              </a:path>
            </a:pathLst>
          </a:custGeom>
          <a:ln w="19049">
            <a:solidFill>
              <a:srgbClr val="FC2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72158" y="4871574"/>
            <a:ext cx="272415" cy="272415"/>
          </a:xfrm>
          <a:custGeom>
            <a:avLst/>
            <a:gdLst/>
            <a:ahLst/>
            <a:cxnLst/>
            <a:rect l="l" t="t" r="r" b="b"/>
            <a:pathLst>
              <a:path w="272415" h="272414">
                <a:moveTo>
                  <a:pt x="51982" y="271925"/>
                </a:moveTo>
                <a:lnTo>
                  <a:pt x="0" y="271925"/>
                </a:lnTo>
                <a:lnTo>
                  <a:pt x="271841" y="0"/>
                </a:lnTo>
                <a:lnTo>
                  <a:pt x="271841" y="52066"/>
                </a:lnTo>
                <a:lnTo>
                  <a:pt x="51982" y="271925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32510" cy="1305560"/>
            <a:chOff x="0" y="0"/>
            <a:chExt cx="103251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32510" cy="845819"/>
            </a:xfrm>
            <a:custGeom>
              <a:avLst/>
              <a:gdLst/>
              <a:ahLst/>
              <a:cxnLst/>
              <a:rect l="l" t="t" r="r" b="b"/>
              <a:pathLst>
                <a:path w="1032510" h="845819">
                  <a:moveTo>
                    <a:pt x="82786" y="845767"/>
                  </a:moveTo>
                  <a:lnTo>
                    <a:pt x="0" y="845246"/>
                  </a:lnTo>
                  <a:lnTo>
                    <a:pt x="0" y="0"/>
                  </a:lnTo>
                  <a:lnTo>
                    <a:pt x="1032278" y="0"/>
                  </a:lnTo>
                  <a:lnTo>
                    <a:pt x="477700" y="554848"/>
                  </a:lnTo>
                  <a:lnTo>
                    <a:pt x="374447" y="554848"/>
                  </a:lnTo>
                  <a:lnTo>
                    <a:pt x="82786" y="84576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62940" cy="1305560"/>
            </a:xfrm>
            <a:custGeom>
              <a:avLst/>
              <a:gdLst/>
              <a:ahLst/>
              <a:cxnLst/>
              <a:rect l="l" t="t" r="r" b="b"/>
              <a:pathLst>
                <a:path w="662940" h="1305560">
                  <a:moveTo>
                    <a:pt x="0" y="1305178"/>
                  </a:moveTo>
                  <a:lnTo>
                    <a:pt x="0" y="1282994"/>
                  </a:lnTo>
                  <a:lnTo>
                    <a:pt x="415197" y="867797"/>
                  </a:lnTo>
                  <a:lnTo>
                    <a:pt x="415197" y="225484"/>
                  </a:lnTo>
                  <a:lnTo>
                    <a:pt x="640682" y="0"/>
                  </a:lnTo>
                  <a:lnTo>
                    <a:pt x="662865" y="0"/>
                  </a:lnTo>
                  <a:lnTo>
                    <a:pt x="430826" y="232038"/>
                  </a:lnTo>
                  <a:lnTo>
                    <a:pt x="430826" y="874351"/>
                  </a:lnTo>
                  <a:lnTo>
                    <a:pt x="0" y="13051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USER FLOW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84597" y="1550584"/>
            <a:ext cx="4921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3464" y="1550584"/>
            <a:ext cx="26212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5485" algn="l"/>
              </a:tabLst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r>
              <a:rPr dirty="0" sz="3000" b="1">
                <a:solidFill>
                  <a:srgbClr val="373536"/>
                </a:solidFill>
                <a:latin typeface="Verdana"/>
                <a:cs typeface="Verdana"/>
              </a:rPr>
              <a:t>	</a:t>
            </a: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07508" y="1550584"/>
            <a:ext cx="621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65" b="1">
                <a:solidFill>
                  <a:srgbClr val="373536"/>
                </a:solidFill>
                <a:latin typeface="Verdana"/>
                <a:cs typeface="Verdana"/>
              </a:rPr>
              <a:t>04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4463" y="3269625"/>
            <a:ext cx="129222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1600" spc="170" b="1">
                <a:solidFill>
                  <a:srgbClr val="FC2E12"/>
                </a:solidFill>
                <a:latin typeface="Verdana"/>
                <a:cs typeface="Verdana"/>
              </a:rPr>
              <a:t>SEARCH</a:t>
            </a:r>
            <a:endParaRPr sz="2200">
              <a:latin typeface="Verdana"/>
              <a:cs typeface="Verdana"/>
            </a:endParaRPr>
          </a:p>
          <a:p>
            <a:pPr marL="12700" marR="5080" indent="117475">
              <a:lnSpc>
                <a:spcPct val="100000"/>
              </a:lnSpc>
              <a:spcBef>
                <a:spcPts val="119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Form or AI search, add to trip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0501" y="3269625"/>
            <a:ext cx="1504950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85" b="1">
                <a:solidFill>
                  <a:srgbClr val="FC2E12"/>
                </a:solidFill>
                <a:latin typeface="Verdana"/>
                <a:cs typeface="Verdana"/>
              </a:rPr>
              <a:t>RESERVE</a:t>
            </a:r>
            <a:endParaRPr sz="2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1195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One atomic hold, one 10-minute timer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2837" y="3269625"/>
            <a:ext cx="1645920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90" b="1">
                <a:solidFill>
                  <a:srgbClr val="FC2E12"/>
                </a:solidFill>
                <a:latin typeface="Verdana"/>
                <a:cs typeface="Verdana"/>
              </a:rPr>
              <a:t>PAY</a:t>
            </a:r>
            <a:endParaRPr sz="2200">
              <a:latin typeface="Verdana"/>
              <a:cs typeface="Verdana"/>
            </a:endParaRPr>
          </a:p>
          <a:p>
            <a:pPr algn="ctr" marL="174625" marR="167640" indent="-1270">
              <a:lnSpc>
                <a:spcPct val="100000"/>
              </a:lnSpc>
              <a:spcBef>
                <a:spcPts val="119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Saga confirms each line, then charges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77525" y="2487871"/>
            <a:ext cx="1466850" cy="2656205"/>
            <a:chOff x="7677525" y="2487871"/>
            <a:chExt cx="1466850" cy="2656205"/>
          </a:xfrm>
        </p:grpSpPr>
        <p:sp>
          <p:nvSpPr>
            <p:cNvPr id="6" name="object 6"/>
            <p:cNvSpPr/>
            <p:nvPr/>
          </p:nvSpPr>
          <p:spPr>
            <a:xfrm>
              <a:off x="7677525" y="4084522"/>
              <a:ext cx="1466850" cy="1059180"/>
            </a:xfrm>
            <a:custGeom>
              <a:avLst/>
              <a:gdLst/>
              <a:ahLst/>
              <a:cxnLst/>
              <a:rect l="l" t="t" r="r" b="b"/>
              <a:pathLst>
                <a:path w="1466850" h="1059179">
                  <a:moveTo>
                    <a:pt x="1134484" y="1058977"/>
                  </a:moveTo>
                  <a:lnTo>
                    <a:pt x="0" y="1058977"/>
                  </a:lnTo>
                  <a:lnTo>
                    <a:pt x="388525" y="670924"/>
                  </a:lnTo>
                  <a:lnTo>
                    <a:pt x="795643" y="670924"/>
                  </a:lnTo>
                  <a:lnTo>
                    <a:pt x="1466475" y="0"/>
                  </a:lnTo>
                  <a:lnTo>
                    <a:pt x="1466475" y="1006037"/>
                  </a:lnTo>
                  <a:lnTo>
                    <a:pt x="1457618" y="1014894"/>
                  </a:lnTo>
                  <a:lnTo>
                    <a:pt x="1178560" y="1014894"/>
                  </a:lnTo>
                  <a:lnTo>
                    <a:pt x="1134484" y="10589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58124" y="2487879"/>
              <a:ext cx="586105" cy="2440305"/>
            </a:xfrm>
            <a:custGeom>
              <a:avLst/>
              <a:gdLst/>
              <a:ahLst/>
              <a:cxnLst/>
              <a:rect l="l" t="t" r="r" b="b"/>
              <a:pathLst>
                <a:path w="586104" h="2440304">
                  <a:moveTo>
                    <a:pt x="585876" y="1988286"/>
                  </a:moveTo>
                  <a:lnTo>
                    <a:pt x="157949" y="2416632"/>
                  </a:lnTo>
                  <a:lnTo>
                    <a:pt x="181787" y="2440051"/>
                  </a:lnTo>
                  <a:lnTo>
                    <a:pt x="585876" y="2035975"/>
                  </a:lnTo>
                  <a:lnTo>
                    <a:pt x="585876" y="1988286"/>
                  </a:lnTo>
                  <a:close/>
                </a:path>
                <a:path w="586104" h="2440304">
                  <a:moveTo>
                    <a:pt x="585876" y="0"/>
                  </a:moveTo>
                  <a:lnTo>
                    <a:pt x="0" y="585927"/>
                  </a:lnTo>
                  <a:lnTo>
                    <a:pt x="0" y="894016"/>
                  </a:lnTo>
                  <a:lnTo>
                    <a:pt x="55943" y="949960"/>
                  </a:lnTo>
                  <a:lnTo>
                    <a:pt x="55943" y="1267129"/>
                  </a:lnTo>
                  <a:lnTo>
                    <a:pt x="585876" y="1797062"/>
                  </a:lnTo>
                  <a:lnTo>
                    <a:pt x="585876" y="1777987"/>
                  </a:lnTo>
                  <a:lnTo>
                    <a:pt x="69380" y="1261491"/>
                  </a:lnTo>
                  <a:lnTo>
                    <a:pt x="69380" y="963396"/>
                  </a:lnTo>
                  <a:lnTo>
                    <a:pt x="585876" y="1479880"/>
                  </a:lnTo>
                  <a:lnTo>
                    <a:pt x="585876" y="1432077"/>
                  </a:lnTo>
                  <a:lnTo>
                    <a:pt x="33820" y="880135"/>
                  </a:lnTo>
                  <a:lnTo>
                    <a:pt x="33820" y="599808"/>
                  </a:lnTo>
                  <a:lnTo>
                    <a:pt x="585876" y="47764"/>
                  </a:lnTo>
                  <a:lnTo>
                    <a:pt x="585876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6363" y="4878742"/>
              <a:ext cx="126235" cy="12748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7321" y="2230253"/>
            <a:ext cx="6734165" cy="846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726901" y="3269625"/>
            <a:ext cx="158305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70" b="1">
                <a:solidFill>
                  <a:srgbClr val="FC2E12"/>
                </a:solidFill>
                <a:latin typeface="Verdana"/>
                <a:cs typeface="Verdana"/>
              </a:rPr>
              <a:t>CONFIRM</a:t>
            </a:r>
            <a:endParaRPr sz="2200">
              <a:latin typeface="Verdana"/>
              <a:cs typeface="Verdana"/>
            </a:endParaRPr>
          </a:p>
          <a:p>
            <a:pPr algn="ctr" marL="97790" marR="92075" indent="635">
              <a:lnSpc>
                <a:spcPct val="100000"/>
              </a:lnSpc>
              <a:spcBef>
                <a:spcPts val="1195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Booked, or fully rolled back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0"/>
          <p:cNvGrpSpPr/>
          <p:nvPr/>
        </p:nvGrpSpPr>
        <p:grpSpPr>
          <a:xfrm>
            <a:off x="7286052" y="0"/>
            <a:ext cx="1858010" cy="1402080"/>
            <a:chOff x="7286052" y="0"/>
            <a:chExt cx="1858010" cy="1402080"/>
          </a:xfrm>
        </p:grpSpPr>
        <p:sp>
          <p:nvSpPr>
            <p:cNvPr id="11" name="object 11"/>
            <p:cNvSpPr/>
            <p:nvPr/>
          </p:nvSpPr>
          <p:spPr>
            <a:xfrm>
              <a:off x="7286052" y="0"/>
              <a:ext cx="1858010" cy="1381125"/>
            </a:xfrm>
            <a:custGeom>
              <a:avLst/>
              <a:gdLst/>
              <a:ahLst/>
              <a:cxnLst/>
              <a:rect l="l" t="t" r="r" b="b"/>
              <a:pathLst>
                <a:path w="1858009" h="1381125">
                  <a:moveTo>
                    <a:pt x="1857947" y="1381060"/>
                  </a:moveTo>
                  <a:lnTo>
                    <a:pt x="1355110" y="878233"/>
                  </a:lnTo>
                  <a:lnTo>
                    <a:pt x="877750" y="878233"/>
                  </a:lnTo>
                  <a:lnTo>
                    <a:pt x="0" y="0"/>
                  </a:lnTo>
                  <a:lnTo>
                    <a:pt x="1002281" y="0"/>
                  </a:lnTo>
                  <a:lnTo>
                    <a:pt x="1119154" y="116871"/>
                  </a:lnTo>
                  <a:lnTo>
                    <a:pt x="1228718" y="116871"/>
                  </a:lnTo>
                  <a:lnTo>
                    <a:pt x="1857947" y="745909"/>
                  </a:lnTo>
                  <a:lnTo>
                    <a:pt x="1857947" y="138106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0046" y="1276476"/>
              <a:ext cx="124305" cy="1250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25818" y="0"/>
              <a:ext cx="513080" cy="1293495"/>
            </a:xfrm>
            <a:custGeom>
              <a:avLst/>
              <a:gdLst/>
              <a:ahLst/>
              <a:cxnLst/>
              <a:rect l="l" t="t" r="r" b="b"/>
              <a:pathLst>
                <a:path w="513079" h="1293495">
                  <a:moveTo>
                    <a:pt x="512528" y="1292916"/>
                  </a:moveTo>
                  <a:lnTo>
                    <a:pt x="479445" y="1292916"/>
                  </a:lnTo>
                  <a:lnTo>
                    <a:pt x="479445" y="479445"/>
                  </a:lnTo>
                  <a:lnTo>
                    <a:pt x="0" y="0"/>
                  </a:lnTo>
                  <a:lnTo>
                    <a:pt x="46826" y="0"/>
                  </a:lnTo>
                  <a:lnTo>
                    <a:pt x="512528" y="465576"/>
                  </a:lnTo>
                  <a:lnTo>
                    <a:pt x="512528" y="129291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98575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PROBLEM STATEMENT</a:t>
            </a:r>
          </a:p>
        </p:txBody>
      </p:sp>
      <p:sp>
        <p:nvSpPr>
          <p:cNvPr id="14" name="object 14"/>
          <p:cNvSpPr/>
          <p:nvPr/>
        </p:nvSpPr>
        <p:spPr>
          <a:xfrm>
            <a:off x="8583219" y="1630273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258521" y="108927"/>
                </a:moveTo>
                <a:lnTo>
                  <a:pt x="149910" y="108927"/>
                </a:lnTo>
                <a:lnTo>
                  <a:pt x="149910" y="0"/>
                </a:lnTo>
                <a:lnTo>
                  <a:pt x="108927" y="0"/>
                </a:lnTo>
                <a:lnTo>
                  <a:pt x="108927" y="108927"/>
                </a:lnTo>
                <a:lnTo>
                  <a:pt x="0" y="108927"/>
                </a:lnTo>
                <a:lnTo>
                  <a:pt x="0" y="149923"/>
                </a:lnTo>
                <a:lnTo>
                  <a:pt x="108927" y="149923"/>
                </a:lnTo>
                <a:lnTo>
                  <a:pt x="108927" y="258851"/>
                </a:lnTo>
                <a:lnTo>
                  <a:pt x="149910" y="258851"/>
                </a:lnTo>
                <a:lnTo>
                  <a:pt x="149910" y="149923"/>
                </a:lnTo>
                <a:lnTo>
                  <a:pt x="258521" y="149923"/>
                </a:lnTo>
                <a:lnTo>
                  <a:pt x="258521" y="108927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69559" y="1873237"/>
            <a:ext cx="2101850" cy="1892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31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  <a:p>
            <a:pPr algn="ctr" marL="2540">
              <a:lnSpc>
                <a:spcPct val="100000"/>
              </a:lnSpc>
              <a:spcBef>
                <a:spcPts val="885"/>
              </a:spcBef>
            </a:pPr>
            <a:r>
              <a:rPr dirty="0" sz="2000" spc="85" b="1">
                <a:solidFill>
                  <a:srgbClr val="FC2E12"/>
                </a:solidFill>
                <a:latin typeface="Verdana"/>
                <a:cs typeface="Verdana"/>
              </a:rPr>
              <a:t>OVERSELL</a:t>
            </a:r>
            <a:endParaRPr sz="2200">
              <a:latin typeface="Verdana"/>
              <a:cs typeface="Verdana"/>
            </a:endParaRPr>
          </a:p>
          <a:p>
            <a:pPr algn="ctr" marL="12700" marR="5080" indent="635">
              <a:lnSpc>
                <a:spcPct val="100000"/>
              </a:lnSpc>
              <a:spcBef>
                <a:spcPts val="960"/>
              </a:spcBef>
            </a:pPr>
            <a:r>
              <a:rPr dirty="0" sz="1300" spc="-10">
                <a:solidFill>
                  <a:srgbClr val="373536"/>
                </a:solidFill>
                <a:latin typeface="Roboto"/>
                <a:cs typeface="Roboto"/>
              </a:rPr>
              <a:t>500 people race for the last 3 rooms. Exactly 3 must win.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8195" y="1873237"/>
            <a:ext cx="1846580" cy="1892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10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85"/>
              </a:spcBef>
            </a:pPr>
            <a:r>
              <a:rPr dirty="0" sz="2000" spc="35" b="1">
                <a:solidFill>
                  <a:srgbClr val="FC2E12"/>
                </a:solidFill>
                <a:latin typeface="Verdana"/>
                <a:cs typeface="Verdana"/>
              </a:rPr>
              <a:t>RETRIES</a:t>
            </a:r>
            <a:endParaRPr sz="2200">
              <a:latin typeface="Verdana"/>
              <a:cs typeface="Verdana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960"/>
              </a:spcBef>
            </a:pPr>
            <a:r>
              <a:rPr dirty="0" sz="1300" spc="-10">
                <a:solidFill>
                  <a:srgbClr val="373536"/>
                </a:solidFill>
                <a:latin typeface="Roboto"/>
                <a:cs typeface="Roboto"/>
              </a:rPr>
              <a:t>A retry or a flaky network must never book twice.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6145" y="1873237"/>
            <a:ext cx="2131695" cy="1892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10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85"/>
              </a:spcBef>
            </a:pPr>
            <a:r>
              <a:rPr dirty="0" sz="2000" spc="90" b="1">
                <a:solidFill>
                  <a:srgbClr val="FC2E12"/>
                </a:solidFill>
                <a:latin typeface="Verdana"/>
                <a:cs typeface="Verdana"/>
              </a:rPr>
              <a:t>PARTIAL</a:t>
            </a:r>
            <a:endParaRPr sz="2200">
              <a:latin typeface="Verdana"/>
              <a:cs typeface="Verdana"/>
            </a:endParaRPr>
          </a:p>
          <a:p>
            <a:pPr algn="ctr" marL="12065" marR="5080" indent="-635">
              <a:lnSpc>
                <a:spcPct val="100000"/>
              </a:lnSpc>
              <a:spcBef>
                <a:spcPts val="960"/>
              </a:spcBef>
            </a:pPr>
            <a:r>
              <a:rPr dirty="0" sz="1300" spc="-10">
                <a:solidFill>
                  <a:srgbClr val="373536"/>
                </a:solidFill>
                <a:latin typeface="Roboto"/>
                <a:cs typeface="Roboto"/>
              </a:rPr>
              <a:t>A failed flight must roll back the hotel, and no stock may leak.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4174967"/>
            <a:ext cx="1334770" cy="969010"/>
          </a:xfrm>
          <a:custGeom>
            <a:avLst/>
            <a:gdLst/>
            <a:ahLst/>
            <a:cxnLst/>
            <a:rect l="l" t="t" r="r" b="b"/>
            <a:pathLst>
              <a:path w="1334770" h="969010">
                <a:moveTo>
                  <a:pt x="1334465" y="968532"/>
                </a:moveTo>
                <a:lnTo>
                  <a:pt x="306169" y="968532"/>
                </a:lnTo>
                <a:lnTo>
                  <a:pt x="0" y="662189"/>
                </a:lnTo>
                <a:lnTo>
                  <a:pt x="0" y="1671"/>
                </a:lnTo>
                <a:lnTo>
                  <a:pt x="264472" y="0"/>
                </a:lnTo>
                <a:lnTo>
                  <a:pt x="548915" y="284443"/>
                </a:lnTo>
                <a:lnTo>
                  <a:pt x="650182" y="284443"/>
                </a:lnTo>
                <a:lnTo>
                  <a:pt x="1334465" y="96853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85340" y="3837902"/>
            <a:ext cx="1009015" cy="1306195"/>
            <a:chOff x="385340" y="3837902"/>
            <a:chExt cx="1009015" cy="130619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340" y="3837902"/>
              <a:ext cx="127832" cy="1265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7735" y="3924916"/>
              <a:ext cx="926465" cy="1219200"/>
            </a:xfrm>
            <a:custGeom>
              <a:avLst/>
              <a:gdLst/>
              <a:ahLst/>
              <a:cxnLst/>
              <a:rect l="l" t="t" r="r" b="b"/>
              <a:pathLst>
                <a:path w="926465" h="1219200">
                  <a:moveTo>
                    <a:pt x="926241" y="1218583"/>
                  </a:moveTo>
                  <a:lnTo>
                    <a:pt x="892561" y="1218583"/>
                  </a:lnTo>
                  <a:lnTo>
                    <a:pt x="892561" y="916498"/>
                  </a:lnTo>
                  <a:lnTo>
                    <a:pt x="0" y="23937"/>
                  </a:lnTo>
                  <a:lnTo>
                    <a:pt x="23853" y="0"/>
                  </a:lnTo>
                  <a:lnTo>
                    <a:pt x="926241" y="902388"/>
                  </a:lnTo>
                  <a:lnTo>
                    <a:pt x="926241" y="121858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2716" y="4461358"/>
            <a:ext cx="97631" cy="981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6883" y="4461358"/>
            <a:ext cx="97630" cy="981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145" y="4685446"/>
            <a:ext cx="97630" cy="97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2206" y="4685446"/>
            <a:ext cx="97736" cy="97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24244" y="0"/>
            <a:ext cx="1419860" cy="1309370"/>
          </a:xfrm>
          <a:custGeom>
            <a:avLst/>
            <a:gdLst/>
            <a:ahLst/>
            <a:cxnLst/>
            <a:rect l="l" t="t" r="r" b="b"/>
            <a:pathLst>
              <a:path w="1419859" h="1309370">
                <a:moveTo>
                  <a:pt x="1419756" y="1309027"/>
                </a:moveTo>
                <a:lnTo>
                  <a:pt x="925278" y="814549"/>
                </a:lnTo>
                <a:lnTo>
                  <a:pt x="726767" y="814549"/>
                </a:lnTo>
                <a:lnTo>
                  <a:pt x="341670" y="429552"/>
                </a:lnTo>
                <a:lnTo>
                  <a:pt x="341670" y="341670"/>
                </a:lnTo>
                <a:lnTo>
                  <a:pt x="0" y="0"/>
                </a:lnTo>
                <a:lnTo>
                  <a:pt x="628588" y="0"/>
                </a:lnTo>
                <a:lnTo>
                  <a:pt x="1198043" y="569542"/>
                </a:lnTo>
                <a:lnTo>
                  <a:pt x="1419756" y="569542"/>
                </a:lnTo>
                <a:lnTo>
                  <a:pt x="1419756" y="1309027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08405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SCOPE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4002" y="1660110"/>
            <a:ext cx="93387" cy="937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4002" y="1921953"/>
            <a:ext cx="92934" cy="9294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375601" y="539145"/>
            <a:ext cx="768985" cy="1477645"/>
            <a:chOff x="8375601" y="539145"/>
            <a:chExt cx="768985" cy="147764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7039" y="1923312"/>
              <a:ext cx="93274" cy="933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07872" y="614741"/>
              <a:ext cx="736600" cy="1330325"/>
            </a:xfrm>
            <a:custGeom>
              <a:avLst/>
              <a:gdLst/>
              <a:ahLst/>
              <a:cxnLst/>
              <a:rect l="l" t="t" r="r" b="b"/>
              <a:pathLst>
                <a:path w="736600" h="1330325">
                  <a:moveTo>
                    <a:pt x="736127" y="1330127"/>
                  </a:moveTo>
                  <a:lnTo>
                    <a:pt x="0" y="593772"/>
                  </a:lnTo>
                  <a:lnTo>
                    <a:pt x="0" y="0"/>
                  </a:lnTo>
                  <a:lnTo>
                    <a:pt x="29760" y="0"/>
                  </a:lnTo>
                  <a:lnTo>
                    <a:pt x="29760" y="581172"/>
                  </a:lnTo>
                  <a:lnTo>
                    <a:pt x="736127" y="1287538"/>
                  </a:lnTo>
                  <a:lnTo>
                    <a:pt x="736127" y="133012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5601" y="539145"/>
              <a:ext cx="95580" cy="9557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37040" y="2185268"/>
            <a:ext cx="93274" cy="9282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27846" y="4158857"/>
            <a:ext cx="236220" cy="38100"/>
          </a:xfrm>
          <a:custGeom>
            <a:avLst/>
            <a:gdLst/>
            <a:ahLst/>
            <a:cxnLst/>
            <a:rect l="l" t="t" r="r" b="b"/>
            <a:pathLst>
              <a:path w="236219" h="38100">
                <a:moveTo>
                  <a:pt x="235890" y="37881"/>
                </a:moveTo>
                <a:lnTo>
                  <a:pt x="0" y="37881"/>
                </a:lnTo>
                <a:lnTo>
                  <a:pt x="0" y="0"/>
                </a:lnTo>
                <a:lnTo>
                  <a:pt x="235890" y="0"/>
                </a:lnTo>
                <a:lnTo>
                  <a:pt x="235890" y="37881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09332" y="4158869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90500" h="38100">
                <a:moveTo>
                  <a:pt x="117779" y="0"/>
                </a:moveTo>
                <a:lnTo>
                  <a:pt x="0" y="0"/>
                </a:lnTo>
                <a:lnTo>
                  <a:pt x="0" y="37871"/>
                </a:lnTo>
                <a:lnTo>
                  <a:pt x="117779" y="37871"/>
                </a:lnTo>
                <a:lnTo>
                  <a:pt x="117779" y="0"/>
                </a:lnTo>
                <a:close/>
              </a:path>
              <a:path w="190500" h="38100">
                <a:moveTo>
                  <a:pt x="190284" y="0"/>
                </a:moveTo>
                <a:lnTo>
                  <a:pt x="152730" y="0"/>
                </a:lnTo>
                <a:lnTo>
                  <a:pt x="152730" y="37871"/>
                </a:lnTo>
                <a:lnTo>
                  <a:pt x="190284" y="37871"/>
                </a:lnTo>
                <a:lnTo>
                  <a:pt x="190284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0" y="1453784"/>
            <a:ext cx="2222500" cy="3689985"/>
            <a:chOff x="0" y="1453784"/>
            <a:chExt cx="2222500" cy="3689985"/>
          </a:xfrm>
        </p:grpSpPr>
        <p:sp>
          <p:nvSpPr>
            <p:cNvPr id="13" name="object 13"/>
            <p:cNvSpPr/>
            <p:nvPr/>
          </p:nvSpPr>
          <p:spPr>
            <a:xfrm>
              <a:off x="0" y="1453794"/>
              <a:ext cx="771525" cy="2207260"/>
            </a:xfrm>
            <a:custGeom>
              <a:avLst/>
              <a:gdLst/>
              <a:ahLst/>
              <a:cxnLst/>
              <a:rect l="l" t="t" r="r" b="b"/>
              <a:pathLst>
                <a:path w="771525" h="2207260">
                  <a:moveTo>
                    <a:pt x="770902" y="2188921"/>
                  </a:moveTo>
                  <a:lnTo>
                    <a:pt x="267512" y="1685531"/>
                  </a:lnTo>
                  <a:lnTo>
                    <a:pt x="267512" y="267487"/>
                  </a:lnTo>
                  <a:lnTo>
                    <a:pt x="0" y="0"/>
                  </a:lnTo>
                  <a:lnTo>
                    <a:pt x="0" y="12649"/>
                  </a:lnTo>
                  <a:lnTo>
                    <a:pt x="0" y="36042"/>
                  </a:lnTo>
                  <a:lnTo>
                    <a:pt x="0" y="124815"/>
                  </a:lnTo>
                  <a:lnTo>
                    <a:pt x="8255" y="133070"/>
                  </a:lnTo>
                  <a:lnTo>
                    <a:pt x="97028" y="133070"/>
                  </a:lnTo>
                  <a:lnTo>
                    <a:pt x="242163" y="278193"/>
                  </a:lnTo>
                  <a:lnTo>
                    <a:pt x="242163" y="1696237"/>
                  </a:lnTo>
                  <a:lnTo>
                    <a:pt x="752868" y="2206942"/>
                  </a:lnTo>
                  <a:lnTo>
                    <a:pt x="770902" y="218892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026" y="3619677"/>
              <a:ext cx="96122" cy="968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3492109"/>
              <a:ext cx="2222500" cy="1651635"/>
            </a:xfrm>
            <a:custGeom>
              <a:avLst/>
              <a:gdLst/>
              <a:ahLst/>
              <a:cxnLst/>
              <a:rect l="l" t="t" r="r" b="b"/>
              <a:pathLst>
                <a:path w="2222500" h="1651635">
                  <a:moveTo>
                    <a:pt x="1671027" y="1651390"/>
                  </a:moveTo>
                  <a:lnTo>
                    <a:pt x="681885" y="1651390"/>
                  </a:lnTo>
                  <a:lnTo>
                    <a:pt x="0" y="969504"/>
                  </a:lnTo>
                  <a:lnTo>
                    <a:pt x="0" y="0"/>
                  </a:lnTo>
                  <a:lnTo>
                    <a:pt x="355153" y="355464"/>
                  </a:lnTo>
                  <a:lnTo>
                    <a:pt x="355153" y="517143"/>
                  </a:lnTo>
                  <a:lnTo>
                    <a:pt x="759923" y="921912"/>
                  </a:lnTo>
                  <a:lnTo>
                    <a:pt x="2026070" y="921912"/>
                  </a:lnTo>
                  <a:lnTo>
                    <a:pt x="2222338" y="1118180"/>
                  </a:lnTo>
                  <a:lnTo>
                    <a:pt x="1671027" y="165139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4069995"/>
              <a:ext cx="1073785" cy="1073785"/>
            </a:xfrm>
            <a:custGeom>
              <a:avLst/>
              <a:gdLst/>
              <a:ahLst/>
              <a:cxnLst/>
              <a:rect l="l" t="t" r="r" b="b"/>
              <a:pathLst>
                <a:path w="1073785" h="1073785">
                  <a:moveTo>
                    <a:pt x="1073504" y="1073504"/>
                  </a:moveTo>
                  <a:lnTo>
                    <a:pt x="1030788" y="1073504"/>
                  </a:lnTo>
                  <a:lnTo>
                    <a:pt x="0" y="42397"/>
                  </a:lnTo>
                  <a:lnTo>
                    <a:pt x="0" y="0"/>
                  </a:lnTo>
                  <a:lnTo>
                    <a:pt x="1073504" y="107350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386091" y="1873237"/>
            <a:ext cx="2513965" cy="191643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1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85"/>
              </a:spcBef>
            </a:pPr>
            <a:r>
              <a:rPr dirty="0" sz="2000" spc="90" b="1">
                <a:solidFill>
                  <a:srgbClr val="FC2E12"/>
                </a:solidFill>
                <a:latin typeface="Verdana"/>
                <a:cs typeface="Verdana"/>
              </a:rPr>
              <a:t>IN SCOPE</a:t>
            </a:r>
            <a:endParaRPr sz="2200">
              <a:latin typeface="Verdana"/>
              <a:cs typeface="Verdana"/>
            </a:endParaRPr>
          </a:p>
          <a:p>
            <a:pPr algn="ctr" marL="12065" marR="5080" indent="635">
              <a:lnSpc>
                <a:spcPct val="101600"/>
              </a:lnSpc>
              <a:spcBef>
                <a:spcPts val="700"/>
              </a:spcBef>
            </a:pPr>
            <a:r>
              <a:rPr dirty="0" sz="1300" spc="-50">
                <a:solidFill>
                  <a:srgbClr val="373536"/>
                </a:solidFill>
                <a:latin typeface="Roboto"/>
                <a:cs typeface="Roboto"/>
              </a:rPr>
              <a:t>Search, TTL hold, idempotent booking, multi-item saga, cancel and restock, local currency, zero-oversell load test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37220" y="1873237"/>
            <a:ext cx="2527300" cy="191643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endParaRPr sz="3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2000" spc="170" b="1">
                <a:solidFill>
                  <a:srgbClr val="FC2E12"/>
                </a:solidFill>
                <a:latin typeface="Verdana"/>
                <a:cs typeface="Verdana"/>
              </a:rPr>
              <a:t>LIMITS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1600"/>
              </a:lnSpc>
              <a:spcBef>
                <a:spcPts val="700"/>
              </a:spcBef>
            </a:pPr>
            <a:r>
              <a:rPr dirty="0" sz="1300" spc="-10">
                <a:solidFill>
                  <a:srgbClr val="373536"/>
                </a:solidFill>
                <a:latin typeface="Roboto"/>
                <a:cs typeface="Roboto"/>
              </a:rPr>
              <a:t>Mock payment and mock login (not real auth), no real airline or hotel APIs, one stop at most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32510" cy="1305560"/>
            <a:chOff x="0" y="0"/>
            <a:chExt cx="103251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32510" cy="845819"/>
            </a:xfrm>
            <a:custGeom>
              <a:avLst/>
              <a:gdLst/>
              <a:ahLst/>
              <a:cxnLst/>
              <a:rect l="l" t="t" r="r" b="b"/>
              <a:pathLst>
                <a:path w="1032510" h="845819">
                  <a:moveTo>
                    <a:pt x="82786" y="845767"/>
                  </a:moveTo>
                  <a:lnTo>
                    <a:pt x="0" y="845246"/>
                  </a:lnTo>
                  <a:lnTo>
                    <a:pt x="0" y="0"/>
                  </a:lnTo>
                  <a:lnTo>
                    <a:pt x="1032278" y="0"/>
                  </a:lnTo>
                  <a:lnTo>
                    <a:pt x="477700" y="554848"/>
                  </a:lnTo>
                  <a:lnTo>
                    <a:pt x="374447" y="554848"/>
                  </a:lnTo>
                  <a:lnTo>
                    <a:pt x="82786" y="84576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62940" cy="1305560"/>
            </a:xfrm>
            <a:custGeom>
              <a:avLst/>
              <a:gdLst/>
              <a:ahLst/>
              <a:cxnLst/>
              <a:rect l="l" t="t" r="r" b="b"/>
              <a:pathLst>
                <a:path w="662940" h="1305560">
                  <a:moveTo>
                    <a:pt x="0" y="1305178"/>
                  </a:moveTo>
                  <a:lnTo>
                    <a:pt x="0" y="1282994"/>
                  </a:lnTo>
                  <a:lnTo>
                    <a:pt x="415197" y="867797"/>
                  </a:lnTo>
                  <a:lnTo>
                    <a:pt x="415197" y="225484"/>
                  </a:lnTo>
                  <a:lnTo>
                    <a:pt x="640682" y="0"/>
                  </a:lnTo>
                  <a:lnTo>
                    <a:pt x="662865" y="0"/>
                  </a:lnTo>
                  <a:lnTo>
                    <a:pt x="430826" y="232038"/>
                  </a:lnTo>
                  <a:lnTo>
                    <a:pt x="430826" y="874351"/>
                  </a:lnTo>
                  <a:lnTo>
                    <a:pt x="0" y="13051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56739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ARCHITECTURE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65757" y="1642056"/>
            <a:ext cx="1292860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30"/>
              </a:spcBef>
            </a:pPr>
            <a:r>
              <a:rPr dirty="0" sz="2000" spc="170" b="1">
                <a:solidFill>
                  <a:srgbClr val="FC2E12"/>
                </a:solidFill>
                <a:latin typeface="Verdana"/>
                <a:cs typeface="Verdana"/>
              </a:rPr>
              <a:t>REACT</a:t>
            </a:r>
            <a:endParaRPr sz="2200">
              <a:latin typeface="Verdana"/>
              <a:cs typeface="Verdana"/>
            </a:endParaRPr>
          </a:p>
          <a:p>
            <a:pPr marL="12700" marR="5080" indent="234950">
              <a:lnSpc>
                <a:spcPct val="100000"/>
              </a:lnSpc>
              <a:spcBef>
                <a:spcPts val="42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Search + pay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69000" y="1721953"/>
            <a:ext cx="2406015" cy="2414270"/>
            <a:chOff x="3369000" y="1721953"/>
            <a:chExt cx="2406015" cy="2414270"/>
          </a:xfrm>
        </p:grpSpPr>
        <p:sp>
          <p:nvSpPr>
            <p:cNvPr id="11" name="object 11"/>
            <p:cNvSpPr/>
            <p:nvPr/>
          </p:nvSpPr>
          <p:spPr>
            <a:xfrm>
              <a:off x="3383287" y="1736241"/>
              <a:ext cx="2377440" cy="2385695"/>
            </a:xfrm>
            <a:custGeom>
              <a:avLst/>
              <a:gdLst/>
              <a:ahLst/>
              <a:cxnLst/>
              <a:rect l="l" t="t" r="r" b="b"/>
              <a:pathLst>
                <a:path w="2377440" h="2385695">
                  <a:moveTo>
                    <a:pt x="1570124" y="403649"/>
                  </a:moveTo>
                  <a:lnTo>
                    <a:pt x="1572840" y="356575"/>
                  </a:lnTo>
                  <a:lnTo>
                    <a:pt x="1580785" y="311096"/>
                  </a:lnTo>
                  <a:lnTo>
                    <a:pt x="1593657" y="267515"/>
                  </a:lnTo>
                  <a:lnTo>
                    <a:pt x="1611152" y="226134"/>
                  </a:lnTo>
                  <a:lnTo>
                    <a:pt x="1632968" y="187257"/>
                  </a:lnTo>
                  <a:lnTo>
                    <a:pt x="1658802" y="151187"/>
                  </a:lnTo>
                  <a:lnTo>
                    <a:pt x="1688351" y="118226"/>
                  </a:lnTo>
                  <a:lnTo>
                    <a:pt x="1721312" y="88677"/>
                  </a:lnTo>
                  <a:lnTo>
                    <a:pt x="1757382" y="62843"/>
                  </a:lnTo>
                  <a:lnTo>
                    <a:pt x="1796259" y="41027"/>
                  </a:lnTo>
                  <a:lnTo>
                    <a:pt x="1837640" y="23532"/>
                  </a:lnTo>
                  <a:lnTo>
                    <a:pt x="1881221" y="10660"/>
                  </a:lnTo>
                  <a:lnTo>
                    <a:pt x="1926700" y="2715"/>
                  </a:lnTo>
                  <a:lnTo>
                    <a:pt x="1973774" y="0"/>
                  </a:lnTo>
                  <a:lnTo>
                    <a:pt x="2026832" y="3500"/>
                  </a:lnTo>
                  <a:lnTo>
                    <a:pt x="2078531" y="13829"/>
                  </a:lnTo>
                  <a:lnTo>
                    <a:pt x="2128245" y="30725"/>
                  </a:lnTo>
                  <a:lnTo>
                    <a:pt x="2175345" y="53930"/>
                  </a:lnTo>
                  <a:lnTo>
                    <a:pt x="2219206" y="83184"/>
                  </a:lnTo>
                  <a:lnTo>
                    <a:pt x="2259198" y="118226"/>
                  </a:lnTo>
                  <a:lnTo>
                    <a:pt x="2294240" y="158218"/>
                  </a:lnTo>
                  <a:lnTo>
                    <a:pt x="2323493" y="202079"/>
                  </a:lnTo>
                  <a:lnTo>
                    <a:pt x="2346698" y="249179"/>
                  </a:lnTo>
                  <a:lnTo>
                    <a:pt x="2363595" y="298893"/>
                  </a:lnTo>
                  <a:lnTo>
                    <a:pt x="2373924" y="350592"/>
                  </a:lnTo>
                  <a:lnTo>
                    <a:pt x="2377424" y="403649"/>
                  </a:lnTo>
                  <a:lnTo>
                    <a:pt x="2374709" y="450724"/>
                  </a:lnTo>
                  <a:lnTo>
                    <a:pt x="2366764" y="496203"/>
                  </a:lnTo>
                  <a:lnTo>
                    <a:pt x="2353892" y="539784"/>
                  </a:lnTo>
                  <a:lnTo>
                    <a:pt x="2336397" y="581165"/>
                  </a:lnTo>
                  <a:lnTo>
                    <a:pt x="2314581" y="620041"/>
                  </a:lnTo>
                  <a:lnTo>
                    <a:pt x="2288747" y="656112"/>
                  </a:lnTo>
                  <a:lnTo>
                    <a:pt x="2259198" y="689073"/>
                  </a:lnTo>
                  <a:lnTo>
                    <a:pt x="2226237" y="718622"/>
                  </a:lnTo>
                  <a:lnTo>
                    <a:pt x="2190166" y="744456"/>
                  </a:lnTo>
                  <a:lnTo>
                    <a:pt x="2151290" y="766272"/>
                  </a:lnTo>
                  <a:lnTo>
                    <a:pt x="2109909" y="783767"/>
                  </a:lnTo>
                  <a:lnTo>
                    <a:pt x="2066328" y="796639"/>
                  </a:lnTo>
                  <a:lnTo>
                    <a:pt x="2020849" y="804584"/>
                  </a:lnTo>
                  <a:lnTo>
                    <a:pt x="1973774" y="807299"/>
                  </a:lnTo>
                  <a:lnTo>
                    <a:pt x="1926700" y="804584"/>
                  </a:lnTo>
                  <a:lnTo>
                    <a:pt x="1881221" y="796639"/>
                  </a:lnTo>
                  <a:lnTo>
                    <a:pt x="1837640" y="783767"/>
                  </a:lnTo>
                  <a:lnTo>
                    <a:pt x="1796259" y="766272"/>
                  </a:lnTo>
                  <a:lnTo>
                    <a:pt x="1757382" y="744456"/>
                  </a:lnTo>
                  <a:lnTo>
                    <a:pt x="1721312" y="718622"/>
                  </a:lnTo>
                  <a:lnTo>
                    <a:pt x="1688351" y="689073"/>
                  </a:lnTo>
                  <a:lnTo>
                    <a:pt x="1658802" y="656112"/>
                  </a:lnTo>
                  <a:lnTo>
                    <a:pt x="1632968" y="620041"/>
                  </a:lnTo>
                  <a:lnTo>
                    <a:pt x="1611152" y="581165"/>
                  </a:lnTo>
                  <a:lnTo>
                    <a:pt x="1593657" y="539784"/>
                  </a:lnTo>
                  <a:lnTo>
                    <a:pt x="1580785" y="496203"/>
                  </a:lnTo>
                  <a:lnTo>
                    <a:pt x="1572840" y="450724"/>
                  </a:lnTo>
                  <a:lnTo>
                    <a:pt x="1570124" y="403649"/>
                  </a:lnTo>
                  <a:close/>
                </a:path>
                <a:path w="2377440" h="2385695">
                  <a:moveTo>
                    <a:pt x="1570124" y="1981826"/>
                  </a:moveTo>
                  <a:lnTo>
                    <a:pt x="1572840" y="1934752"/>
                  </a:lnTo>
                  <a:lnTo>
                    <a:pt x="1580785" y="1889273"/>
                  </a:lnTo>
                  <a:lnTo>
                    <a:pt x="1593657" y="1845692"/>
                  </a:lnTo>
                  <a:lnTo>
                    <a:pt x="1611152" y="1804311"/>
                  </a:lnTo>
                  <a:lnTo>
                    <a:pt x="1632968" y="1765434"/>
                  </a:lnTo>
                  <a:lnTo>
                    <a:pt x="1658802" y="1729364"/>
                  </a:lnTo>
                  <a:lnTo>
                    <a:pt x="1688351" y="1696403"/>
                  </a:lnTo>
                  <a:lnTo>
                    <a:pt x="1721312" y="1666854"/>
                  </a:lnTo>
                  <a:lnTo>
                    <a:pt x="1757382" y="1641020"/>
                  </a:lnTo>
                  <a:lnTo>
                    <a:pt x="1796259" y="1619204"/>
                  </a:lnTo>
                  <a:lnTo>
                    <a:pt x="1837640" y="1601708"/>
                  </a:lnTo>
                  <a:lnTo>
                    <a:pt x="1881221" y="1588837"/>
                  </a:lnTo>
                  <a:lnTo>
                    <a:pt x="1926700" y="1580892"/>
                  </a:lnTo>
                  <a:lnTo>
                    <a:pt x="1973774" y="1578176"/>
                  </a:lnTo>
                  <a:lnTo>
                    <a:pt x="2026832" y="1581677"/>
                  </a:lnTo>
                  <a:lnTo>
                    <a:pt x="2078531" y="1592005"/>
                  </a:lnTo>
                  <a:lnTo>
                    <a:pt x="2128245" y="1608902"/>
                  </a:lnTo>
                  <a:lnTo>
                    <a:pt x="2175345" y="1632107"/>
                  </a:lnTo>
                  <a:lnTo>
                    <a:pt x="2219206" y="1661361"/>
                  </a:lnTo>
                  <a:lnTo>
                    <a:pt x="2259198" y="1696402"/>
                  </a:lnTo>
                  <a:lnTo>
                    <a:pt x="2294240" y="1736395"/>
                  </a:lnTo>
                  <a:lnTo>
                    <a:pt x="2323493" y="1780255"/>
                  </a:lnTo>
                  <a:lnTo>
                    <a:pt x="2346698" y="1827356"/>
                  </a:lnTo>
                  <a:lnTo>
                    <a:pt x="2363595" y="1877070"/>
                  </a:lnTo>
                  <a:lnTo>
                    <a:pt x="2373924" y="1928769"/>
                  </a:lnTo>
                  <a:lnTo>
                    <a:pt x="2377424" y="1981826"/>
                  </a:lnTo>
                  <a:lnTo>
                    <a:pt x="2374709" y="2028900"/>
                  </a:lnTo>
                  <a:lnTo>
                    <a:pt x="2366764" y="2074379"/>
                  </a:lnTo>
                  <a:lnTo>
                    <a:pt x="2353892" y="2117961"/>
                  </a:lnTo>
                  <a:lnTo>
                    <a:pt x="2336397" y="2159341"/>
                  </a:lnTo>
                  <a:lnTo>
                    <a:pt x="2314581" y="2198218"/>
                  </a:lnTo>
                  <a:lnTo>
                    <a:pt x="2288747" y="2234289"/>
                  </a:lnTo>
                  <a:lnTo>
                    <a:pt x="2259198" y="2267250"/>
                  </a:lnTo>
                  <a:lnTo>
                    <a:pt x="2226237" y="2296799"/>
                  </a:lnTo>
                  <a:lnTo>
                    <a:pt x="2190166" y="2322633"/>
                  </a:lnTo>
                  <a:lnTo>
                    <a:pt x="2151290" y="2344449"/>
                  </a:lnTo>
                  <a:lnTo>
                    <a:pt x="2109909" y="2361944"/>
                  </a:lnTo>
                  <a:lnTo>
                    <a:pt x="2066328" y="2374816"/>
                  </a:lnTo>
                  <a:lnTo>
                    <a:pt x="2020849" y="2382761"/>
                  </a:lnTo>
                  <a:lnTo>
                    <a:pt x="1973774" y="2385476"/>
                  </a:lnTo>
                  <a:lnTo>
                    <a:pt x="1926700" y="2382761"/>
                  </a:lnTo>
                  <a:lnTo>
                    <a:pt x="1881221" y="2374816"/>
                  </a:lnTo>
                  <a:lnTo>
                    <a:pt x="1837640" y="2361944"/>
                  </a:lnTo>
                  <a:lnTo>
                    <a:pt x="1796259" y="2344449"/>
                  </a:lnTo>
                  <a:lnTo>
                    <a:pt x="1757382" y="2322633"/>
                  </a:lnTo>
                  <a:lnTo>
                    <a:pt x="1721312" y="2296799"/>
                  </a:lnTo>
                  <a:lnTo>
                    <a:pt x="1688351" y="2267250"/>
                  </a:lnTo>
                  <a:lnTo>
                    <a:pt x="1658802" y="2234289"/>
                  </a:lnTo>
                  <a:lnTo>
                    <a:pt x="1632968" y="2198218"/>
                  </a:lnTo>
                  <a:lnTo>
                    <a:pt x="1611152" y="2159341"/>
                  </a:lnTo>
                  <a:lnTo>
                    <a:pt x="1593657" y="2117961"/>
                  </a:lnTo>
                  <a:lnTo>
                    <a:pt x="1580785" y="2074379"/>
                  </a:lnTo>
                  <a:lnTo>
                    <a:pt x="1572840" y="2028900"/>
                  </a:lnTo>
                  <a:lnTo>
                    <a:pt x="1570124" y="1981826"/>
                  </a:lnTo>
                  <a:close/>
                </a:path>
                <a:path w="2377440" h="2385695">
                  <a:moveTo>
                    <a:pt x="0" y="403649"/>
                  </a:moveTo>
                  <a:lnTo>
                    <a:pt x="2715" y="356575"/>
                  </a:lnTo>
                  <a:lnTo>
                    <a:pt x="10660" y="311096"/>
                  </a:lnTo>
                  <a:lnTo>
                    <a:pt x="23532" y="267515"/>
                  </a:lnTo>
                  <a:lnTo>
                    <a:pt x="41027" y="226134"/>
                  </a:lnTo>
                  <a:lnTo>
                    <a:pt x="62843" y="187257"/>
                  </a:lnTo>
                  <a:lnTo>
                    <a:pt x="88677" y="151187"/>
                  </a:lnTo>
                  <a:lnTo>
                    <a:pt x="118226" y="118226"/>
                  </a:lnTo>
                  <a:lnTo>
                    <a:pt x="151187" y="88677"/>
                  </a:lnTo>
                  <a:lnTo>
                    <a:pt x="187257" y="62843"/>
                  </a:lnTo>
                  <a:lnTo>
                    <a:pt x="226134" y="41027"/>
                  </a:lnTo>
                  <a:lnTo>
                    <a:pt x="267515" y="23532"/>
                  </a:lnTo>
                  <a:lnTo>
                    <a:pt x="311096" y="10660"/>
                  </a:lnTo>
                  <a:lnTo>
                    <a:pt x="356575" y="2715"/>
                  </a:lnTo>
                  <a:lnTo>
                    <a:pt x="403649" y="0"/>
                  </a:lnTo>
                  <a:lnTo>
                    <a:pt x="456707" y="3500"/>
                  </a:lnTo>
                  <a:lnTo>
                    <a:pt x="508406" y="13829"/>
                  </a:lnTo>
                  <a:lnTo>
                    <a:pt x="558120" y="30725"/>
                  </a:lnTo>
                  <a:lnTo>
                    <a:pt x="605220" y="53930"/>
                  </a:lnTo>
                  <a:lnTo>
                    <a:pt x="649081" y="83184"/>
                  </a:lnTo>
                  <a:lnTo>
                    <a:pt x="689073" y="118226"/>
                  </a:lnTo>
                  <a:lnTo>
                    <a:pt x="724115" y="158218"/>
                  </a:lnTo>
                  <a:lnTo>
                    <a:pt x="753368" y="202079"/>
                  </a:lnTo>
                  <a:lnTo>
                    <a:pt x="776573" y="249179"/>
                  </a:lnTo>
                  <a:lnTo>
                    <a:pt x="793470" y="298893"/>
                  </a:lnTo>
                  <a:lnTo>
                    <a:pt x="803799" y="350592"/>
                  </a:lnTo>
                  <a:lnTo>
                    <a:pt x="807299" y="403649"/>
                  </a:lnTo>
                  <a:lnTo>
                    <a:pt x="804584" y="450724"/>
                  </a:lnTo>
                  <a:lnTo>
                    <a:pt x="796639" y="496203"/>
                  </a:lnTo>
                  <a:lnTo>
                    <a:pt x="783767" y="539784"/>
                  </a:lnTo>
                  <a:lnTo>
                    <a:pt x="766272" y="581165"/>
                  </a:lnTo>
                  <a:lnTo>
                    <a:pt x="744456" y="620041"/>
                  </a:lnTo>
                  <a:lnTo>
                    <a:pt x="718622" y="656112"/>
                  </a:lnTo>
                  <a:lnTo>
                    <a:pt x="689073" y="689073"/>
                  </a:lnTo>
                  <a:lnTo>
                    <a:pt x="656112" y="718622"/>
                  </a:lnTo>
                  <a:lnTo>
                    <a:pt x="620041" y="744456"/>
                  </a:lnTo>
                  <a:lnTo>
                    <a:pt x="581165" y="766272"/>
                  </a:lnTo>
                  <a:lnTo>
                    <a:pt x="539784" y="783767"/>
                  </a:lnTo>
                  <a:lnTo>
                    <a:pt x="496203" y="796639"/>
                  </a:lnTo>
                  <a:lnTo>
                    <a:pt x="450724" y="804584"/>
                  </a:lnTo>
                  <a:lnTo>
                    <a:pt x="403649" y="807299"/>
                  </a:lnTo>
                  <a:lnTo>
                    <a:pt x="356575" y="804584"/>
                  </a:lnTo>
                  <a:lnTo>
                    <a:pt x="311096" y="796639"/>
                  </a:lnTo>
                  <a:lnTo>
                    <a:pt x="267515" y="783767"/>
                  </a:lnTo>
                  <a:lnTo>
                    <a:pt x="226134" y="766272"/>
                  </a:lnTo>
                  <a:lnTo>
                    <a:pt x="187257" y="744456"/>
                  </a:lnTo>
                  <a:lnTo>
                    <a:pt x="151187" y="718622"/>
                  </a:lnTo>
                  <a:lnTo>
                    <a:pt x="118226" y="689073"/>
                  </a:lnTo>
                  <a:lnTo>
                    <a:pt x="88677" y="656112"/>
                  </a:lnTo>
                  <a:lnTo>
                    <a:pt x="62843" y="620041"/>
                  </a:lnTo>
                  <a:lnTo>
                    <a:pt x="41027" y="581165"/>
                  </a:lnTo>
                  <a:lnTo>
                    <a:pt x="23532" y="539784"/>
                  </a:lnTo>
                  <a:lnTo>
                    <a:pt x="10660" y="496203"/>
                  </a:lnTo>
                  <a:lnTo>
                    <a:pt x="2715" y="450724"/>
                  </a:lnTo>
                  <a:lnTo>
                    <a:pt x="0" y="403649"/>
                  </a:lnTo>
                  <a:close/>
                </a:path>
                <a:path w="2377440" h="2385695">
                  <a:moveTo>
                    <a:pt x="0" y="1981826"/>
                  </a:moveTo>
                  <a:lnTo>
                    <a:pt x="2715" y="1934752"/>
                  </a:lnTo>
                  <a:lnTo>
                    <a:pt x="10660" y="1889273"/>
                  </a:lnTo>
                  <a:lnTo>
                    <a:pt x="23532" y="1845692"/>
                  </a:lnTo>
                  <a:lnTo>
                    <a:pt x="41027" y="1804311"/>
                  </a:lnTo>
                  <a:lnTo>
                    <a:pt x="62843" y="1765434"/>
                  </a:lnTo>
                  <a:lnTo>
                    <a:pt x="88677" y="1729364"/>
                  </a:lnTo>
                  <a:lnTo>
                    <a:pt x="118226" y="1696403"/>
                  </a:lnTo>
                  <a:lnTo>
                    <a:pt x="151187" y="1666854"/>
                  </a:lnTo>
                  <a:lnTo>
                    <a:pt x="187257" y="1641020"/>
                  </a:lnTo>
                  <a:lnTo>
                    <a:pt x="226134" y="1619204"/>
                  </a:lnTo>
                  <a:lnTo>
                    <a:pt x="267515" y="1601708"/>
                  </a:lnTo>
                  <a:lnTo>
                    <a:pt x="311096" y="1588837"/>
                  </a:lnTo>
                  <a:lnTo>
                    <a:pt x="356575" y="1580892"/>
                  </a:lnTo>
                  <a:lnTo>
                    <a:pt x="403649" y="1578176"/>
                  </a:lnTo>
                  <a:lnTo>
                    <a:pt x="456707" y="1581677"/>
                  </a:lnTo>
                  <a:lnTo>
                    <a:pt x="508406" y="1592005"/>
                  </a:lnTo>
                  <a:lnTo>
                    <a:pt x="558120" y="1608902"/>
                  </a:lnTo>
                  <a:lnTo>
                    <a:pt x="605220" y="1632107"/>
                  </a:lnTo>
                  <a:lnTo>
                    <a:pt x="649081" y="1661361"/>
                  </a:lnTo>
                  <a:lnTo>
                    <a:pt x="689073" y="1696402"/>
                  </a:lnTo>
                  <a:lnTo>
                    <a:pt x="724115" y="1736395"/>
                  </a:lnTo>
                  <a:lnTo>
                    <a:pt x="753368" y="1780255"/>
                  </a:lnTo>
                  <a:lnTo>
                    <a:pt x="776573" y="1827356"/>
                  </a:lnTo>
                  <a:lnTo>
                    <a:pt x="793470" y="1877070"/>
                  </a:lnTo>
                  <a:lnTo>
                    <a:pt x="803799" y="1928769"/>
                  </a:lnTo>
                  <a:lnTo>
                    <a:pt x="807299" y="1981826"/>
                  </a:lnTo>
                  <a:lnTo>
                    <a:pt x="804584" y="2028900"/>
                  </a:lnTo>
                  <a:lnTo>
                    <a:pt x="796639" y="2074379"/>
                  </a:lnTo>
                  <a:lnTo>
                    <a:pt x="783767" y="2117961"/>
                  </a:lnTo>
                  <a:lnTo>
                    <a:pt x="766272" y="2159341"/>
                  </a:lnTo>
                  <a:lnTo>
                    <a:pt x="744456" y="2198218"/>
                  </a:lnTo>
                  <a:lnTo>
                    <a:pt x="718622" y="2234289"/>
                  </a:lnTo>
                  <a:lnTo>
                    <a:pt x="689073" y="2267250"/>
                  </a:lnTo>
                  <a:lnTo>
                    <a:pt x="656112" y="2296799"/>
                  </a:lnTo>
                  <a:lnTo>
                    <a:pt x="620041" y="2322633"/>
                  </a:lnTo>
                  <a:lnTo>
                    <a:pt x="581165" y="2344449"/>
                  </a:lnTo>
                  <a:lnTo>
                    <a:pt x="539784" y="2361944"/>
                  </a:lnTo>
                  <a:lnTo>
                    <a:pt x="496203" y="2374816"/>
                  </a:lnTo>
                  <a:lnTo>
                    <a:pt x="450724" y="2382761"/>
                  </a:lnTo>
                  <a:lnTo>
                    <a:pt x="403649" y="2385476"/>
                  </a:lnTo>
                  <a:lnTo>
                    <a:pt x="356575" y="2382761"/>
                  </a:lnTo>
                  <a:lnTo>
                    <a:pt x="311096" y="2374816"/>
                  </a:lnTo>
                  <a:lnTo>
                    <a:pt x="267515" y="2361944"/>
                  </a:lnTo>
                  <a:lnTo>
                    <a:pt x="226134" y="2344449"/>
                  </a:lnTo>
                  <a:lnTo>
                    <a:pt x="187257" y="2322633"/>
                  </a:lnTo>
                  <a:lnTo>
                    <a:pt x="151187" y="2296799"/>
                  </a:lnTo>
                  <a:lnTo>
                    <a:pt x="118226" y="2267250"/>
                  </a:lnTo>
                  <a:lnTo>
                    <a:pt x="88677" y="2234289"/>
                  </a:lnTo>
                  <a:lnTo>
                    <a:pt x="62843" y="2198218"/>
                  </a:lnTo>
                  <a:lnTo>
                    <a:pt x="41027" y="2159341"/>
                  </a:lnTo>
                  <a:lnTo>
                    <a:pt x="23532" y="2117961"/>
                  </a:lnTo>
                  <a:lnTo>
                    <a:pt x="10660" y="2074379"/>
                  </a:lnTo>
                  <a:lnTo>
                    <a:pt x="2715" y="2028900"/>
                  </a:lnTo>
                  <a:lnTo>
                    <a:pt x="0" y="1981826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86862" y="2139891"/>
              <a:ext cx="1570355" cy="1578610"/>
            </a:xfrm>
            <a:custGeom>
              <a:avLst/>
              <a:gdLst/>
              <a:ahLst/>
              <a:cxnLst/>
              <a:rect l="l" t="t" r="r" b="b"/>
              <a:pathLst>
                <a:path w="1570354" h="1578610">
                  <a:moveTo>
                    <a:pt x="403724" y="0"/>
                  </a:moveTo>
                  <a:lnTo>
                    <a:pt x="1166624" y="0"/>
                  </a:lnTo>
                </a:path>
                <a:path w="1570354" h="1578610">
                  <a:moveTo>
                    <a:pt x="1570199" y="403649"/>
                  </a:moveTo>
                  <a:lnTo>
                    <a:pt x="0" y="1174649"/>
                  </a:lnTo>
                </a:path>
                <a:path w="1570354" h="1578610">
                  <a:moveTo>
                    <a:pt x="1166549" y="1578176"/>
                  </a:moveTo>
                  <a:lnTo>
                    <a:pt x="403649" y="1578176"/>
                  </a:lnTo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2644" y="1954729"/>
              <a:ext cx="372726" cy="3703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71173" y="1970557"/>
              <a:ext cx="372110" cy="218440"/>
            </a:xfrm>
            <a:custGeom>
              <a:avLst/>
              <a:gdLst/>
              <a:ahLst/>
              <a:cxnLst/>
              <a:rect l="l" t="t" r="r" b="b"/>
              <a:pathLst>
                <a:path w="372110" h="218439">
                  <a:moveTo>
                    <a:pt x="301866" y="120573"/>
                  </a:moveTo>
                  <a:lnTo>
                    <a:pt x="276999" y="120573"/>
                  </a:lnTo>
                  <a:lnTo>
                    <a:pt x="276999" y="217195"/>
                  </a:lnTo>
                  <a:lnTo>
                    <a:pt x="301866" y="217195"/>
                  </a:lnTo>
                  <a:lnTo>
                    <a:pt x="301866" y="120573"/>
                  </a:lnTo>
                  <a:close/>
                </a:path>
                <a:path w="372110" h="218439">
                  <a:moveTo>
                    <a:pt x="346875" y="83820"/>
                  </a:moveTo>
                  <a:lnTo>
                    <a:pt x="344182" y="77317"/>
                  </a:lnTo>
                  <a:lnTo>
                    <a:pt x="340423" y="70777"/>
                  </a:lnTo>
                  <a:lnTo>
                    <a:pt x="337515" y="63728"/>
                  </a:lnTo>
                  <a:lnTo>
                    <a:pt x="335648" y="56349"/>
                  </a:lnTo>
                  <a:lnTo>
                    <a:pt x="334987" y="48780"/>
                  </a:lnTo>
                  <a:lnTo>
                    <a:pt x="335648" y="40678"/>
                  </a:lnTo>
                  <a:lnTo>
                    <a:pt x="337515" y="33020"/>
                  </a:lnTo>
                  <a:lnTo>
                    <a:pt x="340423" y="25882"/>
                  </a:lnTo>
                  <a:lnTo>
                    <a:pt x="344182" y="19329"/>
                  </a:lnTo>
                  <a:lnTo>
                    <a:pt x="346367" y="13208"/>
                  </a:lnTo>
                  <a:lnTo>
                    <a:pt x="345109" y="6908"/>
                  </a:lnTo>
                  <a:lnTo>
                    <a:pt x="341083" y="1981"/>
                  </a:lnTo>
                  <a:lnTo>
                    <a:pt x="334987" y="0"/>
                  </a:lnTo>
                  <a:lnTo>
                    <a:pt x="48780" y="0"/>
                  </a:lnTo>
                  <a:lnTo>
                    <a:pt x="29895" y="3860"/>
                  </a:lnTo>
                  <a:lnTo>
                    <a:pt x="14389" y="14389"/>
                  </a:lnTo>
                  <a:lnTo>
                    <a:pt x="3873" y="29908"/>
                  </a:lnTo>
                  <a:lnTo>
                    <a:pt x="0" y="48780"/>
                  </a:lnTo>
                  <a:lnTo>
                    <a:pt x="3873" y="67119"/>
                  </a:lnTo>
                  <a:lnTo>
                    <a:pt x="14389" y="82359"/>
                  </a:lnTo>
                  <a:lnTo>
                    <a:pt x="29895" y="92773"/>
                  </a:lnTo>
                  <a:lnTo>
                    <a:pt x="48780" y="96621"/>
                  </a:lnTo>
                  <a:lnTo>
                    <a:pt x="334987" y="96621"/>
                  </a:lnTo>
                  <a:lnTo>
                    <a:pt x="341591" y="94767"/>
                  </a:lnTo>
                  <a:lnTo>
                    <a:pt x="345782" y="90068"/>
                  </a:lnTo>
                  <a:lnTo>
                    <a:pt x="346875" y="83820"/>
                  </a:lnTo>
                  <a:close/>
                </a:path>
                <a:path w="372110" h="218439">
                  <a:moveTo>
                    <a:pt x="371792" y="126098"/>
                  </a:moveTo>
                  <a:lnTo>
                    <a:pt x="366268" y="121475"/>
                  </a:lnTo>
                  <a:lnTo>
                    <a:pt x="325780" y="121475"/>
                  </a:lnTo>
                  <a:lnTo>
                    <a:pt x="325780" y="218109"/>
                  </a:lnTo>
                  <a:lnTo>
                    <a:pt x="360743" y="218109"/>
                  </a:lnTo>
                  <a:lnTo>
                    <a:pt x="366268" y="217195"/>
                  </a:lnTo>
                  <a:lnTo>
                    <a:pt x="371792" y="211683"/>
                  </a:lnTo>
                  <a:lnTo>
                    <a:pt x="371792" y="12609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6948" y="2091125"/>
              <a:ext cx="227311" cy="966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45728" y="2211674"/>
              <a:ext cx="25400" cy="97155"/>
            </a:xfrm>
            <a:custGeom>
              <a:avLst/>
              <a:gdLst/>
              <a:ahLst/>
              <a:cxnLst/>
              <a:rect l="l" t="t" r="r" b="b"/>
              <a:pathLst>
                <a:path w="25400" h="97155">
                  <a:moveTo>
                    <a:pt x="24828" y="96626"/>
                  </a:moveTo>
                  <a:lnTo>
                    <a:pt x="0" y="96626"/>
                  </a:lnTo>
                  <a:lnTo>
                    <a:pt x="0" y="0"/>
                  </a:lnTo>
                  <a:lnTo>
                    <a:pt x="24828" y="0"/>
                  </a:lnTo>
                  <a:lnTo>
                    <a:pt x="24828" y="9662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4509" y="2213514"/>
              <a:ext cx="222696" cy="956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01085" y="2212581"/>
              <a:ext cx="1621155" cy="1691005"/>
            </a:xfrm>
            <a:custGeom>
              <a:avLst/>
              <a:gdLst/>
              <a:ahLst/>
              <a:cxnLst/>
              <a:rect l="l" t="t" r="r" b="b"/>
              <a:pathLst>
                <a:path w="1621154" h="1691004">
                  <a:moveTo>
                    <a:pt x="371754" y="1610347"/>
                  </a:moveTo>
                  <a:lnTo>
                    <a:pt x="366014" y="1606054"/>
                  </a:lnTo>
                  <a:lnTo>
                    <a:pt x="279222" y="1540954"/>
                  </a:lnTo>
                  <a:lnTo>
                    <a:pt x="277190" y="1539430"/>
                  </a:lnTo>
                  <a:lnTo>
                    <a:pt x="274942" y="1538757"/>
                  </a:lnTo>
                  <a:lnTo>
                    <a:pt x="267093" y="1538757"/>
                  </a:lnTo>
                  <a:lnTo>
                    <a:pt x="261848" y="1543202"/>
                  </a:lnTo>
                  <a:lnTo>
                    <a:pt x="261848" y="1582153"/>
                  </a:lnTo>
                  <a:lnTo>
                    <a:pt x="206883" y="1582153"/>
                  </a:lnTo>
                  <a:lnTo>
                    <a:pt x="194195" y="1579587"/>
                  </a:lnTo>
                  <a:lnTo>
                    <a:pt x="183845" y="1572615"/>
                  </a:lnTo>
                  <a:lnTo>
                    <a:pt x="176860" y="1562277"/>
                  </a:lnTo>
                  <a:lnTo>
                    <a:pt x="174294" y="1549641"/>
                  </a:lnTo>
                  <a:lnTo>
                    <a:pt x="174294" y="1483080"/>
                  </a:lnTo>
                  <a:lnTo>
                    <a:pt x="166611" y="1445094"/>
                  </a:lnTo>
                  <a:lnTo>
                    <a:pt x="145669" y="1414030"/>
                  </a:lnTo>
                  <a:lnTo>
                    <a:pt x="114630" y="1393088"/>
                  </a:lnTo>
                  <a:lnTo>
                    <a:pt x="76669" y="1385404"/>
                  </a:lnTo>
                  <a:lnTo>
                    <a:pt x="32524" y="1385404"/>
                  </a:lnTo>
                  <a:lnTo>
                    <a:pt x="19850" y="1387957"/>
                  </a:lnTo>
                  <a:lnTo>
                    <a:pt x="9512" y="1394942"/>
                  </a:lnTo>
                  <a:lnTo>
                    <a:pt x="2540" y="1405293"/>
                  </a:lnTo>
                  <a:lnTo>
                    <a:pt x="0" y="1417980"/>
                  </a:lnTo>
                  <a:lnTo>
                    <a:pt x="2540" y="1430629"/>
                  </a:lnTo>
                  <a:lnTo>
                    <a:pt x="9512" y="1440980"/>
                  </a:lnTo>
                  <a:lnTo>
                    <a:pt x="19850" y="1447952"/>
                  </a:lnTo>
                  <a:lnTo>
                    <a:pt x="32524" y="1450517"/>
                  </a:lnTo>
                  <a:lnTo>
                    <a:pt x="76669" y="1450517"/>
                  </a:lnTo>
                  <a:lnTo>
                    <a:pt x="89331" y="1453070"/>
                  </a:lnTo>
                  <a:lnTo>
                    <a:pt x="99669" y="1460042"/>
                  </a:lnTo>
                  <a:lnTo>
                    <a:pt x="106641" y="1470393"/>
                  </a:lnTo>
                  <a:lnTo>
                    <a:pt x="109207" y="1483080"/>
                  </a:lnTo>
                  <a:lnTo>
                    <a:pt x="109207" y="1549641"/>
                  </a:lnTo>
                  <a:lnTo>
                    <a:pt x="116890" y="1587588"/>
                  </a:lnTo>
                  <a:lnTo>
                    <a:pt x="137845" y="1618627"/>
                  </a:lnTo>
                  <a:lnTo>
                    <a:pt x="168897" y="1639570"/>
                  </a:lnTo>
                  <a:lnTo>
                    <a:pt x="206883" y="1647266"/>
                  </a:lnTo>
                  <a:lnTo>
                    <a:pt x="261848" y="1647266"/>
                  </a:lnTo>
                  <a:lnTo>
                    <a:pt x="261848" y="1686255"/>
                  </a:lnTo>
                  <a:lnTo>
                    <a:pt x="267131" y="1690687"/>
                  </a:lnTo>
                  <a:lnTo>
                    <a:pt x="274955" y="1690687"/>
                  </a:lnTo>
                  <a:lnTo>
                    <a:pt x="277202" y="1690014"/>
                  </a:lnTo>
                  <a:lnTo>
                    <a:pt x="279222" y="1688515"/>
                  </a:lnTo>
                  <a:lnTo>
                    <a:pt x="366014" y="1623415"/>
                  </a:lnTo>
                  <a:lnTo>
                    <a:pt x="371754" y="1619072"/>
                  </a:lnTo>
                  <a:lnTo>
                    <a:pt x="371754" y="1610347"/>
                  </a:lnTo>
                  <a:close/>
                </a:path>
                <a:path w="1621154" h="1691004">
                  <a:moveTo>
                    <a:pt x="1620710" y="0"/>
                  </a:moveTo>
                  <a:lnTo>
                    <a:pt x="1582978" y="0"/>
                  </a:lnTo>
                  <a:lnTo>
                    <a:pt x="1575612" y="0"/>
                  </a:lnTo>
                  <a:lnTo>
                    <a:pt x="1570088" y="5524"/>
                  </a:lnTo>
                  <a:lnTo>
                    <a:pt x="1570088" y="90208"/>
                  </a:lnTo>
                  <a:lnTo>
                    <a:pt x="1575612" y="96634"/>
                  </a:lnTo>
                  <a:lnTo>
                    <a:pt x="1620710" y="96634"/>
                  </a:lnTo>
                  <a:lnTo>
                    <a:pt x="1620710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1027" y="3770896"/>
              <a:ext cx="110423" cy="672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46580" y="3532868"/>
              <a:ext cx="226266" cy="15193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702" y="3537850"/>
              <a:ext cx="359410" cy="360680"/>
            </a:xfrm>
            <a:custGeom>
              <a:avLst/>
              <a:gdLst/>
              <a:ahLst/>
              <a:cxnLst/>
              <a:rect l="l" t="t" r="r" b="b"/>
              <a:pathLst>
                <a:path w="359410" h="360679">
                  <a:moveTo>
                    <a:pt x="39807" y="360434"/>
                  </a:moveTo>
                  <a:lnTo>
                    <a:pt x="23593" y="360434"/>
                  </a:lnTo>
                  <a:lnTo>
                    <a:pt x="15476" y="357348"/>
                  </a:lnTo>
                  <a:lnTo>
                    <a:pt x="9285" y="351176"/>
                  </a:lnTo>
                  <a:lnTo>
                    <a:pt x="2321" y="340692"/>
                  </a:lnTo>
                  <a:lnTo>
                    <a:pt x="0" y="328771"/>
                  </a:lnTo>
                  <a:lnTo>
                    <a:pt x="2321" y="316849"/>
                  </a:lnTo>
                  <a:lnTo>
                    <a:pt x="9285" y="306365"/>
                  </a:lnTo>
                  <a:lnTo>
                    <a:pt x="75286" y="240345"/>
                  </a:lnTo>
                  <a:lnTo>
                    <a:pt x="72407" y="230973"/>
                  </a:lnTo>
                  <a:lnTo>
                    <a:pt x="72549" y="221393"/>
                  </a:lnTo>
                  <a:lnTo>
                    <a:pt x="75584" y="212306"/>
                  </a:lnTo>
                  <a:lnTo>
                    <a:pt x="81383" y="204418"/>
                  </a:lnTo>
                  <a:lnTo>
                    <a:pt x="96289" y="189493"/>
                  </a:lnTo>
                  <a:lnTo>
                    <a:pt x="86723" y="151257"/>
                  </a:lnTo>
                  <a:lnTo>
                    <a:pt x="88350" y="111791"/>
                  </a:lnTo>
                  <a:lnTo>
                    <a:pt x="101423" y="73837"/>
                  </a:lnTo>
                  <a:lnTo>
                    <a:pt x="126195" y="40135"/>
                  </a:lnTo>
                  <a:lnTo>
                    <a:pt x="171621" y="10031"/>
                  </a:lnTo>
                  <a:lnTo>
                    <a:pt x="223298" y="0"/>
                  </a:lnTo>
                  <a:lnTo>
                    <a:pt x="249523" y="2507"/>
                  </a:lnTo>
                  <a:lnTo>
                    <a:pt x="274961" y="10031"/>
                  </a:lnTo>
                  <a:lnTo>
                    <a:pt x="296049" y="21114"/>
                  </a:lnTo>
                  <a:lnTo>
                    <a:pt x="223242" y="21114"/>
                  </a:lnTo>
                  <a:lnTo>
                    <a:pt x="201050" y="23236"/>
                  </a:lnTo>
                  <a:lnTo>
                    <a:pt x="159464" y="40135"/>
                  </a:lnTo>
                  <a:lnTo>
                    <a:pt x="115634" y="93456"/>
                  </a:lnTo>
                  <a:lnTo>
                    <a:pt x="107122" y="137180"/>
                  </a:lnTo>
                  <a:lnTo>
                    <a:pt x="115617" y="180915"/>
                  </a:lnTo>
                  <a:lnTo>
                    <a:pt x="141119" y="219342"/>
                  </a:lnTo>
                  <a:lnTo>
                    <a:pt x="179532" y="244818"/>
                  </a:lnTo>
                  <a:lnTo>
                    <a:pt x="223261" y="253306"/>
                  </a:lnTo>
                  <a:lnTo>
                    <a:pt x="296103" y="253306"/>
                  </a:lnTo>
                  <a:lnTo>
                    <a:pt x="289636" y="256691"/>
                  </a:lnTo>
                  <a:lnTo>
                    <a:pt x="88864" y="256691"/>
                  </a:lnTo>
                  <a:lnTo>
                    <a:pt x="73940" y="271616"/>
                  </a:lnTo>
                  <a:lnTo>
                    <a:pt x="88864" y="286540"/>
                  </a:lnTo>
                  <a:lnTo>
                    <a:pt x="118696" y="286540"/>
                  </a:lnTo>
                  <a:lnTo>
                    <a:pt x="47925" y="357348"/>
                  </a:lnTo>
                  <a:lnTo>
                    <a:pt x="39807" y="360434"/>
                  </a:lnTo>
                  <a:close/>
                </a:path>
                <a:path w="359410" h="360679">
                  <a:moveTo>
                    <a:pt x="296103" y="253306"/>
                  </a:moveTo>
                  <a:lnTo>
                    <a:pt x="223261" y="253306"/>
                  </a:lnTo>
                  <a:lnTo>
                    <a:pt x="245466" y="251184"/>
                  </a:lnTo>
                  <a:lnTo>
                    <a:pt x="267003" y="244818"/>
                  </a:lnTo>
                  <a:lnTo>
                    <a:pt x="287205" y="234204"/>
                  </a:lnTo>
                  <a:lnTo>
                    <a:pt x="305402" y="219342"/>
                  </a:lnTo>
                  <a:lnTo>
                    <a:pt x="330871" y="180915"/>
                  </a:lnTo>
                  <a:lnTo>
                    <a:pt x="339361" y="137180"/>
                  </a:lnTo>
                  <a:lnTo>
                    <a:pt x="330871" y="93456"/>
                  </a:lnTo>
                  <a:lnTo>
                    <a:pt x="305402" y="55060"/>
                  </a:lnTo>
                  <a:lnTo>
                    <a:pt x="266980" y="29601"/>
                  </a:lnTo>
                  <a:lnTo>
                    <a:pt x="223242" y="21114"/>
                  </a:lnTo>
                  <a:lnTo>
                    <a:pt x="296049" y="21114"/>
                  </a:lnTo>
                  <a:lnTo>
                    <a:pt x="298825" y="22573"/>
                  </a:lnTo>
                  <a:lnTo>
                    <a:pt x="320326" y="40135"/>
                  </a:lnTo>
                  <a:lnTo>
                    <a:pt x="346010" y="75735"/>
                  </a:lnTo>
                  <a:lnTo>
                    <a:pt x="358852" y="116175"/>
                  </a:lnTo>
                  <a:lnTo>
                    <a:pt x="358852" y="158227"/>
                  </a:lnTo>
                  <a:lnTo>
                    <a:pt x="346010" y="198667"/>
                  </a:lnTo>
                  <a:lnTo>
                    <a:pt x="320372" y="234204"/>
                  </a:lnTo>
                  <a:lnTo>
                    <a:pt x="298598" y="252000"/>
                  </a:lnTo>
                  <a:lnTo>
                    <a:pt x="296103" y="253306"/>
                  </a:lnTo>
                  <a:close/>
                </a:path>
                <a:path w="359410" h="360679">
                  <a:moveTo>
                    <a:pt x="118696" y="286540"/>
                  </a:moveTo>
                  <a:lnTo>
                    <a:pt x="88864" y="286540"/>
                  </a:lnTo>
                  <a:lnTo>
                    <a:pt x="103789" y="271616"/>
                  </a:lnTo>
                  <a:lnTo>
                    <a:pt x="88864" y="256691"/>
                  </a:lnTo>
                  <a:lnTo>
                    <a:pt x="289636" y="256691"/>
                  </a:lnTo>
                  <a:lnTo>
                    <a:pt x="275345" y="264172"/>
                  </a:lnTo>
                  <a:lnTo>
                    <a:pt x="170968" y="264172"/>
                  </a:lnTo>
                  <a:lnTo>
                    <a:pt x="156044" y="279040"/>
                  </a:lnTo>
                  <a:lnTo>
                    <a:pt x="150022" y="285138"/>
                  </a:lnTo>
                  <a:lnTo>
                    <a:pt x="120098" y="285138"/>
                  </a:lnTo>
                  <a:lnTo>
                    <a:pt x="118696" y="286540"/>
                  </a:lnTo>
                  <a:close/>
                </a:path>
                <a:path w="359410" h="360679">
                  <a:moveTo>
                    <a:pt x="223261" y="274440"/>
                  </a:moveTo>
                  <a:lnTo>
                    <a:pt x="209848" y="273790"/>
                  </a:lnTo>
                  <a:lnTo>
                    <a:pt x="196589" y="271852"/>
                  </a:lnTo>
                  <a:lnTo>
                    <a:pt x="183592" y="268641"/>
                  </a:lnTo>
                  <a:lnTo>
                    <a:pt x="170968" y="264172"/>
                  </a:lnTo>
                  <a:lnTo>
                    <a:pt x="275345" y="264172"/>
                  </a:lnTo>
                  <a:lnTo>
                    <a:pt x="274648" y="264537"/>
                  </a:lnTo>
                  <a:lnTo>
                    <a:pt x="249271" y="271982"/>
                  </a:lnTo>
                  <a:lnTo>
                    <a:pt x="223261" y="274440"/>
                  </a:lnTo>
                  <a:close/>
                </a:path>
                <a:path w="359410" h="360679">
                  <a:moveTo>
                    <a:pt x="141961" y="288336"/>
                  </a:moveTo>
                  <a:lnTo>
                    <a:pt x="129131" y="288336"/>
                  </a:lnTo>
                  <a:lnTo>
                    <a:pt x="124436" y="287307"/>
                  </a:lnTo>
                  <a:lnTo>
                    <a:pt x="119983" y="285138"/>
                  </a:lnTo>
                  <a:lnTo>
                    <a:pt x="150022" y="285138"/>
                  </a:lnTo>
                  <a:lnTo>
                    <a:pt x="141961" y="28833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9935" y="3580024"/>
              <a:ext cx="190073" cy="19007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922882" y="1620402"/>
            <a:ext cx="23044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7962" sz="4500" spc="509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r>
              <a:rPr dirty="0" baseline="-37962" sz="4500" spc="862" b="1">
                <a:solidFill>
                  <a:srgbClr val="373536"/>
                </a:solidFill>
                <a:latin typeface="Verdana"/>
                <a:cs typeface="Verdana"/>
              </a:rPr>
              <a:t> </a:t>
            </a: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API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19963" y="1883351"/>
            <a:ext cx="4921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5850" y="2111769"/>
            <a:ext cx="11233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Express + zod,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3369" y="3198898"/>
            <a:ext cx="18675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200" spc="105" b="1">
                <a:solidFill>
                  <a:srgbClr val="FC2E12"/>
                </a:solidFill>
                <a:latin typeface="Verdana"/>
                <a:cs typeface="Verdana"/>
              </a:rPr>
              <a:t>DATA</a:t>
            </a:r>
            <a:r>
              <a:rPr dirty="0" sz="2200" spc="50" b="1">
                <a:solidFill>
                  <a:srgbClr val="FC2E12"/>
                </a:solidFill>
                <a:latin typeface="Verdana"/>
                <a:cs typeface="Verdana"/>
              </a:rPr>
              <a:t>  </a:t>
            </a:r>
            <a:r>
              <a:rPr dirty="0" baseline="-37962" sz="4500" spc="472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baseline="-37962" sz="4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2840" y="3690269"/>
            <a:ext cx="15049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Postgres 16,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7332" y="3461867"/>
            <a:ext cx="621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65" b="1">
                <a:solidFill>
                  <a:srgbClr val="373536"/>
                </a:solidFill>
                <a:latin typeface="Verdana"/>
                <a:cs typeface="Verdana"/>
              </a:rPr>
              <a:t>04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5733" y="3918869"/>
            <a:ext cx="891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row locks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77525" y="2487871"/>
            <a:ext cx="1466850" cy="2656205"/>
            <a:chOff x="7677525" y="2487871"/>
            <a:chExt cx="1466850" cy="2656205"/>
          </a:xfrm>
        </p:grpSpPr>
        <p:sp>
          <p:nvSpPr>
            <p:cNvPr id="6" name="object 6"/>
            <p:cNvSpPr/>
            <p:nvPr/>
          </p:nvSpPr>
          <p:spPr>
            <a:xfrm>
              <a:off x="7677525" y="4084522"/>
              <a:ext cx="1466850" cy="1059180"/>
            </a:xfrm>
            <a:custGeom>
              <a:avLst/>
              <a:gdLst/>
              <a:ahLst/>
              <a:cxnLst/>
              <a:rect l="l" t="t" r="r" b="b"/>
              <a:pathLst>
                <a:path w="1466850" h="1059179">
                  <a:moveTo>
                    <a:pt x="1134484" y="1058977"/>
                  </a:moveTo>
                  <a:lnTo>
                    <a:pt x="0" y="1058977"/>
                  </a:lnTo>
                  <a:lnTo>
                    <a:pt x="388525" y="670924"/>
                  </a:lnTo>
                  <a:lnTo>
                    <a:pt x="795643" y="670924"/>
                  </a:lnTo>
                  <a:lnTo>
                    <a:pt x="1466475" y="0"/>
                  </a:lnTo>
                  <a:lnTo>
                    <a:pt x="1466475" y="1006037"/>
                  </a:lnTo>
                  <a:lnTo>
                    <a:pt x="1457618" y="1014894"/>
                  </a:lnTo>
                  <a:lnTo>
                    <a:pt x="1178560" y="1014894"/>
                  </a:lnTo>
                  <a:lnTo>
                    <a:pt x="1134484" y="10589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58124" y="2487879"/>
              <a:ext cx="586105" cy="2440305"/>
            </a:xfrm>
            <a:custGeom>
              <a:avLst/>
              <a:gdLst/>
              <a:ahLst/>
              <a:cxnLst/>
              <a:rect l="l" t="t" r="r" b="b"/>
              <a:pathLst>
                <a:path w="586104" h="2440304">
                  <a:moveTo>
                    <a:pt x="585876" y="1988286"/>
                  </a:moveTo>
                  <a:lnTo>
                    <a:pt x="157949" y="2416632"/>
                  </a:lnTo>
                  <a:lnTo>
                    <a:pt x="181787" y="2440051"/>
                  </a:lnTo>
                  <a:lnTo>
                    <a:pt x="585876" y="2035975"/>
                  </a:lnTo>
                  <a:lnTo>
                    <a:pt x="585876" y="1988286"/>
                  </a:lnTo>
                  <a:close/>
                </a:path>
                <a:path w="586104" h="2440304">
                  <a:moveTo>
                    <a:pt x="585876" y="0"/>
                  </a:moveTo>
                  <a:lnTo>
                    <a:pt x="0" y="585927"/>
                  </a:lnTo>
                  <a:lnTo>
                    <a:pt x="0" y="894016"/>
                  </a:lnTo>
                  <a:lnTo>
                    <a:pt x="55943" y="949960"/>
                  </a:lnTo>
                  <a:lnTo>
                    <a:pt x="55943" y="1267129"/>
                  </a:lnTo>
                  <a:lnTo>
                    <a:pt x="585876" y="1797062"/>
                  </a:lnTo>
                  <a:lnTo>
                    <a:pt x="585876" y="1777987"/>
                  </a:lnTo>
                  <a:lnTo>
                    <a:pt x="69380" y="1261491"/>
                  </a:lnTo>
                  <a:lnTo>
                    <a:pt x="69380" y="963396"/>
                  </a:lnTo>
                  <a:lnTo>
                    <a:pt x="585876" y="1479880"/>
                  </a:lnTo>
                  <a:lnTo>
                    <a:pt x="585876" y="1432077"/>
                  </a:lnTo>
                  <a:lnTo>
                    <a:pt x="33820" y="880135"/>
                  </a:lnTo>
                  <a:lnTo>
                    <a:pt x="33820" y="599808"/>
                  </a:lnTo>
                  <a:lnTo>
                    <a:pt x="585876" y="47764"/>
                  </a:lnTo>
                  <a:lnTo>
                    <a:pt x="585876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6363" y="4878742"/>
              <a:ext cx="126235" cy="12748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785850" y="2340369"/>
            <a:ext cx="12268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sessions, saga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85850" y="3220594"/>
            <a:ext cx="1515745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800" spc="105" b="1">
                <a:solidFill>
                  <a:srgbClr val="FC2E12"/>
                </a:solidFill>
                <a:latin typeface="Verdana"/>
                <a:cs typeface="Verdana"/>
              </a:rPr>
              <a:t>WORKERS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30 s expiry sweep, Gemini AI search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653415" cy="1104265"/>
          </a:xfrm>
          <a:custGeom>
            <a:avLst/>
            <a:gdLst/>
            <a:ahLst/>
            <a:cxnLst/>
            <a:rect l="l" t="t" r="r" b="b"/>
            <a:pathLst>
              <a:path w="653415" h="1104265">
                <a:moveTo>
                  <a:pt x="0" y="1104092"/>
                </a:moveTo>
                <a:lnTo>
                  <a:pt x="0" y="52152"/>
                </a:lnTo>
                <a:lnTo>
                  <a:pt x="52178" y="0"/>
                </a:lnTo>
                <a:lnTo>
                  <a:pt x="653327" y="0"/>
                </a:lnTo>
                <a:lnTo>
                  <a:pt x="275949" y="376814"/>
                </a:lnTo>
                <a:lnTo>
                  <a:pt x="275949" y="828102"/>
                </a:lnTo>
                <a:lnTo>
                  <a:pt x="0" y="110409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129" y="1674789"/>
            <a:ext cx="73847" cy="7535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0" y="0"/>
            <a:ext cx="886460" cy="1680210"/>
          </a:xfrm>
          <a:custGeom>
            <a:avLst/>
            <a:gdLst/>
            <a:ahLst/>
            <a:cxnLst/>
            <a:rect l="l" t="t" r="r" b="b"/>
            <a:pathLst>
              <a:path w="886460" h="1680210">
                <a:moveTo>
                  <a:pt x="886358" y="0"/>
                </a:moveTo>
                <a:lnTo>
                  <a:pt x="849376" y="0"/>
                </a:lnTo>
                <a:lnTo>
                  <a:pt x="459028" y="390359"/>
                </a:lnTo>
                <a:lnTo>
                  <a:pt x="459028" y="927760"/>
                </a:lnTo>
                <a:lnTo>
                  <a:pt x="0" y="1386789"/>
                </a:lnTo>
                <a:lnTo>
                  <a:pt x="0" y="1423631"/>
                </a:lnTo>
                <a:lnTo>
                  <a:pt x="295719" y="1127912"/>
                </a:lnTo>
                <a:lnTo>
                  <a:pt x="295719" y="1369783"/>
                </a:lnTo>
                <a:lnTo>
                  <a:pt x="0" y="1665503"/>
                </a:lnTo>
                <a:lnTo>
                  <a:pt x="0" y="1679892"/>
                </a:lnTo>
                <a:lnTo>
                  <a:pt x="306501" y="1374546"/>
                </a:lnTo>
                <a:lnTo>
                  <a:pt x="306501" y="1117130"/>
                </a:lnTo>
                <a:lnTo>
                  <a:pt x="485216" y="938403"/>
                </a:lnTo>
                <a:lnTo>
                  <a:pt x="485216" y="401142"/>
                </a:lnTo>
                <a:lnTo>
                  <a:pt x="617423" y="268935"/>
                </a:lnTo>
                <a:lnTo>
                  <a:pt x="671068" y="268935"/>
                </a:lnTo>
                <a:lnTo>
                  <a:pt x="840257" y="99745"/>
                </a:lnTo>
                <a:lnTo>
                  <a:pt x="840257" y="46101"/>
                </a:lnTo>
                <a:lnTo>
                  <a:pt x="886358" y="0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392" y="1886348"/>
            <a:ext cx="73659" cy="736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129" y="1884652"/>
            <a:ext cx="73847" cy="738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392" y="2094705"/>
            <a:ext cx="73659" cy="736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08429" y="1672915"/>
            <a:ext cx="1725930" cy="1106805"/>
          </a:xfrm>
          <a:prstGeom prst="rect">
            <a:avLst/>
          </a:prstGeom>
        </p:spPr>
        <p:txBody>
          <a:bodyPr wrap="square" lIns="0" tIns="18415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450"/>
              </a:spcBef>
            </a:pPr>
            <a:r>
              <a:rPr dirty="0" sz="1600" spc="170" b="1">
                <a:solidFill>
                  <a:srgbClr val="FC2E12"/>
                </a:solidFill>
                <a:latin typeface="Verdana"/>
                <a:cs typeface="Verdana"/>
              </a:rPr>
              <a:t>TTL EXPIRY</a:t>
            </a:r>
            <a:endParaRPr sz="2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919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Abandoned holds expire and free the stock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952053" y="445384"/>
            <a:ext cx="3240405" cy="13227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SOLUTION</a:t>
            </a:r>
          </a:p>
          <a:p>
            <a:pPr algn="ctr">
              <a:lnSpc>
                <a:spcPct val="100000"/>
              </a:lnSpc>
              <a:spcBef>
                <a:spcPts val="3010"/>
              </a:spcBef>
            </a:pPr>
            <a:r>
              <a:rPr dirty="0" spc="315"/>
              <a:t>02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2769" y="1145866"/>
            <a:ext cx="1815464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05"/>
              </a:spcBef>
            </a:pPr>
            <a:r>
              <a:rPr dirty="0" sz="1600" spc="90" b="1">
                <a:solidFill>
                  <a:srgbClr val="FC2E12"/>
                </a:solidFill>
                <a:latin typeface="Verdana"/>
                <a:cs typeface="Verdana"/>
              </a:rPr>
              <a:t>ATOMIC HOLD</a:t>
            </a:r>
            <a:endParaRPr sz="2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919"/>
              </a:spcBef>
            </a:pP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One Postgres call locks rows in order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5698" y="2870828"/>
            <a:ext cx="1749425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95"/>
              </a:spcBef>
            </a:pPr>
            <a:r>
              <a:rPr dirty="0" sz="3000" spc="165" b="1">
                <a:solidFill>
                  <a:srgbClr val="373536"/>
                </a:solidFill>
                <a:latin typeface="Verdana"/>
                <a:cs typeface="Verdana"/>
              </a:rPr>
              <a:t>04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05"/>
              </a:spcBef>
            </a:pPr>
            <a:r>
              <a:rPr dirty="0" sz="1600" spc="90" b="1">
                <a:solidFill>
                  <a:srgbClr val="FC2E12"/>
                </a:solidFill>
                <a:latin typeface="Verdana"/>
                <a:cs typeface="Verdana"/>
              </a:rPr>
              <a:t>SAGA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Hotel and flight together; a failure rolls both back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1873" y="2870828"/>
            <a:ext cx="1798955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95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05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1600" spc="35" b="1">
                <a:solidFill>
                  <a:srgbClr val="FC2E12"/>
                </a:solidFill>
                <a:latin typeface="Verdana"/>
                <a:cs typeface="Verdana"/>
              </a:rPr>
              <a:t>RESTOCK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Cancelling refunds and returns the units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474293" y="1978482"/>
            <a:ext cx="1670050" cy="3165475"/>
            <a:chOff x="7474293" y="1978482"/>
            <a:chExt cx="1670050" cy="3165475"/>
          </a:xfrm>
        </p:grpSpPr>
        <p:sp>
          <p:nvSpPr>
            <p:cNvPr id="3" name="object 3"/>
            <p:cNvSpPr/>
            <p:nvPr/>
          </p:nvSpPr>
          <p:spPr>
            <a:xfrm>
              <a:off x="7474293" y="3881235"/>
              <a:ext cx="1670050" cy="1262380"/>
            </a:xfrm>
            <a:custGeom>
              <a:avLst/>
              <a:gdLst/>
              <a:ahLst/>
              <a:cxnLst/>
              <a:rect l="l" t="t" r="r" b="b"/>
              <a:pathLst>
                <a:path w="1670050" h="1262379">
                  <a:moveTo>
                    <a:pt x="1134456" y="1262264"/>
                  </a:moveTo>
                  <a:lnTo>
                    <a:pt x="0" y="1262264"/>
                  </a:lnTo>
                  <a:lnTo>
                    <a:pt x="368832" y="893879"/>
                  </a:lnTo>
                  <a:lnTo>
                    <a:pt x="775949" y="893879"/>
                  </a:lnTo>
                  <a:lnTo>
                    <a:pt x="1669706" y="0"/>
                  </a:lnTo>
                  <a:lnTo>
                    <a:pt x="1669706" y="1006068"/>
                  </a:lnTo>
                  <a:lnTo>
                    <a:pt x="1437924" y="1237850"/>
                  </a:lnTo>
                  <a:lnTo>
                    <a:pt x="1158866" y="1237850"/>
                  </a:lnTo>
                  <a:lnTo>
                    <a:pt x="1134456" y="1262264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59052" y="2329230"/>
              <a:ext cx="1085215" cy="2508250"/>
            </a:xfrm>
            <a:custGeom>
              <a:avLst/>
              <a:gdLst/>
              <a:ahLst/>
              <a:cxnLst/>
              <a:rect l="l" t="t" r="r" b="b"/>
              <a:pathLst>
                <a:path w="1085215" h="2508250">
                  <a:moveTo>
                    <a:pt x="1084948" y="0"/>
                  </a:moveTo>
                  <a:lnTo>
                    <a:pt x="498360" y="588314"/>
                  </a:lnTo>
                  <a:lnTo>
                    <a:pt x="498360" y="1992922"/>
                  </a:lnTo>
                  <a:lnTo>
                    <a:pt x="0" y="2489555"/>
                  </a:lnTo>
                  <a:lnTo>
                    <a:pt x="16624" y="2508135"/>
                  </a:lnTo>
                  <a:lnTo>
                    <a:pt x="522630" y="2002104"/>
                  </a:lnTo>
                  <a:lnTo>
                    <a:pt x="522630" y="599478"/>
                  </a:lnTo>
                  <a:lnTo>
                    <a:pt x="665861" y="456234"/>
                  </a:lnTo>
                  <a:lnTo>
                    <a:pt x="755091" y="456234"/>
                  </a:lnTo>
                  <a:lnTo>
                    <a:pt x="1034110" y="177190"/>
                  </a:lnTo>
                  <a:lnTo>
                    <a:pt x="1034110" y="87985"/>
                  </a:lnTo>
                  <a:lnTo>
                    <a:pt x="1084948" y="37134"/>
                  </a:lnTo>
                  <a:lnTo>
                    <a:pt x="1084948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330" y="4797346"/>
              <a:ext cx="95960" cy="957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9561" y="1978482"/>
              <a:ext cx="78376" cy="457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288871" y="1145866"/>
            <a:ext cx="1868170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95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1600" spc="70" b="1">
                <a:solidFill>
                  <a:srgbClr val="FC2E12"/>
                </a:solidFill>
                <a:latin typeface="Verdana"/>
                <a:cs typeface="Verdana"/>
              </a:rPr>
              <a:t>IDEMPOTENT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A retry replays the result, never books twice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65750" y="2870828"/>
            <a:ext cx="1714500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95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06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1600" spc="85" b="1">
                <a:solidFill>
                  <a:srgbClr val="FC2E12"/>
                </a:solidFill>
                <a:latin typeface="Verdana"/>
                <a:cs typeface="Verdana"/>
              </a:rPr>
              <a:t>CURRENCY</a:t>
            </a:r>
            <a:endParaRPr sz="2200">
              <a:latin typeface="Verdana"/>
              <a:cs typeface="Verdana"/>
            </a:endParaRPr>
          </a:p>
          <a:p>
            <a:pPr algn="ctr" marL="12065" marR="5080" indent="-635">
              <a:lnSpc>
                <a:spcPct val="100000"/>
              </a:lnSpc>
              <a:spcBef>
                <a:spcPts val="919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Prices shown in your currency at dated FX rates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35455" cy="1602105"/>
            <a:chOff x="0" y="0"/>
            <a:chExt cx="1735455" cy="16021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735455" cy="1602105"/>
            </a:xfrm>
            <a:custGeom>
              <a:avLst/>
              <a:gdLst/>
              <a:ahLst/>
              <a:cxnLst/>
              <a:rect l="l" t="t" r="r" b="b"/>
              <a:pathLst>
                <a:path w="1735455" h="1602105">
                  <a:moveTo>
                    <a:pt x="0" y="1601960"/>
                  </a:moveTo>
                  <a:lnTo>
                    <a:pt x="0" y="875009"/>
                  </a:lnTo>
                  <a:lnTo>
                    <a:pt x="874889" y="0"/>
                  </a:lnTo>
                  <a:lnTo>
                    <a:pt x="1735129" y="0"/>
                  </a:lnTo>
                  <a:lnTo>
                    <a:pt x="1160501" y="574753"/>
                  </a:lnTo>
                  <a:lnTo>
                    <a:pt x="1160501" y="720459"/>
                  </a:lnTo>
                  <a:lnTo>
                    <a:pt x="620157" y="1260803"/>
                  </a:lnTo>
                  <a:lnTo>
                    <a:pt x="341099" y="1260803"/>
                  </a:lnTo>
                  <a:lnTo>
                    <a:pt x="0" y="160196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587500" cy="1218565"/>
            </a:xfrm>
            <a:custGeom>
              <a:avLst/>
              <a:gdLst/>
              <a:ahLst/>
              <a:cxnLst/>
              <a:rect l="l" t="t" r="r" b="b"/>
              <a:pathLst>
                <a:path w="1587500" h="1218565">
                  <a:moveTo>
                    <a:pt x="1586941" y="0"/>
                  </a:moveTo>
                  <a:lnTo>
                    <a:pt x="1531620" y="0"/>
                  </a:lnTo>
                  <a:lnTo>
                    <a:pt x="1022413" y="509447"/>
                  </a:lnTo>
                  <a:lnTo>
                    <a:pt x="197980" y="509447"/>
                  </a:lnTo>
                  <a:lnTo>
                    <a:pt x="191922" y="514997"/>
                  </a:lnTo>
                  <a:lnTo>
                    <a:pt x="0" y="706958"/>
                  </a:lnTo>
                  <a:lnTo>
                    <a:pt x="0" y="762520"/>
                  </a:lnTo>
                  <a:lnTo>
                    <a:pt x="214109" y="548398"/>
                  </a:lnTo>
                  <a:lnTo>
                    <a:pt x="647941" y="548398"/>
                  </a:lnTo>
                  <a:lnTo>
                    <a:pt x="0" y="1196352"/>
                  </a:lnTo>
                  <a:lnTo>
                    <a:pt x="0" y="1218539"/>
                  </a:lnTo>
                  <a:lnTo>
                    <a:pt x="670128" y="548398"/>
                  </a:lnTo>
                  <a:lnTo>
                    <a:pt x="1038555" y="548398"/>
                  </a:lnTo>
                  <a:lnTo>
                    <a:pt x="1586941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725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INNOVATION</a:t>
            </a:r>
          </a:p>
        </p:txBody>
      </p:sp>
      <p:sp>
        <p:nvSpPr>
          <p:cNvPr id="6" name="object 6"/>
          <p:cNvSpPr/>
          <p:nvPr/>
        </p:nvSpPr>
        <p:spPr>
          <a:xfrm>
            <a:off x="8435805" y="102297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69">
                <a:moveTo>
                  <a:pt x="148623" y="521619"/>
                </a:moveTo>
                <a:lnTo>
                  <a:pt x="0" y="521619"/>
                </a:lnTo>
                <a:lnTo>
                  <a:pt x="260777" y="260752"/>
                </a:lnTo>
                <a:lnTo>
                  <a:pt x="521669" y="0"/>
                </a:lnTo>
                <a:lnTo>
                  <a:pt x="521669" y="148723"/>
                </a:lnTo>
                <a:lnTo>
                  <a:pt x="335432" y="334943"/>
                </a:lnTo>
                <a:lnTo>
                  <a:pt x="148623" y="521619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0810" y="1736241"/>
            <a:ext cx="807720" cy="807720"/>
          </a:xfrm>
          <a:custGeom>
            <a:avLst/>
            <a:gdLst/>
            <a:ahLst/>
            <a:cxnLst/>
            <a:rect l="l" t="t" r="r" b="b"/>
            <a:pathLst>
              <a:path w="807719" h="807719">
                <a:moveTo>
                  <a:pt x="0" y="403649"/>
                </a:moveTo>
                <a:lnTo>
                  <a:pt x="2715" y="356575"/>
                </a:lnTo>
                <a:lnTo>
                  <a:pt x="10660" y="311096"/>
                </a:lnTo>
                <a:lnTo>
                  <a:pt x="23532" y="267515"/>
                </a:lnTo>
                <a:lnTo>
                  <a:pt x="41027" y="226134"/>
                </a:lnTo>
                <a:lnTo>
                  <a:pt x="62843" y="187257"/>
                </a:lnTo>
                <a:lnTo>
                  <a:pt x="88677" y="151187"/>
                </a:lnTo>
                <a:lnTo>
                  <a:pt x="118226" y="118226"/>
                </a:lnTo>
                <a:lnTo>
                  <a:pt x="151187" y="88677"/>
                </a:lnTo>
                <a:lnTo>
                  <a:pt x="187258" y="62843"/>
                </a:lnTo>
                <a:lnTo>
                  <a:pt x="226134" y="41027"/>
                </a:lnTo>
                <a:lnTo>
                  <a:pt x="267515" y="23532"/>
                </a:lnTo>
                <a:lnTo>
                  <a:pt x="311096" y="10660"/>
                </a:lnTo>
                <a:lnTo>
                  <a:pt x="356575" y="2715"/>
                </a:lnTo>
                <a:lnTo>
                  <a:pt x="403649" y="0"/>
                </a:lnTo>
                <a:lnTo>
                  <a:pt x="456707" y="3500"/>
                </a:lnTo>
                <a:lnTo>
                  <a:pt x="508406" y="13829"/>
                </a:lnTo>
                <a:lnTo>
                  <a:pt x="558120" y="30725"/>
                </a:lnTo>
                <a:lnTo>
                  <a:pt x="605220" y="53930"/>
                </a:lnTo>
                <a:lnTo>
                  <a:pt x="649081" y="83184"/>
                </a:lnTo>
                <a:lnTo>
                  <a:pt x="689073" y="118226"/>
                </a:lnTo>
                <a:lnTo>
                  <a:pt x="724115" y="158218"/>
                </a:lnTo>
                <a:lnTo>
                  <a:pt x="753368" y="202079"/>
                </a:lnTo>
                <a:lnTo>
                  <a:pt x="776573" y="249179"/>
                </a:lnTo>
                <a:lnTo>
                  <a:pt x="793470" y="298893"/>
                </a:lnTo>
                <a:lnTo>
                  <a:pt x="803799" y="350592"/>
                </a:lnTo>
                <a:lnTo>
                  <a:pt x="807299" y="403649"/>
                </a:lnTo>
                <a:lnTo>
                  <a:pt x="804584" y="450724"/>
                </a:lnTo>
                <a:lnTo>
                  <a:pt x="796639" y="496203"/>
                </a:lnTo>
                <a:lnTo>
                  <a:pt x="783767" y="539784"/>
                </a:lnTo>
                <a:lnTo>
                  <a:pt x="766272" y="581165"/>
                </a:lnTo>
                <a:lnTo>
                  <a:pt x="744456" y="620041"/>
                </a:lnTo>
                <a:lnTo>
                  <a:pt x="718622" y="656112"/>
                </a:lnTo>
                <a:lnTo>
                  <a:pt x="689073" y="689073"/>
                </a:lnTo>
                <a:lnTo>
                  <a:pt x="656112" y="718622"/>
                </a:lnTo>
                <a:lnTo>
                  <a:pt x="620042" y="744456"/>
                </a:lnTo>
                <a:lnTo>
                  <a:pt x="581165" y="766272"/>
                </a:lnTo>
                <a:lnTo>
                  <a:pt x="539784" y="783767"/>
                </a:lnTo>
                <a:lnTo>
                  <a:pt x="496203" y="796639"/>
                </a:lnTo>
                <a:lnTo>
                  <a:pt x="450724" y="804584"/>
                </a:lnTo>
                <a:lnTo>
                  <a:pt x="403649" y="807299"/>
                </a:lnTo>
                <a:lnTo>
                  <a:pt x="356575" y="804584"/>
                </a:lnTo>
                <a:lnTo>
                  <a:pt x="311096" y="796639"/>
                </a:lnTo>
                <a:lnTo>
                  <a:pt x="267515" y="783767"/>
                </a:lnTo>
                <a:lnTo>
                  <a:pt x="226134" y="766272"/>
                </a:lnTo>
                <a:lnTo>
                  <a:pt x="187258" y="744456"/>
                </a:lnTo>
                <a:lnTo>
                  <a:pt x="151187" y="718622"/>
                </a:lnTo>
                <a:lnTo>
                  <a:pt x="118226" y="689073"/>
                </a:lnTo>
                <a:lnTo>
                  <a:pt x="88677" y="656112"/>
                </a:lnTo>
                <a:lnTo>
                  <a:pt x="62843" y="620041"/>
                </a:lnTo>
                <a:lnTo>
                  <a:pt x="41027" y="581165"/>
                </a:lnTo>
                <a:lnTo>
                  <a:pt x="23532" y="539784"/>
                </a:lnTo>
                <a:lnTo>
                  <a:pt x="10660" y="496203"/>
                </a:lnTo>
                <a:lnTo>
                  <a:pt x="2715" y="450724"/>
                </a:lnTo>
                <a:lnTo>
                  <a:pt x="0" y="403649"/>
                </a:lnTo>
                <a:close/>
              </a:path>
            </a:pathLst>
          </a:custGeom>
          <a:ln w="28574">
            <a:solidFill>
              <a:srgbClr val="6481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1062660" y="1955785"/>
            <a:ext cx="323850" cy="368300"/>
            <a:chOff x="1062660" y="1955785"/>
            <a:chExt cx="323850" cy="368300"/>
          </a:xfrm>
        </p:grpSpPr>
        <p:sp>
          <p:nvSpPr>
            <p:cNvPr id="24" name="object 24"/>
            <p:cNvSpPr/>
            <p:nvPr/>
          </p:nvSpPr>
          <p:spPr>
            <a:xfrm>
              <a:off x="1062659" y="2049868"/>
              <a:ext cx="323850" cy="274320"/>
            </a:xfrm>
            <a:custGeom>
              <a:avLst/>
              <a:gdLst/>
              <a:ahLst/>
              <a:cxnLst/>
              <a:rect l="l" t="t" r="r" b="b"/>
              <a:pathLst>
                <a:path w="323850" h="274319">
                  <a:moveTo>
                    <a:pt x="43129" y="0"/>
                  </a:moveTo>
                  <a:lnTo>
                    <a:pt x="10807" y="32321"/>
                  </a:lnTo>
                  <a:lnTo>
                    <a:pt x="43129" y="64706"/>
                  </a:lnTo>
                  <a:lnTo>
                    <a:pt x="43129" y="0"/>
                  </a:lnTo>
                  <a:close/>
                </a:path>
                <a:path w="323850" h="274319">
                  <a:moveTo>
                    <a:pt x="103365" y="155486"/>
                  </a:moveTo>
                  <a:lnTo>
                    <a:pt x="0" y="52057"/>
                  </a:lnTo>
                  <a:lnTo>
                    <a:pt x="0" y="246570"/>
                  </a:lnTo>
                  <a:lnTo>
                    <a:pt x="1143" y="251282"/>
                  </a:lnTo>
                  <a:lnTo>
                    <a:pt x="3200" y="255663"/>
                  </a:lnTo>
                  <a:lnTo>
                    <a:pt x="103365" y="155486"/>
                  </a:lnTo>
                  <a:close/>
                </a:path>
                <a:path w="323850" h="274319">
                  <a:moveTo>
                    <a:pt x="172402" y="25311"/>
                  </a:moveTo>
                  <a:lnTo>
                    <a:pt x="172059" y="19672"/>
                  </a:lnTo>
                  <a:lnTo>
                    <a:pt x="167474" y="15303"/>
                  </a:lnTo>
                  <a:lnTo>
                    <a:pt x="161810" y="15240"/>
                  </a:lnTo>
                  <a:lnTo>
                    <a:pt x="155829" y="15240"/>
                  </a:lnTo>
                  <a:lnTo>
                    <a:pt x="151003" y="20078"/>
                  </a:lnTo>
                  <a:lnTo>
                    <a:pt x="151003" y="31978"/>
                  </a:lnTo>
                  <a:lnTo>
                    <a:pt x="155829" y="36817"/>
                  </a:lnTo>
                  <a:lnTo>
                    <a:pt x="169240" y="36817"/>
                  </a:lnTo>
                  <a:lnTo>
                    <a:pt x="171246" y="31686"/>
                  </a:lnTo>
                  <a:lnTo>
                    <a:pt x="172402" y="25311"/>
                  </a:lnTo>
                  <a:close/>
                </a:path>
                <a:path w="323850" h="274319">
                  <a:moveTo>
                    <a:pt x="305117" y="270903"/>
                  </a:moveTo>
                  <a:lnTo>
                    <a:pt x="200482" y="166243"/>
                  </a:lnTo>
                  <a:lnTo>
                    <a:pt x="123101" y="166243"/>
                  </a:lnTo>
                  <a:lnTo>
                    <a:pt x="18503" y="270903"/>
                  </a:lnTo>
                  <a:lnTo>
                    <a:pt x="22821" y="272973"/>
                  </a:lnTo>
                  <a:lnTo>
                    <a:pt x="27546" y="274116"/>
                  </a:lnTo>
                  <a:lnTo>
                    <a:pt x="296049" y="274116"/>
                  </a:lnTo>
                  <a:lnTo>
                    <a:pt x="300761" y="272973"/>
                  </a:lnTo>
                  <a:lnTo>
                    <a:pt x="305117" y="270903"/>
                  </a:lnTo>
                  <a:close/>
                </a:path>
                <a:path w="323850" h="274319">
                  <a:moveTo>
                    <a:pt x="312839" y="32321"/>
                  </a:moveTo>
                  <a:lnTo>
                    <a:pt x="280454" y="0"/>
                  </a:lnTo>
                  <a:lnTo>
                    <a:pt x="280454" y="64706"/>
                  </a:lnTo>
                  <a:lnTo>
                    <a:pt x="312839" y="32321"/>
                  </a:lnTo>
                  <a:close/>
                </a:path>
                <a:path w="323850" h="274319">
                  <a:moveTo>
                    <a:pt x="323596" y="52057"/>
                  </a:moveTo>
                  <a:lnTo>
                    <a:pt x="220218" y="155486"/>
                  </a:lnTo>
                  <a:lnTo>
                    <a:pt x="320370" y="255663"/>
                  </a:lnTo>
                  <a:lnTo>
                    <a:pt x="322453" y="251282"/>
                  </a:lnTo>
                  <a:lnTo>
                    <a:pt x="323596" y="246570"/>
                  </a:lnTo>
                  <a:lnTo>
                    <a:pt x="323596" y="5205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368" y="1955785"/>
              <a:ext cx="194164" cy="23875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808275" y="1642056"/>
            <a:ext cx="2298700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600" spc="170" b="1">
                <a:solidFill>
                  <a:srgbClr val="FC2E12"/>
                </a:solidFill>
                <a:latin typeface="Verdana"/>
                <a:cs typeface="Verdana"/>
              </a:rPr>
              <a:t>GROUNDED AI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Gemini in any language; results are real inventory rows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26960" y="1736241"/>
            <a:ext cx="807720" cy="807720"/>
          </a:xfrm>
          <a:custGeom>
            <a:avLst/>
            <a:gdLst/>
            <a:ahLst/>
            <a:cxnLst/>
            <a:rect l="l" t="t" r="r" b="b"/>
            <a:pathLst>
              <a:path w="807720" h="807719">
                <a:moveTo>
                  <a:pt x="0" y="403649"/>
                </a:moveTo>
                <a:lnTo>
                  <a:pt x="2715" y="356575"/>
                </a:lnTo>
                <a:lnTo>
                  <a:pt x="10660" y="311096"/>
                </a:lnTo>
                <a:lnTo>
                  <a:pt x="23532" y="267515"/>
                </a:lnTo>
                <a:lnTo>
                  <a:pt x="41027" y="226134"/>
                </a:lnTo>
                <a:lnTo>
                  <a:pt x="62843" y="187257"/>
                </a:lnTo>
                <a:lnTo>
                  <a:pt x="88677" y="151187"/>
                </a:lnTo>
                <a:lnTo>
                  <a:pt x="118226" y="118226"/>
                </a:lnTo>
                <a:lnTo>
                  <a:pt x="151187" y="88677"/>
                </a:lnTo>
                <a:lnTo>
                  <a:pt x="187257" y="62843"/>
                </a:lnTo>
                <a:lnTo>
                  <a:pt x="226134" y="41027"/>
                </a:lnTo>
                <a:lnTo>
                  <a:pt x="267515" y="23532"/>
                </a:lnTo>
                <a:lnTo>
                  <a:pt x="311096" y="10660"/>
                </a:lnTo>
                <a:lnTo>
                  <a:pt x="356575" y="2715"/>
                </a:lnTo>
                <a:lnTo>
                  <a:pt x="403649" y="0"/>
                </a:lnTo>
                <a:lnTo>
                  <a:pt x="456707" y="3500"/>
                </a:lnTo>
                <a:lnTo>
                  <a:pt x="508406" y="13829"/>
                </a:lnTo>
                <a:lnTo>
                  <a:pt x="558120" y="30725"/>
                </a:lnTo>
                <a:lnTo>
                  <a:pt x="605220" y="53930"/>
                </a:lnTo>
                <a:lnTo>
                  <a:pt x="649081" y="83184"/>
                </a:lnTo>
                <a:lnTo>
                  <a:pt x="689073" y="118226"/>
                </a:lnTo>
                <a:lnTo>
                  <a:pt x="724115" y="158218"/>
                </a:lnTo>
                <a:lnTo>
                  <a:pt x="753369" y="202079"/>
                </a:lnTo>
                <a:lnTo>
                  <a:pt x="776574" y="249179"/>
                </a:lnTo>
                <a:lnTo>
                  <a:pt x="793470" y="298893"/>
                </a:lnTo>
                <a:lnTo>
                  <a:pt x="803799" y="350592"/>
                </a:lnTo>
                <a:lnTo>
                  <a:pt x="807299" y="403649"/>
                </a:lnTo>
                <a:lnTo>
                  <a:pt x="804584" y="450724"/>
                </a:lnTo>
                <a:lnTo>
                  <a:pt x="796639" y="496203"/>
                </a:lnTo>
                <a:lnTo>
                  <a:pt x="783767" y="539784"/>
                </a:lnTo>
                <a:lnTo>
                  <a:pt x="766272" y="581165"/>
                </a:lnTo>
                <a:lnTo>
                  <a:pt x="744456" y="620041"/>
                </a:lnTo>
                <a:lnTo>
                  <a:pt x="718622" y="656112"/>
                </a:lnTo>
                <a:lnTo>
                  <a:pt x="689073" y="689073"/>
                </a:lnTo>
                <a:lnTo>
                  <a:pt x="656112" y="718622"/>
                </a:lnTo>
                <a:lnTo>
                  <a:pt x="620041" y="744456"/>
                </a:lnTo>
                <a:lnTo>
                  <a:pt x="581165" y="766272"/>
                </a:lnTo>
                <a:lnTo>
                  <a:pt x="539784" y="783767"/>
                </a:lnTo>
                <a:lnTo>
                  <a:pt x="496203" y="796639"/>
                </a:lnTo>
                <a:lnTo>
                  <a:pt x="450724" y="804584"/>
                </a:lnTo>
                <a:lnTo>
                  <a:pt x="403649" y="807299"/>
                </a:lnTo>
                <a:lnTo>
                  <a:pt x="356575" y="804584"/>
                </a:lnTo>
                <a:lnTo>
                  <a:pt x="311096" y="796639"/>
                </a:lnTo>
                <a:lnTo>
                  <a:pt x="267515" y="783767"/>
                </a:lnTo>
                <a:lnTo>
                  <a:pt x="226134" y="766272"/>
                </a:lnTo>
                <a:lnTo>
                  <a:pt x="187257" y="744456"/>
                </a:lnTo>
                <a:lnTo>
                  <a:pt x="151187" y="718622"/>
                </a:lnTo>
                <a:lnTo>
                  <a:pt x="118226" y="689073"/>
                </a:lnTo>
                <a:lnTo>
                  <a:pt x="88677" y="656112"/>
                </a:lnTo>
                <a:lnTo>
                  <a:pt x="62843" y="620041"/>
                </a:lnTo>
                <a:lnTo>
                  <a:pt x="41027" y="581165"/>
                </a:lnTo>
                <a:lnTo>
                  <a:pt x="23532" y="539784"/>
                </a:lnTo>
                <a:lnTo>
                  <a:pt x="10660" y="496203"/>
                </a:lnTo>
                <a:lnTo>
                  <a:pt x="2715" y="450724"/>
                </a:lnTo>
                <a:lnTo>
                  <a:pt x="0" y="403649"/>
                </a:lnTo>
                <a:close/>
              </a:path>
            </a:pathLst>
          </a:custGeom>
          <a:ln w="28574">
            <a:solidFill>
              <a:srgbClr val="6481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5049963" y="1959243"/>
            <a:ext cx="361315" cy="361315"/>
            <a:chOff x="5049963" y="1959243"/>
            <a:chExt cx="361315" cy="361315"/>
          </a:xfrm>
        </p:grpSpPr>
        <p:sp>
          <p:nvSpPr>
            <p:cNvPr id="27" name="object 27"/>
            <p:cNvSpPr/>
            <p:nvPr/>
          </p:nvSpPr>
          <p:spPr>
            <a:xfrm>
              <a:off x="5049963" y="1959243"/>
              <a:ext cx="361315" cy="361315"/>
            </a:xfrm>
            <a:custGeom>
              <a:avLst/>
              <a:gdLst/>
              <a:ahLst/>
              <a:cxnLst/>
              <a:rect l="l" t="t" r="r" b="b"/>
              <a:pathLst>
                <a:path w="361314" h="361314">
                  <a:moveTo>
                    <a:pt x="180637" y="361294"/>
                  </a:moveTo>
                  <a:lnTo>
                    <a:pt x="132583" y="354849"/>
                  </a:lnTo>
                  <a:lnTo>
                    <a:pt x="89422" y="336654"/>
                  </a:lnTo>
                  <a:lnTo>
                    <a:pt x="52870" y="308423"/>
                  </a:lnTo>
                  <a:lnTo>
                    <a:pt x="24640" y="271871"/>
                  </a:lnTo>
                  <a:lnTo>
                    <a:pt x="6445" y="228711"/>
                  </a:lnTo>
                  <a:lnTo>
                    <a:pt x="0" y="180656"/>
                  </a:lnTo>
                  <a:lnTo>
                    <a:pt x="6445" y="132593"/>
                  </a:lnTo>
                  <a:lnTo>
                    <a:pt x="24640" y="89428"/>
                  </a:lnTo>
                  <a:lnTo>
                    <a:pt x="52870" y="52873"/>
                  </a:lnTo>
                  <a:lnTo>
                    <a:pt x="89422" y="24641"/>
                  </a:lnTo>
                  <a:lnTo>
                    <a:pt x="132583" y="6445"/>
                  </a:lnTo>
                  <a:lnTo>
                    <a:pt x="180637" y="0"/>
                  </a:lnTo>
                  <a:lnTo>
                    <a:pt x="228651" y="6445"/>
                  </a:lnTo>
                  <a:lnTo>
                    <a:pt x="271810" y="24641"/>
                  </a:lnTo>
                  <a:lnTo>
                    <a:pt x="300915" y="47112"/>
                  </a:lnTo>
                  <a:lnTo>
                    <a:pt x="180637" y="47112"/>
                  </a:lnTo>
                  <a:lnTo>
                    <a:pt x="138477" y="53931"/>
                  </a:lnTo>
                  <a:lnTo>
                    <a:pt x="101828" y="72909"/>
                  </a:lnTo>
                  <a:lnTo>
                    <a:pt x="72908" y="101832"/>
                  </a:lnTo>
                  <a:lnTo>
                    <a:pt x="53931" y="138486"/>
                  </a:lnTo>
                  <a:lnTo>
                    <a:pt x="47112" y="180656"/>
                  </a:lnTo>
                  <a:lnTo>
                    <a:pt x="53931" y="222817"/>
                  </a:lnTo>
                  <a:lnTo>
                    <a:pt x="72908" y="259466"/>
                  </a:lnTo>
                  <a:lnTo>
                    <a:pt x="101828" y="288386"/>
                  </a:lnTo>
                  <a:lnTo>
                    <a:pt x="138477" y="307363"/>
                  </a:lnTo>
                  <a:lnTo>
                    <a:pt x="180637" y="314181"/>
                  </a:lnTo>
                  <a:lnTo>
                    <a:pt x="300943" y="314181"/>
                  </a:lnTo>
                  <a:lnTo>
                    <a:pt x="271840" y="336654"/>
                  </a:lnTo>
                  <a:lnTo>
                    <a:pt x="228680" y="354849"/>
                  </a:lnTo>
                  <a:lnTo>
                    <a:pt x="180637" y="361294"/>
                  </a:lnTo>
                  <a:close/>
                </a:path>
                <a:path w="361314" h="361314">
                  <a:moveTo>
                    <a:pt x="300943" y="314181"/>
                  </a:moveTo>
                  <a:lnTo>
                    <a:pt x="180637" y="314181"/>
                  </a:lnTo>
                  <a:lnTo>
                    <a:pt x="222780" y="307363"/>
                  </a:lnTo>
                  <a:lnTo>
                    <a:pt x="259417" y="288386"/>
                  </a:lnTo>
                  <a:lnTo>
                    <a:pt x="288332" y="259466"/>
                  </a:lnTo>
                  <a:lnTo>
                    <a:pt x="307307" y="222817"/>
                  </a:lnTo>
                  <a:lnTo>
                    <a:pt x="314124" y="180656"/>
                  </a:lnTo>
                  <a:lnTo>
                    <a:pt x="307307" y="138486"/>
                  </a:lnTo>
                  <a:lnTo>
                    <a:pt x="288332" y="101832"/>
                  </a:lnTo>
                  <a:lnTo>
                    <a:pt x="259417" y="72909"/>
                  </a:lnTo>
                  <a:lnTo>
                    <a:pt x="222780" y="53931"/>
                  </a:lnTo>
                  <a:lnTo>
                    <a:pt x="180637" y="47112"/>
                  </a:lnTo>
                  <a:lnTo>
                    <a:pt x="300915" y="47112"/>
                  </a:lnTo>
                  <a:lnTo>
                    <a:pt x="308372" y="52873"/>
                  </a:lnTo>
                  <a:lnTo>
                    <a:pt x="336620" y="89428"/>
                  </a:lnTo>
                  <a:lnTo>
                    <a:pt x="354836" y="132593"/>
                  </a:lnTo>
                  <a:lnTo>
                    <a:pt x="361294" y="180656"/>
                  </a:lnTo>
                  <a:lnTo>
                    <a:pt x="354844" y="228711"/>
                  </a:lnTo>
                  <a:lnTo>
                    <a:pt x="336640" y="271871"/>
                  </a:lnTo>
                  <a:lnTo>
                    <a:pt x="308399" y="308423"/>
                  </a:lnTo>
                  <a:lnTo>
                    <a:pt x="300943" y="31418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8664" y="2027945"/>
              <a:ext cx="223834" cy="22389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814425" y="1642056"/>
            <a:ext cx="1884680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600" spc="90" b="1">
                <a:solidFill>
                  <a:srgbClr val="FC2E12"/>
                </a:solidFill>
                <a:latin typeface="Verdana"/>
                <a:cs typeface="Verdana"/>
              </a:rPr>
              <a:t>ONE-STOP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Connections found in SQL, both legs held together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18769" y="798026"/>
            <a:ext cx="725805" cy="2691765"/>
            <a:chOff x="8418769" y="798026"/>
            <a:chExt cx="725805" cy="26917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287" y="3361630"/>
              <a:ext cx="127352" cy="1281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18766" y="798029"/>
              <a:ext cx="725805" cy="2592705"/>
            </a:xfrm>
            <a:custGeom>
              <a:avLst/>
              <a:gdLst/>
              <a:ahLst/>
              <a:cxnLst/>
              <a:rect l="l" t="t" r="r" b="b"/>
              <a:pathLst>
                <a:path w="725804" h="2592704">
                  <a:moveTo>
                    <a:pt x="725233" y="0"/>
                  </a:moveTo>
                  <a:lnTo>
                    <a:pt x="0" y="725081"/>
                  </a:lnTo>
                  <a:lnTo>
                    <a:pt x="0" y="1035329"/>
                  </a:lnTo>
                  <a:lnTo>
                    <a:pt x="56362" y="1091679"/>
                  </a:lnTo>
                  <a:lnTo>
                    <a:pt x="56362" y="1411427"/>
                  </a:lnTo>
                  <a:lnTo>
                    <a:pt x="599528" y="1954098"/>
                  </a:lnTo>
                  <a:lnTo>
                    <a:pt x="599528" y="2127948"/>
                  </a:lnTo>
                  <a:lnTo>
                    <a:pt x="159258" y="2568638"/>
                  </a:lnTo>
                  <a:lnTo>
                    <a:pt x="183146" y="2592413"/>
                  </a:lnTo>
                  <a:lnTo>
                    <a:pt x="633361" y="2141664"/>
                  </a:lnTo>
                  <a:lnTo>
                    <a:pt x="633361" y="1620507"/>
                  </a:lnTo>
                  <a:lnTo>
                    <a:pt x="599528" y="1586687"/>
                  </a:lnTo>
                  <a:lnTo>
                    <a:pt x="599528" y="1634680"/>
                  </a:lnTo>
                  <a:lnTo>
                    <a:pt x="599528" y="1934895"/>
                  </a:lnTo>
                  <a:lnTo>
                    <a:pt x="70078" y="1405483"/>
                  </a:lnTo>
                  <a:lnTo>
                    <a:pt x="70078" y="1105395"/>
                  </a:lnTo>
                  <a:lnTo>
                    <a:pt x="599528" y="1634680"/>
                  </a:lnTo>
                  <a:lnTo>
                    <a:pt x="599528" y="1586687"/>
                  </a:lnTo>
                  <a:lnTo>
                    <a:pt x="368681" y="1355877"/>
                  </a:lnTo>
                  <a:lnTo>
                    <a:pt x="725233" y="999286"/>
                  </a:lnTo>
                  <a:lnTo>
                    <a:pt x="725233" y="980071"/>
                  </a:lnTo>
                  <a:lnTo>
                    <a:pt x="359079" y="1346276"/>
                  </a:lnTo>
                  <a:lnTo>
                    <a:pt x="33947" y="1021156"/>
                  </a:lnTo>
                  <a:lnTo>
                    <a:pt x="33947" y="739254"/>
                  </a:lnTo>
                  <a:lnTo>
                    <a:pt x="725233" y="48044"/>
                  </a:lnTo>
                  <a:lnTo>
                    <a:pt x="725233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806523" y="3300469"/>
            <a:ext cx="836294" cy="836294"/>
            <a:chOff x="806523" y="3300469"/>
            <a:chExt cx="836294" cy="836294"/>
          </a:xfrm>
        </p:grpSpPr>
        <p:sp>
          <p:nvSpPr>
            <p:cNvPr id="16" name="object 16"/>
            <p:cNvSpPr/>
            <p:nvPr/>
          </p:nvSpPr>
          <p:spPr>
            <a:xfrm>
              <a:off x="820810" y="3314757"/>
              <a:ext cx="807720" cy="807720"/>
            </a:xfrm>
            <a:custGeom>
              <a:avLst/>
              <a:gdLst/>
              <a:ahLst/>
              <a:cxnLst/>
              <a:rect l="l" t="t" r="r" b="b"/>
              <a:pathLst>
                <a:path w="807719" h="807720">
                  <a:moveTo>
                    <a:pt x="0" y="403649"/>
                  </a:moveTo>
                  <a:lnTo>
                    <a:pt x="2715" y="356575"/>
                  </a:lnTo>
                  <a:lnTo>
                    <a:pt x="10660" y="311096"/>
                  </a:lnTo>
                  <a:lnTo>
                    <a:pt x="23532" y="267515"/>
                  </a:lnTo>
                  <a:lnTo>
                    <a:pt x="41027" y="226134"/>
                  </a:lnTo>
                  <a:lnTo>
                    <a:pt x="62843" y="187257"/>
                  </a:lnTo>
                  <a:lnTo>
                    <a:pt x="88677" y="151187"/>
                  </a:lnTo>
                  <a:lnTo>
                    <a:pt x="118226" y="118226"/>
                  </a:lnTo>
                  <a:lnTo>
                    <a:pt x="151187" y="88677"/>
                  </a:lnTo>
                  <a:lnTo>
                    <a:pt x="187258" y="62843"/>
                  </a:lnTo>
                  <a:lnTo>
                    <a:pt x="226134" y="41027"/>
                  </a:lnTo>
                  <a:lnTo>
                    <a:pt x="267515" y="23532"/>
                  </a:lnTo>
                  <a:lnTo>
                    <a:pt x="311096" y="10660"/>
                  </a:lnTo>
                  <a:lnTo>
                    <a:pt x="356575" y="2715"/>
                  </a:lnTo>
                  <a:lnTo>
                    <a:pt x="403649" y="0"/>
                  </a:lnTo>
                  <a:lnTo>
                    <a:pt x="456707" y="3500"/>
                  </a:lnTo>
                  <a:lnTo>
                    <a:pt x="508406" y="13829"/>
                  </a:lnTo>
                  <a:lnTo>
                    <a:pt x="558120" y="30725"/>
                  </a:lnTo>
                  <a:lnTo>
                    <a:pt x="605220" y="53930"/>
                  </a:lnTo>
                  <a:lnTo>
                    <a:pt x="649081" y="83184"/>
                  </a:lnTo>
                  <a:lnTo>
                    <a:pt x="689073" y="118225"/>
                  </a:lnTo>
                  <a:lnTo>
                    <a:pt x="724115" y="158218"/>
                  </a:lnTo>
                  <a:lnTo>
                    <a:pt x="753368" y="202078"/>
                  </a:lnTo>
                  <a:lnTo>
                    <a:pt x="776573" y="249179"/>
                  </a:lnTo>
                  <a:lnTo>
                    <a:pt x="793470" y="298893"/>
                  </a:lnTo>
                  <a:lnTo>
                    <a:pt x="803799" y="350592"/>
                  </a:lnTo>
                  <a:lnTo>
                    <a:pt x="807299" y="403649"/>
                  </a:lnTo>
                  <a:lnTo>
                    <a:pt x="804584" y="450724"/>
                  </a:lnTo>
                  <a:lnTo>
                    <a:pt x="796639" y="496203"/>
                  </a:lnTo>
                  <a:lnTo>
                    <a:pt x="783767" y="539784"/>
                  </a:lnTo>
                  <a:lnTo>
                    <a:pt x="766272" y="581164"/>
                  </a:lnTo>
                  <a:lnTo>
                    <a:pt x="744456" y="620041"/>
                  </a:lnTo>
                  <a:lnTo>
                    <a:pt x="718622" y="656112"/>
                  </a:lnTo>
                  <a:lnTo>
                    <a:pt x="689073" y="689073"/>
                  </a:lnTo>
                  <a:lnTo>
                    <a:pt x="656112" y="718622"/>
                  </a:lnTo>
                  <a:lnTo>
                    <a:pt x="620042" y="744456"/>
                  </a:lnTo>
                  <a:lnTo>
                    <a:pt x="581165" y="766272"/>
                  </a:lnTo>
                  <a:lnTo>
                    <a:pt x="539784" y="783767"/>
                  </a:lnTo>
                  <a:lnTo>
                    <a:pt x="496203" y="796639"/>
                  </a:lnTo>
                  <a:lnTo>
                    <a:pt x="450724" y="804584"/>
                  </a:lnTo>
                  <a:lnTo>
                    <a:pt x="403649" y="807299"/>
                  </a:lnTo>
                  <a:lnTo>
                    <a:pt x="356575" y="804584"/>
                  </a:lnTo>
                  <a:lnTo>
                    <a:pt x="311096" y="796639"/>
                  </a:lnTo>
                  <a:lnTo>
                    <a:pt x="267515" y="783767"/>
                  </a:lnTo>
                  <a:lnTo>
                    <a:pt x="226134" y="766272"/>
                  </a:lnTo>
                  <a:lnTo>
                    <a:pt x="187258" y="744456"/>
                  </a:lnTo>
                  <a:lnTo>
                    <a:pt x="151187" y="718622"/>
                  </a:lnTo>
                  <a:lnTo>
                    <a:pt x="118226" y="689073"/>
                  </a:lnTo>
                  <a:lnTo>
                    <a:pt x="88677" y="656112"/>
                  </a:lnTo>
                  <a:lnTo>
                    <a:pt x="62843" y="620041"/>
                  </a:lnTo>
                  <a:lnTo>
                    <a:pt x="41027" y="581164"/>
                  </a:lnTo>
                  <a:lnTo>
                    <a:pt x="23532" y="539784"/>
                  </a:lnTo>
                  <a:lnTo>
                    <a:pt x="10660" y="496203"/>
                  </a:lnTo>
                  <a:lnTo>
                    <a:pt x="2715" y="450724"/>
                  </a:lnTo>
                  <a:lnTo>
                    <a:pt x="0" y="4036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62660" y="3534301"/>
              <a:ext cx="323215" cy="368300"/>
            </a:xfrm>
            <a:custGeom>
              <a:avLst/>
              <a:gdLst/>
              <a:ahLst/>
              <a:cxnLst/>
              <a:rect l="l" t="t" r="r" b="b"/>
              <a:pathLst>
                <a:path w="323215" h="368300">
                  <a:moveTo>
                    <a:pt x="291274" y="259636"/>
                  </a:moveTo>
                  <a:lnTo>
                    <a:pt x="32382" y="259636"/>
                  </a:lnTo>
                  <a:lnTo>
                    <a:pt x="19779" y="257067"/>
                  </a:lnTo>
                  <a:lnTo>
                    <a:pt x="9485" y="250129"/>
                  </a:lnTo>
                  <a:lnTo>
                    <a:pt x="2545" y="239849"/>
                  </a:lnTo>
                  <a:lnTo>
                    <a:pt x="0" y="227253"/>
                  </a:lnTo>
                  <a:lnTo>
                    <a:pt x="1583" y="217367"/>
                  </a:lnTo>
                  <a:lnTo>
                    <a:pt x="5977" y="208633"/>
                  </a:lnTo>
                  <a:lnTo>
                    <a:pt x="12774" y="201615"/>
                  </a:lnTo>
                  <a:lnTo>
                    <a:pt x="21569" y="196876"/>
                  </a:lnTo>
                  <a:lnTo>
                    <a:pt x="21569" y="62778"/>
                  </a:lnTo>
                  <a:lnTo>
                    <a:pt x="11637" y="57136"/>
                  </a:lnTo>
                  <a:lnTo>
                    <a:pt x="4458" y="48662"/>
                  </a:lnTo>
                  <a:lnTo>
                    <a:pt x="557" y="38258"/>
                  </a:lnTo>
                  <a:lnTo>
                    <a:pt x="458" y="26823"/>
                  </a:lnTo>
                  <a:lnTo>
                    <a:pt x="4332" y="16095"/>
                  </a:lnTo>
                  <a:lnTo>
                    <a:pt x="11462" y="7601"/>
                  </a:lnTo>
                  <a:lnTo>
                    <a:pt x="21043" y="2012"/>
                  </a:lnTo>
                  <a:lnTo>
                    <a:pt x="32268" y="0"/>
                  </a:lnTo>
                  <a:lnTo>
                    <a:pt x="291389" y="0"/>
                  </a:lnTo>
                  <a:lnTo>
                    <a:pt x="302589" y="2012"/>
                  </a:lnTo>
                  <a:lnTo>
                    <a:pt x="312151" y="7601"/>
                  </a:lnTo>
                  <a:lnTo>
                    <a:pt x="319271" y="16095"/>
                  </a:lnTo>
                  <a:lnTo>
                    <a:pt x="321253" y="21588"/>
                  </a:lnTo>
                  <a:lnTo>
                    <a:pt x="26403" y="21588"/>
                  </a:lnTo>
                  <a:lnTo>
                    <a:pt x="21569" y="26402"/>
                  </a:lnTo>
                  <a:lnTo>
                    <a:pt x="21569" y="38258"/>
                  </a:lnTo>
                  <a:lnTo>
                    <a:pt x="26403" y="43157"/>
                  </a:lnTo>
                  <a:lnTo>
                    <a:pt x="321213" y="43157"/>
                  </a:lnTo>
                  <a:lnTo>
                    <a:pt x="319148" y="48662"/>
                  </a:lnTo>
                  <a:lnTo>
                    <a:pt x="311965" y="57136"/>
                  </a:lnTo>
                  <a:lnTo>
                    <a:pt x="302030" y="62778"/>
                  </a:lnTo>
                  <a:lnTo>
                    <a:pt x="302030" y="196876"/>
                  </a:lnTo>
                  <a:lnTo>
                    <a:pt x="311965" y="202518"/>
                  </a:lnTo>
                  <a:lnTo>
                    <a:pt x="319148" y="210986"/>
                  </a:lnTo>
                  <a:lnTo>
                    <a:pt x="321219" y="216497"/>
                  </a:lnTo>
                  <a:lnTo>
                    <a:pt x="26403" y="216497"/>
                  </a:lnTo>
                  <a:lnTo>
                    <a:pt x="21569" y="221274"/>
                  </a:lnTo>
                  <a:lnTo>
                    <a:pt x="21569" y="233233"/>
                  </a:lnTo>
                  <a:lnTo>
                    <a:pt x="26403" y="238067"/>
                  </a:lnTo>
                  <a:lnTo>
                    <a:pt x="321230" y="238067"/>
                  </a:lnTo>
                  <a:lnTo>
                    <a:pt x="319258" y="243525"/>
                  </a:lnTo>
                  <a:lnTo>
                    <a:pt x="312108" y="252030"/>
                  </a:lnTo>
                  <a:lnTo>
                    <a:pt x="302508" y="257623"/>
                  </a:lnTo>
                  <a:lnTo>
                    <a:pt x="291274" y="259636"/>
                  </a:lnTo>
                  <a:close/>
                </a:path>
                <a:path w="323215" h="368300">
                  <a:moveTo>
                    <a:pt x="321213" y="43157"/>
                  </a:moveTo>
                  <a:lnTo>
                    <a:pt x="297197" y="43157"/>
                  </a:lnTo>
                  <a:lnTo>
                    <a:pt x="302030" y="38258"/>
                  </a:lnTo>
                  <a:lnTo>
                    <a:pt x="302030" y="26402"/>
                  </a:lnTo>
                  <a:lnTo>
                    <a:pt x="297197" y="21588"/>
                  </a:lnTo>
                  <a:lnTo>
                    <a:pt x="321253" y="21588"/>
                  </a:lnTo>
                  <a:lnTo>
                    <a:pt x="323141" y="26823"/>
                  </a:lnTo>
                  <a:lnTo>
                    <a:pt x="323051" y="38258"/>
                  </a:lnTo>
                  <a:lnTo>
                    <a:pt x="321213" y="43157"/>
                  </a:lnTo>
                  <a:close/>
                </a:path>
                <a:path w="323215" h="368300">
                  <a:moveTo>
                    <a:pt x="321230" y="238067"/>
                  </a:moveTo>
                  <a:lnTo>
                    <a:pt x="297197" y="238067"/>
                  </a:lnTo>
                  <a:lnTo>
                    <a:pt x="302030" y="233233"/>
                  </a:lnTo>
                  <a:lnTo>
                    <a:pt x="302030" y="221274"/>
                  </a:lnTo>
                  <a:lnTo>
                    <a:pt x="297197" y="216497"/>
                  </a:lnTo>
                  <a:lnTo>
                    <a:pt x="321219" y="216497"/>
                  </a:lnTo>
                  <a:lnTo>
                    <a:pt x="323013" y="221274"/>
                  </a:lnTo>
                  <a:lnTo>
                    <a:pt x="323097" y="227253"/>
                  </a:lnTo>
                  <a:lnTo>
                    <a:pt x="323141" y="232775"/>
                  </a:lnTo>
                  <a:lnTo>
                    <a:pt x="321230" y="238067"/>
                  </a:lnTo>
                  <a:close/>
                </a:path>
                <a:path w="323215" h="368300">
                  <a:moveTo>
                    <a:pt x="57076" y="368019"/>
                  </a:moveTo>
                  <a:lnTo>
                    <a:pt x="51307" y="368019"/>
                  </a:lnTo>
                  <a:lnTo>
                    <a:pt x="48824" y="367102"/>
                  </a:lnTo>
                  <a:lnTo>
                    <a:pt x="46826" y="365325"/>
                  </a:lnTo>
                  <a:lnTo>
                    <a:pt x="42451" y="361351"/>
                  </a:lnTo>
                  <a:lnTo>
                    <a:pt x="42099" y="354626"/>
                  </a:lnTo>
                  <a:lnTo>
                    <a:pt x="45960" y="350194"/>
                  </a:lnTo>
                  <a:lnTo>
                    <a:pt x="126799" y="259636"/>
                  </a:lnTo>
                  <a:lnTo>
                    <a:pt x="196819" y="259636"/>
                  </a:lnTo>
                  <a:lnTo>
                    <a:pt x="201545" y="264928"/>
                  </a:lnTo>
                  <a:lnTo>
                    <a:pt x="151024" y="264928"/>
                  </a:lnTo>
                  <a:lnTo>
                    <a:pt x="61957" y="364637"/>
                  </a:lnTo>
                  <a:lnTo>
                    <a:pt x="59872" y="366873"/>
                  </a:lnTo>
                  <a:lnTo>
                    <a:pt x="59361" y="367102"/>
                  </a:lnTo>
                  <a:lnTo>
                    <a:pt x="57076" y="368019"/>
                  </a:lnTo>
                  <a:close/>
                </a:path>
                <a:path w="323215" h="368300">
                  <a:moveTo>
                    <a:pt x="167932" y="368019"/>
                  </a:moveTo>
                  <a:lnTo>
                    <a:pt x="155686" y="368019"/>
                  </a:lnTo>
                  <a:lnTo>
                    <a:pt x="151024" y="363357"/>
                  </a:lnTo>
                  <a:lnTo>
                    <a:pt x="151024" y="264928"/>
                  </a:lnTo>
                  <a:lnTo>
                    <a:pt x="172594" y="264928"/>
                  </a:lnTo>
                  <a:lnTo>
                    <a:pt x="172594" y="363357"/>
                  </a:lnTo>
                  <a:lnTo>
                    <a:pt x="167932" y="368019"/>
                  </a:lnTo>
                  <a:close/>
                </a:path>
                <a:path w="323215" h="368300">
                  <a:moveTo>
                    <a:pt x="272131" y="368019"/>
                  </a:moveTo>
                  <a:lnTo>
                    <a:pt x="266648" y="368019"/>
                  </a:lnTo>
                  <a:lnTo>
                    <a:pt x="263782" y="366873"/>
                  </a:lnTo>
                  <a:lnTo>
                    <a:pt x="261642" y="364637"/>
                  </a:lnTo>
                  <a:lnTo>
                    <a:pt x="172594" y="264928"/>
                  </a:lnTo>
                  <a:lnTo>
                    <a:pt x="201545" y="264928"/>
                  </a:lnTo>
                  <a:lnTo>
                    <a:pt x="277691" y="350194"/>
                  </a:lnTo>
                  <a:lnTo>
                    <a:pt x="281550" y="354626"/>
                  </a:lnTo>
                  <a:lnTo>
                    <a:pt x="281149" y="361351"/>
                  </a:lnTo>
                  <a:lnTo>
                    <a:pt x="274710" y="367102"/>
                  </a:lnTo>
                  <a:lnTo>
                    <a:pt x="272131" y="36801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808275" y="3220578"/>
            <a:ext cx="2206625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600" spc="85" b="1">
                <a:solidFill>
                  <a:srgbClr val="FC2E12"/>
                </a:solidFill>
                <a:latin typeface="Verdana"/>
                <a:cs typeface="Verdana"/>
              </a:rPr>
              <a:t>PROVEN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Invariants read from the DB, mixed load test, k6, CI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26960" y="3314757"/>
            <a:ext cx="807720" cy="807720"/>
          </a:xfrm>
          <a:custGeom>
            <a:avLst/>
            <a:gdLst/>
            <a:ahLst/>
            <a:cxnLst/>
            <a:rect l="l" t="t" r="r" b="b"/>
            <a:pathLst>
              <a:path w="807720" h="807720">
                <a:moveTo>
                  <a:pt x="0" y="403649"/>
                </a:moveTo>
                <a:lnTo>
                  <a:pt x="2715" y="356575"/>
                </a:lnTo>
                <a:lnTo>
                  <a:pt x="10660" y="311096"/>
                </a:lnTo>
                <a:lnTo>
                  <a:pt x="23532" y="267515"/>
                </a:lnTo>
                <a:lnTo>
                  <a:pt x="41027" y="226134"/>
                </a:lnTo>
                <a:lnTo>
                  <a:pt x="62843" y="187257"/>
                </a:lnTo>
                <a:lnTo>
                  <a:pt x="88677" y="151187"/>
                </a:lnTo>
                <a:lnTo>
                  <a:pt x="118226" y="118226"/>
                </a:lnTo>
                <a:lnTo>
                  <a:pt x="151187" y="88677"/>
                </a:lnTo>
                <a:lnTo>
                  <a:pt x="187257" y="62843"/>
                </a:lnTo>
                <a:lnTo>
                  <a:pt x="226134" y="41027"/>
                </a:lnTo>
                <a:lnTo>
                  <a:pt x="267515" y="23532"/>
                </a:lnTo>
                <a:lnTo>
                  <a:pt x="311096" y="10660"/>
                </a:lnTo>
                <a:lnTo>
                  <a:pt x="356575" y="2715"/>
                </a:lnTo>
                <a:lnTo>
                  <a:pt x="403649" y="0"/>
                </a:lnTo>
                <a:lnTo>
                  <a:pt x="456707" y="3500"/>
                </a:lnTo>
                <a:lnTo>
                  <a:pt x="508406" y="13829"/>
                </a:lnTo>
                <a:lnTo>
                  <a:pt x="558120" y="30725"/>
                </a:lnTo>
                <a:lnTo>
                  <a:pt x="605220" y="53930"/>
                </a:lnTo>
                <a:lnTo>
                  <a:pt x="649081" y="83184"/>
                </a:lnTo>
                <a:lnTo>
                  <a:pt x="689073" y="118225"/>
                </a:lnTo>
                <a:lnTo>
                  <a:pt x="724115" y="158218"/>
                </a:lnTo>
                <a:lnTo>
                  <a:pt x="753369" y="202078"/>
                </a:lnTo>
                <a:lnTo>
                  <a:pt x="776574" y="249179"/>
                </a:lnTo>
                <a:lnTo>
                  <a:pt x="793470" y="298893"/>
                </a:lnTo>
                <a:lnTo>
                  <a:pt x="803799" y="350592"/>
                </a:lnTo>
                <a:lnTo>
                  <a:pt x="807299" y="403649"/>
                </a:lnTo>
                <a:lnTo>
                  <a:pt x="804584" y="450724"/>
                </a:lnTo>
                <a:lnTo>
                  <a:pt x="796639" y="496203"/>
                </a:lnTo>
                <a:lnTo>
                  <a:pt x="783767" y="539784"/>
                </a:lnTo>
                <a:lnTo>
                  <a:pt x="766272" y="581164"/>
                </a:lnTo>
                <a:lnTo>
                  <a:pt x="744456" y="620041"/>
                </a:lnTo>
                <a:lnTo>
                  <a:pt x="718622" y="656112"/>
                </a:lnTo>
                <a:lnTo>
                  <a:pt x="689073" y="689073"/>
                </a:lnTo>
                <a:lnTo>
                  <a:pt x="656112" y="718622"/>
                </a:lnTo>
                <a:lnTo>
                  <a:pt x="620041" y="744456"/>
                </a:lnTo>
                <a:lnTo>
                  <a:pt x="581165" y="766272"/>
                </a:lnTo>
                <a:lnTo>
                  <a:pt x="539784" y="783767"/>
                </a:lnTo>
                <a:lnTo>
                  <a:pt x="496203" y="796639"/>
                </a:lnTo>
                <a:lnTo>
                  <a:pt x="450724" y="804584"/>
                </a:lnTo>
                <a:lnTo>
                  <a:pt x="403649" y="807299"/>
                </a:lnTo>
                <a:lnTo>
                  <a:pt x="356575" y="804584"/>
                </a:lnTo>
                <a:lnTo>
                  <a:pt x="311096" y="796639"/>
                </a:lnTo>
                <a:lnTo>
                  <a:pt x="267515" y="783767"/>
                </a:lnTo>
                <a:lnTo>
                  <a:pt x="226134" y="766272"/>
                </a:lnTo>
                <a:lnTo>
                  <a:pt x="187257" y="744456"/>
                </a:lnTo>
                <a:lnTo>
                  <a:pt x="151187" y="718622"/>
                </a:lnTo>
                <a:lnTo>
                  <a:pt x="118226" y="689073"/>
                </a:lnTo>
                <a:lnTo>
                  <a:pt x="88677" y="656112"/>
                </a:lnTo>
                <a:lnTo>
                  <a:pt x="62843" y="620041"/>
                </a:lnTo>
                <a:lnTo>
                  <a:pt x="41027" y="581164"/>
                </a:lnTo>
                <a:lnTo>
                  <a:pt x="23532" y="539784"/>
                </a:lnTo>
                <a:lnTo>
                  <a:pt x="10660" y="496203"/>
                </a:lnTo>
                <a:lnTo>
                  <a:pt x="2715" y="450724"/>
                </a:lnTo>
                <a:lnTo>
                  <a:pt x="0" y="403649"/>
                </a:lnTo>
                <a:close/>
              </a:path>
            </a:pathLst>
          </a:custGeom>
          <a:ln w="28574">
            <a:solidFill>
              <a:srgbClr val="6481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5044699" y="3535027"/>
            <a:ext cx="368935" cy="367030"/>
            <a:chOff x="5044699" y="3535027"/>
            <a:chExt cx="368935" cy="36703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4699" y="3727625"/>
              <a:ext cx="80489" cy="6877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5152" y="3721454"/>
              <a:ext cx="134384" cy="1728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2246" y="3549681"/>
              <a:ext cx="174600" cy="13350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51936" y="3823322"/>
              <a:ext cx="69102" cy="784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1218" y="3535027"/>
              <a:ext cx="81879" cy="8197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100507" y="3558927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41741" y="288619"/>
                  </a:moveTo>
                  <a:lnTo>
                    <a:pt x="33526" y="288619"/>
                  </a:lnTo>
                  <a:lnTo>
                    <a:pt x="26971" y="288069"/>
                  </a:lnTo>
                  <a:lnTo>
                    <a:pt x="0" y="256370"/>
                  </a:lnTo>
                  <a:lnTo>
                    <a:pt x="2092" y="243771"/>
                  </a:lnTo>
                  <a:lnTo>
                    <a:pt x="8747" y="232469"/>
                  </a:lnTo>
                  <a:lnTo>
                    <a:pt x="118677" y="81234"/>
                  </a:lnTo>
                  <a:lnTo>
                    <a:pt x="138092" y="57639"/>
                  </a:lnTo>
                  <a:lnTo>
                    <a:pt x="138206" y="57502"/>
                  </a:lnTo>
                  <a:lnTo>
                    <a:pt x="159987" y="35953"/>
                  </a:lnTo>
                  <a:lnTo>
                    <a:pt x="183839" y="16736"/>
                  </a:lnTo>
                  <a:lnTo>
                    <a:pt x="209579" y="0"/>
                  </a:lnTo>
                  <a:lnTo>
                    <a:pt x="210265" y="15591"/>
                  </a:lnTo>
                  <a:lnTo>
                    <a:pt x="214066" y="30761"/>
                  </a:lnTo>
                  <a:lnTo>
                    <a:pt x="221016" y="44961"/>
                  </a:lnTo>
                  <a:lnTo>
                    <a:pt x="231039" y="57502"/>
                  </a:lnTo>
                  <a:lnTo>
                    <a:pt x="231148" y="57639"/>
                  </a:lnTo>
                  <a:lnTo>
                    <a:pt x="242241" y="66803"/>
                  </a:lnTo>
                  <a:lnTo>
                    <a:pt x="247864" y="69867"/>
                  </a:lnTo>
                  <a:lnTo>
                    <a:pt x="205471" y="69867"/>
                  </a:lnTo>
                  <a:lnTo>
                    <a:pt x="202796" y="70879"/>
                  </a:lnTo>
                  <a:lnTo>
                    <a:pt x="200714" y="72885"/>
                  </a:lnTo>
                  <a:lnTo>
                    <a:pt x="150716" y="122883"/>
                  </a:lnTo>
                  <a:lnTo>
                    <a:pt x="150716" y="129723"/>
                  </a:lnTo>
                  <a:lnTo>
                    <a:pt x="157021" y="136046"/>
                  </a:lnTo>
                  <a:lnTo>
                    <a:pt x="159791" y="137116"/>
                  </a:lnTo>
                  <a:lnTo>
                    <a:pt x="244709" y="137116"/>
                  </a:lnTo>
                  <a:lnTo>
                    <a:pt x="231333" y="150635"/>
                  </a:lnTo>
                  <a:lnTo>
                    <a:pt x="207687" y="170110"/>
                  </a:lnTo>
                  <a:lnTo>
                    <a:pt x="54886" y="281435"/>
                  </a:lnTo>
                  <a:lnTo>
                    <a:pt x="49689" y="286059"/>
                  </a:lnTo>
                  <a:lnTo>
                    <a:pt x="41741" y="288619"/>
                  </a:lnTo>
                  <a:close/>
                </a:path>
                <a:path w="288925" h="288925">
                  <a:moveTo>
                    <a:pt x="244709" y="137116"/>
                  </a:moveTo>
                  <a:lnTo>
                    <a:pt x="165332" y="137116"/>
                  </a:lnTo>
                  <a:lnTo>
                    <a:pt x="168102" y="136046"/>
                  </a:lnTo>
                  <a:lnTo>
                    <a:pt x="215960" y="88188"/>
                  </a:lnTo>
                  <a:lnTo>
                    <a:pt x="220048" y="83928"/>
                  </a:lnTo>
                  <a:lnTo>
                    <a:pt x="219991" y="77203"/>
                  </a:lnTo>
                  <a:lnTo>
                    <a:pt x="215673" y="72885"/>
                  </a:lnTo>
                  <a:lnTo>
                    <a:pt x="213575" y="70879"/>
                  </a:lnTo>
                  <a:lnTo>
                    <a:pt x="210935" y="69867"/>
                  </a:lnTo>
                  <a:lnTo>
                    <a:pt x="247864" y="69867"/>
                  </a:lnTo>
                  <a:lnTo>
                    <a:pt x="254934" y="73719"/>
                  </a:lnTo>
                  <a:lnTo>
                    <a:pt x="269046" y="78087"/>
                  </a:lnTo>
                  <a:lnTo>
                    <a:pt x="283240" y="79496"/>
                  </a:lnTo>
                  <a:lnTo>
                    <a:pt x="288673" y="79496"/>
                  </a:lnTo>
                  <a:lnTo>
                    <a:pt x="271981" y="105151"/>
                  </a:lnTo>
                  <a:lnTo>
                    <a:pt x="252816" y="128923"/>
                  </a:lnTo>
                  <a:lnTo>
                    <a:pt x="244709" y="13711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8039340" y="4038839"/>
            <a:ext cx="1104900" cy="1104900"/>
          </a:xfrm>
          <a:custGeom>
            <a:avLst/>
            <a:gdLst/>
            <a:ahLst/>
            <a:cxnLst/>
            <a:rect l="l" t="t" r="r" b="b"/>
            <a:pathLst>
              <a:path w="1104900" h="1104900">
                <a:moveTo>
                  <a:pt x="1104659" y="1104660"/>
                </a:moveTo>
                <a:lnTo>
                  <a:pt x="0" y="1104660"/>
                </a:lnTo>
                <a:lnTo>
                  <a:pt x="1104659" y="0"/>
                </a:lnTo>
                <a:lnTo>
                  <a:pt x="1104659" y="1104660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814425" y="3220578"/>
            <a:ext cx="2371725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600" spc="35" b="1">
                <a:solidFill>
                  <a:srgbClr val="FC2E12"/>
                </a:solidFill>
                <a:latin typeface="Verdana"/>
                <a:cs typeface="Verdana"/>
              </a:rPr>
              <a:t>OPS VIEW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Live dashboard: holds, bookings, 0 violations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829487" y="3608517"/>
            <a:ext cx="314960" cy="661670"/>
          </a:xfrm>
          <a:custGeom>
            <a:avLst/>
            <a:gdLst/>
            <a:ahLst/>
            <a:cxnLst/>
            <a:rect l="l" t="t" r="r" b="b"/>
            <a:pathLst>
              <a:path w="314959" h="661670">
                <a:moveTo>
                  <a:pt x="314512" y="0"/>
                </a:moveTo>
                <a:lnTo>
                  <a:pt x="307527" y="0"/>
                </a:lnTo>
                <a:lnTo>
                  <a:pt x="261653" y="6410"/>
                </a:lnTo>
                <a:lnTo>
                  <a:pt x="216875" y="19231"/>
                </a:lnTo>
                <a:lnTo>
                  <a:pt x="173919" y="38462"/>
                </a:lnTo>
                <a:lnTo>
                  <a:pt x="133510" y="64104"/>
                </a:lnTo>
                <a:lnTo>
                  <a:pt x="96374" y="96156"/>
                </a:lnTo>
                <a:lnTo>
                  <a:pt x="64249" y="133365"/>
                </a:lnTo>
                <a:lnTo>
                  <a:pt x="38549" y="173832"/>
                </a:lnTo>
                <a:lnTo>
                  <a:pt x="19274" y="216832"/>
                </a:lnTo>
                <a:lnTo>
                  <a:pt x="6424" y="261639"/>
                </a:lnTo>
                <a:lnTo>
                  <a:pt x="0" y="307527"/>
                </a:lnTo>
                <a:lnTo>
                  <a:pt x="0" y="353771"/>
                </a:lnTo>
                <a:lnTo>
                  <a:pt x="6424" y="399645"/>
                </a:lnTo>
                <a:lnTo>
                  <a:pt x="19274" y="444423"/>
                </a:lnTo>
                <a:lnTo>
                  <a:pt x="38549" y="487379"/>
                </a:lnTo>
                <a:lnTo>
                  <a:pt x="64249" y="527788"/>
                </a:lnTo>
                <a:lnTo>
                  <a:pt x="96374" y="564924"/>
                </a:lnTo>
                <a:lnTo>
                  <a:pt x="133510" y="597067"/>
                </a:lnTo>
                <a:lnTo>
                  <a:pt x="173919" y="622782"/>
                </a:lnTo>
                <a:lnTo>
                  <a:pt x="216875" y="642068"/>
                </a:lnTo>
                <a:lnTo>
                  <a:pt x="261653" y="654925"/>
                </a:lnTo>
                <a:lnTo>
                  <a:pt x="307527" y="661353"/>
                </a:lnTo>
                <a:lnTo>
                  <a:pt x="314512" y="661353"/>
                </a:lnTo>
              </a:path>
            </a:pathLst>
          </a:custGeom>
          <a:ln w="19049">
            <a:solidFill>
              <a:srgbClr val="24A3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43581" y="4642927"/>
            <a:ext cx="501015" cy="501015"/>
          </a:xfrm>
          <a:custGeom>
            <a:avLst/>
            <a:gdLst/>
            <a:ahLst/>
            <a:cxnLst/>
            <a:rect l="l" t="t" r="r" b="b"/>
            <a:pathLst>
              <a:path w="501015" h="501014">
                <a:moveTo>
                  <a:pt x="51958" y="500572"/>
                </a:moveTo>
                <a:lnTo>
                  <a:pt x="0" y="500572"/>
                </a:lnTo>
                <a:lnTo>
                  <a:pt x="500418" y="0"/>
                </a:lnTo>
                <a:lnTo>
                  <a:pt x="500418" y="52113"/>
                </a:lnTo>
                <a:lnTo>
                  <a:pt x="51958" y="500572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TECH STACK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4365" y="2502398"/>
            <a:ext cx="93387" cy="9373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65" y="2764241"/>
            <a:ext cx="92935" cy="929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402" y="2765599"/>
            <a:ext cx="93274" cy="933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7402" y="3027555"/>
            <a:ext cx="93274" cy="9282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788691"/>
            <a:ext cx="1594485" cy="1355090"/>
          </a:xfrm>
          <a:custGeom>
            <a:avLst/>
            <a:gdLst/>
            <a:ahLst/>
            <a:cxnLst/>
            <a:rect l="l" t="t" r="r" b="b"/>
            <a:pathLst>
              <a:path w="1594485" h="1355089">
                <a:moveTo>
                  <a:pt x="1594047" y="1354808"/>
                </a:moveTo>
                <a:lnTo>
                  <a:pt x="1565759" y="1354808"/>
                </a:lnTo>
                <a:lnTo>
                  <a:pt x="1470615" y="1259664"/>
                </a:lnTo>
                <a:lnTo>
                  <a:pt x="923170" y="1259664"/>
                </a:lnTo>
                <a:lnTo>
                  <a:pt x="455724" y="792218"/>
                </a:lnTo>
                <a:lnTo>
                  <a:pt x="280608" y="792218"/>
                </a:lnTo>
                <a:lnTo>
                  <a:pt x="0" y="511682"/>
                </a:lnTo>
                <a:lnTo>
                  <a:pt x="0" y="0"/>
                </a:lnTo>
                <a:lnTo>
                  <a:pt x="120344" y="0"/>
                </a:lnTo>
                <a:lnTo>
                  <a:pt x="696342" y="576086"/>
                </a:lnTo>
                <a:lnTo>
                  <a:pt x="952164" y="576086"/>
                </a:lnTo>
                <a:lnTo>
                  <a:pt x="1278086" y="901565"/>
                </a:lnTo>
                <a:lnTo>
                  <a:pt x="1278086" y="1038847"/>
                </a:lnTo>
                <a:lnTo>
                  <a:pt x="1594047" y="1354808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0" y="3405849"/>
            <a:ext cx="821055" cy="1458595"/>
            <a:chOff x="0" y="3405849"/>
            <a:chExt cx="821055" cy="1458595"/>
          </a:xfrm>
        </p:grpSpPr>
        <p:sp>
          <p:nvSpPr>
            <p:cNvPr id="16" name="object 16"/>
            <p:cNvSpPr/>
            <p:nvPr/>
          </p:nvSpPr>
          <p:spPr>
            <a:xfrm>
              <a:off x="0" y="3481445"/>
              <a:ext cx="788670" cy="1383030"/>
            </a:xfrm>
            <a:custGeom>
              <a:avLst/>
              <a:gdLst/>
              <a:ahLst/>
              <a:cxnLst/>
              <a:rect l="l" t="t" r="r" b="b"/>
              <a:pathLst>
                <a:path w="788670" h="1383029">
                  <a:moveTo>
                    <a:pt x="0" y="1382472"/>
                  </a:moveTo>
                  <a:lnTo>
                    <a:pt x="0" y="1339867"/>
                  </a:lnTo>
                  <a:lnTo>
                    <a:pt x="758696" y="581171"/>
                  </a:lnTo>
                  <a:lnTo>
                    <a:pt x="758696" y="0"/>
                  </a:lnTo>
                  <a:lnTo>
                    <a:pt x="788456" y="0"/>
                  </a:lnTo>
                  <a:lnTo>
                    <a:pt x="788456" y="593772"/>
                  </a:lnTo>
                  <a:lnTo>
                    <a:pt x="0" y="138247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146" y="3405849"/>
              <a:ext cx="95581" cy="95574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862712" y="4674158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90500" h="38100">
                <a:moveTo>
                  <a:pt x="37553" y="0"/>
                </a:moveTo>
                <a:lnTo>
                  <a:pt x="0" y="0"/>
                </a:lnTo>
                <a:lnTo>
                  <a:pt x="0" y="37871"/>
                </a:lnTo>
                <a:lnTo>
                  <a:pt x="37553" y="37871"/>
                </a:lnTo>
                <a:lnTo>
                  <a:pt x="37553" y="0"/>
                </a:lnTo>
                <a:close/>
              </a:path>
              <a:path w="190500" h="38100">
                <a:moveTo>
                  <a:pt x="190284" y="0"/>
                </a:moveTo>
                <a:lnTo>
                  <a:pt x="72504" y="0"/>
                </a:lnTo>
                <a:lnTo>
                  <a:pt x="72504" y="37871"/>
                </a:lnTo>
                <a:lnTo>
                  <a:pt x="190284" y="37871"/>
                </a:lnTo>
                <a:lnTo>
                  <a:pt x="190284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7098606" y="1190441"/>
            <a:ext cx="2045970" cy="3953510"/>
            <a:chOff x="7098606" y="1190441"/>
            <a:chExt cx="2045970" cy="3953510"/>
          </a:xfrm>
        </p:grpSpPr>
        <p:sp>
          <p:nvSpPr>
            <p:cNvPr id="3" name="object 3"/>
            <p:cNvSpPr/>
            <p:nvPr/>
          </p:nvSpPr>
          <p:spPr>
            <a:xfrm>
              <a:off x="7199553" y="3303009"/>
              <a:ext cx="1945005" cy="1840864"/>
            </a:xfrm>
            <a:custGeom>
              <a:avLst/>
              <a:gdLst/>
              <a:ahLst/>
              <a:cxnLst/>
              <a:rect l="l" t="t" r="r" b="b"/>
              <a:pathLst>
                <a:path w="1945004" h="1840864">
                  <a:moveTo>
                    <a:pt x="1073217" y="1840489"/>
                  </a:moveTo>
                  <a:lnTo>
                    <a:pt x="635273" y="1840489"/>
                  </a:lnTo>
                  <a:lnTo>
                    <a:pt x="635273" y="1454460"/>
                  </a:lnTo>
                  <a:lnTo>
                    <a:pt x="0" y="840044"/>
                  </a:lnTo>
                  <a:lnTo>
                    <a:pt x="196267" y="643776"/>
                  </a:lnTo>
                  <a:lnTo>
                    <a:pt x="1462415" y="643776"/>
                  </a:lnTo>
                  <a:lnTo>
                    <a:pt x="1867184" y="239007"/>
                  </a:lnTo>
                  <a:lnTo>
                    <a:pt x="1867184" y="77328"/>
                  </a:lnTo>
                  <a:lnTo>
                    <a:pt x="1944446" y="0"/>
                  </a:lnTo>
                  <a:lnTo>
                    <a:pt x="1944446" y="969261"/>
                  </a:lnTo>
                  <a:lnTo>
                    <a:pt x="1073217" y="1840489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83766" y="2160041"/>
              <a:ext cx="1060450" cy="2496820"/>
            </a:xfrm>
            <a:custGeom>
              <a:avLst/>
              <a:gdLst/>
              <a:ahLst/>
              <a:cxnLst/>
              <a:rect l="l" t="t" r="r" b="b"/>
              <a:pathLst>
                <a:path w="1060450" h="2496820">
                  <a:moveTo>
                    <a:pt x="1060234" y="0"/>
                  </a:moveTo>
                  <a:lnTo>
                    <a:pt x="503389" y="556780"/>
                  </a:lnTo>
                  <a:lnTo>
                    <a:pt x="503389" y="1974824"/>
                  </a:lnTo>
                  <a:lnTo>
                    <a:pt x="0" y="2478201"/>
                  </a:lnTo>
                  <a:lnTo>
                    <a:pt x="18034" y="2496235"/>
                  </a:lnTo>
                  <a:lnTo>
                    <a:pt x="528739" y="1985530"/>
                  </a:lnTo>
                  <a:lnTo>
                    <a:pt x="528739" y="567486"/>
                  </a:lnTo>
                  <a:lnTo>
                    <a:pt x="673874" y="422363"/>
                  </a:lnTo>
                  <a:lnTo>
                    <a:pt x="762647" y="422363"/>
                  </a:lnTo>
                  <a:lnTo>
                    <a:pt x="903605" y="281470"/>
                  </a:lnTo>
                  <a:lnTo>
                    <a:pt x="1044511" y="140500"/>
                  </a:lnTo>
                  <a:lnTo>
                    <a:pt x="1044511" y="51765"/>
                  </a:lnTo>
                  <a:lnTo>
                    <a:pt x="1060234" y="36042"/>
                  </a:lnTo>
                  <a:lnTo>
                    <a:pt x="1060234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6529" y="4615217"/>
              <a:ext cx="96122" cy="968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4402" y="2321313"/>
              <a:ext cx="108115" cy="108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97173" y="1190441"/>
              <a:ext cx="847090" cy="1142365"/>
            </a:xfrm>
            <a:custGeom>
              <a:avLst/>
              <a:gdLst/>
              <a:ahLst/>
              <a:cxnLst/>
              <a:rect l="l" t="t" r="r" b="b"/>
              <a:pathLst>
                <a:path w="847090" h="1142364">
                  <a:moveTo>
                    <a:pt x="24458" y="1142072"/>
                  </a:moveTo>
                  <a:lnTo>
                    <a:pt x="0" y="1142072"/>
                  </a:lnTo>
                  <a:lnTo>
                    <a:pt x="0" y="846826"/>
                  </a:lnTo>
                  <a:lnTo>
                    <a:pt x="846826" y="0"/>
                  </a:lnTo>
                  <a:lnTo>
                    <a:pt x="846826" y="34298"/>
                  </a:lnTo>
                  <a:lnTo>
                    <a:pt x="24458" y="856920"/>
                  </a:lnTo>
                  <a:lnTo>
                    <a:pt x="24458" y="114207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98606" y="4674146"/>
              <a:ext cx="236220" cy="38100"/>
            </a:xfrm>
            <a:custGeom>
              <a:avLst/>
              <a:gdLst/>
              <a:ahLst/>
              <a:cxnLst/>
              <a:rect l="l" t="t" r="r" b="b"/>
              <a:pathLst>
                <a:path w="236220" h="38100">
                  <a:moveTo>
                    <a:pt x="235890" y="37881"/>
                  </a:moveTo>
                  <a:lnTo>
                    <a:pt x="0" y="37881"/>
                  </a:lnTo>
                  <a:lnTo>
                    <a:pt x="0" y="0"/>
                  </a:lnTo>
                  <a:lnTo>
                    <a:pt x="235890" y="0"/>
                  </a:lnTo>
                  <a:lnTo>
                    <a:pt x="235890" y="37881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57262" y="1541455"/>
            <a:ext cx="5960745" cy="21399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Frontend: React 18, Vite, plain CSS, English and Hindi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Backend: Node 20, Express 5, zod, modular monolith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Database: PostgreSQL 16, row locks, atomic reserve function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AI: Google Gemini function calling, offline fallback parser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Proof: 60 tests on real Postgres, k6, GitHub Actions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Ops: Docker Compose, UI served by the API process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9969" y="491148"/>
            <a:ext cx="120959" cy="1209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736" y="491148"/>
            <a:ext cx="120790" cy="12096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1760" y="767330"/>
            <a:ext cx="120790" cy="121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1358" y="768005"/>
            <a:ext cx="120284" cy="120966"/>
          </a:xfrm>
          <a:prstGeom prst="rect">
            <a:avLst/>
          </a:prstGeom>
        </p:spPr>
      </p:pic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xfrm>
            <a:off x="2933634" y="558512"/>
            <a:ext cx="327723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0"/>
              <a:t>THANKS!</a:t>
            </a:r>
            <a:endParaRPr sz="5000"/>
          </a:p>
        </p:txBody>
      </p:sp>
      <p:grpSp>
        <p:nvGrpSpPr>
          <p:cNvPr id="16" name="object 16"/>
          <p:cNvGrpSpPr/>
          <p:nvPr/>
        </p:nvGrpSpPr>
        <p:grpSpPr>
          <a:xfrm>
            <a:off x="0" y="924882"/>
            <a:ext cx="2678430" cy="4228465"/>
            <a:chOff x="0" y="924882"/>
            <a:chExt cx="2678430" cy="4228465"/>
          </a:xfrm>
        </p:grpSpPr>
        <p:sp>
          <p:nvSpPr>
            <p:cNvPr id="17" name="object 17"/>
            <p:cNvSpPr/>
            <p:nvPr/>
          </p:nvSpPr>
          <p:spPr>
            <a:xfrm>
              <a:off x="0" y="1483003"/>
              <a:ext cx="2678430" cy="3660775"/>
            </a:xfrm>
            <a:custGeom>
              <a:avLst/>
              <a:gdLst/>
              <a:ahLst/>
              <a:cxnLst/>
              <a:rect l="l" t="t" r="r" b="b"/>
              <a:pathLst>
                <a:path w="2678430" h="3660775">
                  <a:moveTo>
                    <a:pt x="2677886" y="3660496"/>
                  </a:moveTo>
                  <a:lnTo>
                    <a:pt x="2640088" y="3660496"/>
                  </a:lnTo>
                  <a:lnTo>
                    <a:pt x="0" y="1020407"/>
                  </a:lnTo>
                  <a:lnTo>
                    <a:pt x="0" y="0"/>
                  </a:lnTo>
                  <a:lnTo>
                    <a:pt x="261405" y="261634"/>
                  </a:lnTo>
                  <a:lnTo>
                    <a:pt x="261405" y="431818"/>
                  </a:lnTo>
                  <a:lnTo>
                    <a:pt x="687468" y="857881"/>
                  </a:lnTo>
                  <a:lnTo>
                    <a:pt x="2020223" y="857881"/>
                  </a:lnTo>
                  <a:lnTo>
                    <a:pt x="2226816" y="1064474"/>
                  </a:lnTo>
                  <a:lnTo>
                    <a:pt x="1558122" y="1711211"/>
                  </a:lnTo>
                  <a:lnTo>
                    <a:pt x="1558122" y="2540732"/>
                  </a:lnTo>
                  <a:lnTo>
                    <a:pt x="2677886" y="3660496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6288" y="2029548"/>
              <a:ext cx="137291" cy="13666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924889"/>
              <a:ext cx="1470025" cy="1153160"/>
            </a:xfrm>
            <a:custGeom>
              <a:avLst/>
              <a:gdLst/>
              <a:ahLst/>
              <a:cxnLst/>
              <a:rect l="l" t="t" r="r" b="b"/>
              <a:pathLst>
                <a:path w="1470025" h="1153160">
                  <a:moveTo>
                    <a:pt x="1469517" y="1127683"/>
                  </a:moveTo>
                  <a:lnTo>
                    <a:pt x="504672" y="162445"/>
                  </a:lnTo>
                  <a:lnTo>
                    <a:pt x="499287" y="157060"/>
                  </a:lnTo>
                  <a:lnTo>
                    <a:pt x="157086" y="157060"/>
                  </a:lnTo>
                  <a:lnTo>
                    <a:pt x="0" y="0"/>
                  </a:lnTo>
                  <a:lnTo>
                    <a:pt x="0" y="20078"/>
                  </a:lnTo>
                  <a:lnTo>
                    <a:pt x="137007" y="157060"/>
                  </a:lnTo>
                  <a:lnTo>
                    <a:pt x="0" y="157060"/>
                  </a:lnTo>
                  <a:lnTo>
                    <a:pt x="0" y="193306"/>
                  </a:lnTo>
                  <a:lnTo>
                    <a:pt x="484098" y="193306"/>
                  </a:lnTo>
                  <a:lnTo>
                    <a:pt x="1444040" y="1153160"/>
                  </a:lnTo>
                  <a:lnTo>
                    <a:pt x="1469517" y="112768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82902" y="4807992"/>
              <a:ext cx="661670" cy="335915"/>
            </a:xfrm>
            <a:custGeom>
              <a:avLst/>
              <a:gdLst/>
              <a:ahLst/>
              <a:cxnLst/>
              <a:rect l="l" t="t" r="r" b="b"/>
              <a:pathLst>
                <a:path w="661669" h="335914">
                  <a:moveTo>
                    <a:pt x="0" y="335507"/>
                  </a:moveTo>
                  <a:lnTo>
                    <a:pt x="0" y="307527"/>
                  </a:lnTo>
                  <a:lnTo>
                    <a:pt x="6414" y="261639"/>
                  </a:lnTo>
                  <a:lnTo>
                    <a:pt x="19242" y="216832"/>
                  </a:lnTo>
                  <a:lnTo>
                    <a:pt x="38484" y="173832"/>
                  </a:lnTo>
                  <a:lnTo>
                    <a:pt x="64140" y="133365"/>
                  </a:lnTo>
                  <a:lnTo>
                    <a:pt x="96211" y="96156"/>
                  </a:lnTo>
                  <a:lnTo>
                    <a:pt x="133419" y="64104"/>
                  </a:lnTo>
                  <a:lnTo>
                    <a:pt x="173886" y="38462"/>
                  </a:lnTo>
                  <a:lnTo>
                    <a:pt x="216886" y="19231"/>
                  </a:lnTo>
                  <a:lnTo>
                    <a:pt x="261693" y="6410"/>
                  </a:lnTo>
                  <a:lnTo>
                    <a:pt x="307582" y="0"/>
                  </a:lnTo>
                  <a:lnTo>
                    <a:pt x="353826" y="0"/>
                  </a:lnTo>
                  <a:lnTo>
                    <a:pt x="399700" y="6410"/>
                  </a:lnTo>
                  <a:lnTo>
                    <a:pt x="444478" y="19231"/>
                  </a:lnTo>
                  <a:lnTo>
                    <a:pt x="487434" y="38462"/>
                  </a:lnTo>
                  <a:lnTo>
                    <a:pt x="527843" y="64104"/>
                  </a:lnTo>
                  <a:lnTo>
                    <a:pt x="564979" y="96156"/>
                  </a:lnTo>
                  <a:lnTo>
                    <a:pt x="597104" y="133365"/>
                  </a:lnTo>
                  <a:lnTo>
                    <a:pt x="622804" y="173832"/>
                  </a:lnTo>
                  <a:lnTo>
                    <a:pt x="642079" y="216832"/>
                  </a:lnTo>
                  <a:lnTo>
                    <a:pt x="654928" y="261639"/>
                  </a:lnTo>
                  <a:lnTo>
                    <a:pt x="661353" y="307527"/>
                  </a:lnTo>
                  <a:lnTo>
                    <a:pt x="661353" y="335507"/>
                  </a:lnTo>
                </a:path>
              </a:pathLst>
            </a:custGeom>
            <a:ln w="19049">
              <a:solidFill>
                <a:srgbClr val="FC2E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0196" y="3327666"/>
              <a:ext cx="325120" cy="324485"/>
            </a:xfrm>
            <a:custGeom>
              <a:avLst/>
              <a:gdLst/>
              <a:ahLst/>
              <a:cxnLst/>
              <a:rect l="l" t="t" r="r" b="b"/>
              <a:pathLst>
                <a:path w="325120" h="324485">
                  <a:moveTo>
                    <a:pt x="0" y="324319"/>
                  </a:moveTo>
                  <a:lnTo>
                    <a:pt x="0" y="232647"/>
                  </a:lnTo>
                  <a:lnTo>
                    <a:pt x="232647" y="0"/>
                  </a:lnTo>
                  <a:lnTo>
                    <a:pt x="324512" y="0"/>
                  </a:lnTo>
                  <a:lnTo>
                    <a:pt x="162352" y="162159"/>
                  </a:lnTo>
                  <a:lnTo>
                    <a:pt x="0" y="32431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1722" y="2737381"/>
              <a:ext cx="133837" cy="1348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2826359"/>
              <a:ext cx="1546860" cy="1242060"/>
            </a:xfrm>
            <a:custGeom>
              <a:avLst/>
              <a:gdLst/>
              <a:ahLst/>
              <a:cxnLst/>
              <a:rect l="l" t="t" r="r" b="b"/>
              <a:pathLst>
                <a:path w="1546860" h="1242060">
                  <a:moveTo>
                    <a:pt x="1034288" y="24460"/>
                  </a:moveTo>
                  <a:lnTo>
                    <a:pt x="1007910" y="0"/>
                  </a:lnTo>
                  <a:lnTo>
                    <a:pt x="18389" y="989520"/>
                  </a:lnTo>
                  <a:lnTo>
                    <a:pt x="0" y="989520"/>
                  </a:lnTo>
                  <a:lnTo>
                    <a:pt x="0" y="1025537"/>
                  </a:lnTo>
                  <a:lnTo>
                    <a:pt x="33210" y="1025537"/>
                  </a:lnTo>
                  <a:lnTo>
                    <a:pt x="1034288" y="24460"/>
                  </a:lnTo>
                  <a:close/>
                </a:path>
                <a:path w="1546860" h="1242060">
                  <a:moveTo>
                    <a:pt x="1546428" y="1176045"/>
                  </a:moveTo>
                  <a:lnTo>
                    <a:pt x="1085951" y="1176045"/>
                  </a:lnTo>
                  <a:lnTo>
                    <a:pt x="1151623" y="1241526"/>
                  </a:lnTo>
                  <a:lnTo>
                    <a:pt x="1479219" y="1241526"/>
                  </a:lnTo>
                  <a:lnTo>
                    <a:pt x="1546428" y="1176045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9742" y="3923826"/>
              <a:ext cx="134775" cy="1336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0" y="3972940"/>
              <a:ext cx="1828800" cy="989330"/>
            </a:xfrm>
            <a:custGeom>
              <a:avLst/>
              <a:gdLst/>
              <a:ahLst/>
              <a:cxnLst/>
              <a:rect l="l" t="t" r="r" b="b"/>
              <a:pathLst>
                <a:path w="1828800" h="989329">
                  <a:moveTo>
                    <a:pt x="1828190" y="0"/>
                  </a:moveTo>
                  <a:lnTo>
                    <a:pt x="938618" y="0"/>
                  </a:lnTo>
                  <a:lnTo>
                    <a:pt x="637209" y="301409"/>
                  </a:lnTo>
                  <a:lnTo>
                    <a:pt x="284975" y="301409"/>
                  </a:lnTo>
                  <a:lnTo>
                    <a:pt x="0" y="585304"/>
                  </a:lnTo>
                  <a:lnTo>
                    <a:pt x="0" y="606031"/>
                  </a:lnTo>
                  <a:lnTo>
                    <a:pt x="289788" y="316230"/>
                  </a:lnTo>
                  <a:lnTo>
                    <a:pt x="622388" y="316230"/>
                  </a:lnTo>
                  <a:lnTo>
                    <a:pt x="0" y="938631"/>
                  </a:lnTo>
                  <a:lnTo>
                    <a:pt x="0" y="989279"/>
                  </a:lnTo>
                  <a:lnTo>
                    <a:pt x="953249" y="36017"/>
                  </a:lnTo>
                  <a:lnTo>
                    <a:pt x="1828190" y="36017"/>
                  </a:lnTo>
                  <a:lnTo>
                    <a:pt x="1828190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371233" y="1438696"/>
            <a:ext cx="23996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73536"/>
                </a:solidFill>
                <a:latin typeface="Roboto"/>
                <a:cs typeface="Roboto"/>
              </a:rPr>
              <a:t>Questions?</a:t>
            </a:r>
            <a:endParaRPr sz="15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dirty="0" sz="1300" spc="-10">
                <a:solidFill>
                  <a:srgbClr val="373536"/>
                </a:solidFill>
                <a:latin typeface="Roboto"/>
                <a:cs typeface="Roboto"/>
              </a:rPr>
              <a:t>Team --rebase</a:t>
            </a:r>
            <a:endParaRPr sz="1500">
              <a:latin typeface="Roboto"/>
              <a:cs typeface="Roboto"/>
            </a:endParaRPr>
          </a:p>
          <a:p>
            <a:pPr algn="ctr" marL="1270">
              <a:lnSpc>
                <a:spcPct val="100000"/>
              </a:lnSpc>
            </a:pPr>
            <a:r>
              <a:rPr dirty="0" sz="1100">
                <a:solidFill>
                  <a:srgbClr val="373536"/>
                </a:solidFill>
                <a:latin typeface="Roboto"/>
                <a:cs typeface="Roboto"/>
              </a:rPr>
              <a:t>github.com/NehaBhask/kognivera</a:t>
            </a:r>
            <a:endParaRPr sz="1500">
              <a:latin typeface="Roboto"/>
              <a:cs typeface="Roboto"/>
            </a:endParaRPr>
          </a:p>
          <a:p>
            <a:pPr algn="ctr" marL="635">
              <a:lnSpc>
                <a:spcPct val="100000"/>
              </a:lnSpc>
            </a:pPr>
            <a:r>
              <a:rPr dirty="0" sz="1300" spc="-10">
                <a:solidFill>
                  <a:srgbClr val="373536"/>
                </a:solidFill>
                <a:latin typeface="Roboto"/>
                <a:cs typeface="Roboto"/>
              </a:rPr>
              <a:t>APS-05 · Travel &amp; Tourism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76464" y="2421953"/>
            <a:ext cx="300355" cy="300355"/>
          </a:xfrm>
          <a:custGeom>
            <a:avLst/>
            <a:gdLst/>
            <a:ahLst/>
            <a:cxnLst/>
            <a:rect l="l" t="t" r="r" b="b"/>
            <a:pathLst>
              <a:path w="300354" h="300355">
                <a:moveTo>
                  <a:pt x="300101" y="126174"/>
                </a:moveTo>
                <a:lnTo>
                  <a:pt x="174066" y="126174"/>
                </a:lnTo>
                <a:lnTo>
                  <a:pt x="174066" y="0"/>
                </a:lnTo>
                <a:lnTo>
                  <a:pt x="126542" y="0"/>
                </a:lnTo>
                <a:lnTo>
                  <a:pt x="126542" y="126174"/>
                </a:lnTo>
                <a:lnTo>
                  <a:pt x="0" y="126174"/>
                </a:lnTo>
                <a:lnTo>
                  <a:pt x="0" y="173558"/>
                </a:lnTo>
                <a:lnTo>
                  <a:pt x="126542" y="173558"/>
                </a:lnTo>
                <a:lnTo>
                  <a:pt x="126542" y="299732"/>
                </a:lnTo>
                <a:lnTo>
                  <a:pt x="174066" y="299732"/>
                </a:lnTo>
                <a:lnTo>
                  <a:pt x="174066" y="173558"/>
                </a:lnTo>
                <a:lnTo>
                  <a:pt x="300101" y="173558"/>
                </a:lnTo>
                <a:lnTo>
                  <a:pt x="300101" y="126174"/>
                </a:lnTo>
                <a:close/>
              </a:path>
            </a:pathLst>
          </a:custGeom>
          <a:solidFill>
            <a:srgbClr val="24A3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3101600" y="2664098"/>
            <a:ext cx="687070" cy="688340"/>
            <a:chOff x="3101600" y="2664098"/>
            <a:chExt cx="687070" cy="688340"/>
          </a:xfrm>
        </p:grpSpPr>
        <p:sp>
          <p:nvSpPr>
            <p:cNvPr id="27" name="object 27"/>
            <p:cNvSpPr/>
            <p:nvPr/>
          </p:nvSpPr>
          <p:spPr>
            <a:xfrm>
              <a:off x="3115887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8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2" y="656123"/>
                  </a:lnTo>
                  <a:lnTo>
                    <a:pt x="329099" y="659699"/>
                  </a:lnTo>
                  <a:lnTo>
                    <a:pt x="280468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287128" y="2850362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257289" y="58293"/>
                  </a:moveTo>
                  <a:lnTo>
                    <a:pt x="250659" y="56984"/>
                  </a:lnTo>
                  <a:lnTo>
                    <a:pt x="244132" y="56057"/>
                  </a:lnTo>
                  <a:lnTo>
                    <a:pt x="237693" y="55486"/>
                  </a:lnTo>
                  <a:lnTo>
                    <a:pt x="231305" y="55295"/>
                  </a:lnTo>
                  <a:lnTo>
                    <a:pt x="226148" y="55295"/>
                  </a:lnTo>
                  <a:lnTo>
                    <a:pt x="187655" y="67348"/>
                  </a:lnTo>
                  <a:lnTo>
                    <a:pt x="176961" y="92544"/>
                  </a:lnTo>
                  <a:lnTo>
                    <a:pt x="176961" y="143852"/>
                  </a:lnTo>
                  <a:lnTo>
                    <a:pt x="172834" y="148005"/>
                  </a:lnTo>
                  <a:lnTo>
                    <a:pt x="149225" y="148005"/>
                  </a:lnTo>
                  <a:lnTo>
                    <a:pt x="149225" y="166484"/>
                  </a:lnTo>
                  <a:lnTo>
                    <a:pt x="172834" y="166484"/>
                  </a:lnTo>
                  <a:lnTo>
                    <a:pt x="176961" y="170624"/>
                  </a:lnTo>
                  <a:lnTo>
                    <a:pt x="176961" y="315722"/>
                  </a:lnTo>
                  <a:lnTo>
                    <a:pt x="204736" y="315722"/>
                  </a:lnTo>
                  <a:lnTo>
                    <a:pt x="204736" y="170624"/>
                  </a:lnTo>
                  <a:lnTo>
                    <a:pt x="208876" y="166484"/>
                  </a:lnTo>
                  <a:lnTo>
                    <a:pt x="243763" y="166484"/>
                  </a:lnTo>
                  <a:lnTo>
                    <a:pt x="248361" y="148005"/>
                  </a:lnTo>
                  <a:lnTo>
                    <a:pt x="208876" y="148005"/>
                  </a:lnTo>
                  <a:lnTo>
                    <a:pt x="204736" y="143852"/>
                  </a:lnTo>
                  <a:lnTo>
                    <a:pt x="204736" y="109156"/>
                  </a:lnTo>
                  <a:lnTo>
                    <a:pt x="206527" y="98488"/>
                  </a:lnTo>
                  <a:lnTo>
                    <a:pt x="237642" y="79463"/>
                  </a:lnTo>
                  <a:lnTo>
                    <a:pt x="245440" y="79463"/>
                  </a:lnTo>
                  <a:lnTo>
                    <a:pt x="249936" y="80086"/>
                  </a:lnTo>
                  <a:lnTo>
                    <a:pt x="253949" y="80886"/>
                  </a:lnTo>
                  <a:lnTo>
                    <a:pt x="257289" y="58293"/>
                  </a:lnTo>
                  <a:close/>
                </a:path>
                <a:path w="316229" h="316230">
                  <a:moveTo>
                    <a:pt x="315722" y="46253"/>
                  </a:moveTo>
                  <a:lnTo>
                    <a:pt x="312077" y="28270"/>
                  </a:lnTo>
                  <a:lnTo>
                    <a:pt x="302158" y="13563"/>
                  </a:lnTo>
                  <a:lnTo>
                    <a:pt x="287464" y="3644"/>
                  </a:lnTo>
                  <a:lnTo>
                    <a:pt x="269481" y="0"/>
                  </a:lnTo>
                  <a:lnTo>
                    <a:pt x="46253" y="0"/>
                  </a:lnTo>
                  <a:lnTo>
                    <a:pt x="28270" y="3644"/>
                  </a:lnTo>
                  <a:lnTo>
                    <a:pt x="13563" y="13563"/>
                  </a:lnTo>
                  <a:lnTo>
                    <a:pt x="3644" y="28270"/>
                  </a:lnTo>
                  <a:lnTo>
                    <a:pt x="0" y="46253"/>
                  </a:lnTo>
                  <a:lnTo>
                    <a:pt x="0" y="269455"/>
                  </a:lnTo>
                  <a:lnTo>
                    <a:pt x="3644" y="287451"/>
                  </a:lnTo>
                  <a:lnTo>
                    <a:pt x="13563" y="302158"/>
                  </a:lnTo>
                  <a:lnTo>
                    <a:pt x="28270" y="312089"/>
                  </a:lnTo>
                  <a:lnTo>
                    <a:pt x="46253" y="315734"/>
                  </a:lnTo>
                  <a:lnTo>
                    <a:pt x="158483" y="315734"/>
                  </a:lnTo>
                  <a:lnTo>
                    <a:pt x="158483" y="185000"/>
                  </a:lnTo>
                  <a:lnTo>
                    <a:pt x="134861" y="185000"/>
                  </a:lnTo>
                  <a:lnTo>
                    <a:pt x="130746" y="180848"/>
                  </a:lnTo>
                  <a:lnTo>
                    <a:pt x="130746" y="133642"/>
                  </a:lnTo>
                  <a:lnTo>
                    <a:pt x="134861" y="129489"/>
                  </a:lnTo>
                  <a:lnTo>
                    <a:pt x="158483" y="129489"/>
                  </a:lnTo>
                  <a:lnTo>
                    <a:pt x="158483" y="96647"/>
                  </a:lnTo>
                  <a:lnTo>
                    <a:pt x="172593" y="56134"/>
                  </a:lnTo>
                  <a:lnTo>
                    <a:pt x="213245" y="38125"/>
                  </a:lnTo>
                  <a:lnTo>
                    <a:pt x="225056" y="36817"/>
                  </a:lnTo>
                  <a:lnTo>
                    <a:pt x="231101" y="36817"/>
                  </a:lnTo>
                  <a:lnTo>
                    <a:pt x="270217" y="42519"/>
                  </a:lnTo>
                  <a:lnTo>
                    <a:pt x="277520" y="48158"/>
                  </a:lnTo>
                  <a:lnTo>
                    <a:pt x="276834" y="52768"/>
                  </a:lnTo>
                  <a:lnTo>
                    <a:pt x="270776" y="93573"/>
                  </a:lnTo>
                  <a:lnTo>
                    <a:pt x="263486" y="101473"/>
                  </a:lnTo>
                  <a:lnTo>
                    <a:pt x="260261" y="101473"/>
                  </a:lnTo>
                  <a:lnTo>
                    <a:pt x="258559" y="100990"/>
                  </a:lnTo>
                  <a:lnTo>
                    <a:pt x="251739" y="99288"/>
                  </a:lnTo>
                  <a:lnTo>
                    <a:pt x="246380" y="97942"/>
                  </a:lnTo>
                  <a:lnTo>
                    <a:pt x="238607" y="97942"/>
                  </a:lnTo>
                  <a:lnTo>
                    <a:pt x="236613" y="98094"/>
                  </a:lnTo>
                  <a:lnTo>
                    <a:pt x="234556" y="98437"/>
                  </a:lnTo>
                  <a:lnTo>
                    <a:pt x="224116" y="100190"/>
                  </a:lnTo>
                  <a:lnTo>
                    <a:pt x="223227" y="104889"/>
                  </a:lnTo>
                  <a:lnTo>
                    <a:pt x="223227" y="129489"/>
                  </a:lnTo>
                  <a:lnTo>
                    <a:pt x="263080" y="129489"/>
                  </a:lnTo>
                  <a:lnTo>
                    <a:pt x="265747" y="130822"/>
                  </a:lnTo>
                  <a:lnTo>
                    <a:pt x="267500" y="133070"/>
                  </a:lnTo>
                  <a:lnTo>
                    <a:pt x="269252" y="135293"/>
                  </a:lnTo>
                  <a:lnTo>
                    <a:pt x="269862" y="138214"/>
                  </a:lnTo>
                  <a:lnTo>
                    <a:pt x="269189" y="140982"/>
                  </a:lnTo>
                  <a:lnTo>
                    <a:pt x="259930" y="177977"/>
                  </a:lnTo>
                  <a:lnTo>
                    <a:pt x="258902" y="182105"/>
                  </a:lnTo>
                  <a:lnTo>
                    <a:pt x="255206" y="184988"/>
                  </a:lnTo>
                  <a:lnTo>
                    <a:pt x="223227" y="184988"/>
                  </a:lnTo>
                  <a:lnTo>
                    <a:pt x="223227" y="315734"/>
                  </a:lnTo>
                  <a:lnTo>
                    <a:pt x="269455" y="315734"/>
                  </a:lnTo>
                  <a:lnTo>
                    <a:pt x="287451" y="312089"/>
                  </a:lnTo>
                  <a:lnTo>
                    <a:pt x="302158" y="302145"/>
                  </a:lnTo>
                  <a:lnTo>
                    <a:pt x="312077" y="287439"/>
                  </a:lnTo>
                  <a:lnTo>
                    <a:pt x="315722" y="269455"/>
                  </a:lnTo>
                  <a:lnTo>
                    <a:pt x="315722" y="46253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3852941" y="2664098"/>
            <a:ext cx="687070" cy="688340"/>
            <a:chOff x="3852941" y="2664098"/>
            <a:chExt cx="687070" cy="688340"/>
          </a:xfrm>
        </p:grpSpPr>
        <p:sp>
          <p:nvSpPr>
            <p:cNvPr id="30" name="object 30"/>
            <p:cNvSpPr/>
            <p:nvPr/>
          </p:nvSpPr>
          <p:spPr>
            <a:xfrm>
              <a:off x="3867229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7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1" y="656123"/>
                  </a:lnTo>
                  <a:lnTo>
                    <a:pt x="329099" y="659699"/>
                  </a:lnTo>
                  <a:lnTo>
                    <a:pt x="280467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94583" y="2906500"/>
              <a:ext cx="203493" cy="20344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38478" y="2850362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268856" y="315722"/>
                  </a:moveTo>
                  <a:lnTo>
                    <a:pt x="46849" y="315722"/>
                  </a:lnTo>
                  <a:lnTo>
                    <a:pt x="28777" y="311986"/>
                  </a:lnTo>
                  <a:lnTo>
                    <a:pt x="13867" y="301851"/>
                  </a:lnTo>
                  <a:lnTo>
                    <a:pt x="3736" y="286932"/>
                  </a:lnTo>
                  <a:lnTo>
                    <a:pt x="0" y="268840"/>
                  </a:lnTo>
                  <a:lnTo>
                    <a:pt x="0" y="46882"/>
                  </a:lnTo>
                  <a:lnTo>
                    <a:pt x="3736" y="28791"/>
                  </a:lnTo>
                  <a:lnTo>
                    <a:pt x="13867" y="13871"/>
                  </a:lnTo>
                  <a:lnTo>
                    <a:pt x="28777" y="3736"/>
                  </a:lnTo>
                  <a:lnTo>
                    <a:pt x="46849" y="0"/>
                  </a:lnTo>
                  <a:lnTo>
                    <a:pt x="268856" y="0"/>
                  </a:lnTo>
                  <a:lnTo>
                    <a:pt x="286926" y="3736"/>
                  </a:lnTo>
                  <a:lnTo>
                    <a:pt x="301830" y="13871"/>
                  </a:lnTo>
                  <a:lnTo>
                    <a:pt x="311956" y="28791"/>
                  </a:lnTo>
                  <a:lnTo>
                    <a:pt x="313775" y="37608"/>
                  </a:lnTo>
                  <a:lnTo>
                    <a:pt x="83844" y="37608"/>
                  </a:lnTo>
                  <a:lnTo>
                    <a:pt x="65871" y="41249"/>
                  </a:lnTo>
                  <a:lnTo>
                    <a:pt x="51177" y="51173"/>
                  </a:lnTo>
                  <a:lnTo>
                    <a:pt x="41262" y="65882"/>
                  </a:lnTo>
                  <a:lnTo>
                    <a:pt x="37624" y="83878"/>
                  </a:lnTo>
                  <a:lnTo>
                    <a:pt x="37624" y="231844"/>
                  </a:lnTo>
                  <a:lnTo>
                    <a:pt x="41262" y="249838"/>
                  </a:lnTo>
                  <a:lnTo>
                    <a:pt x="51177" y="264541"/>
                  </a:lnTo>
                  <a:lnTo>
                    <a:pt x="65871" y="274459"/>
                  </a:lnTo>
                  <a:lnTo>
                    <a:pt x="83844" y="278097"/>
                  </a:lnTo>
                  <a:lnTo>
                    <a:pt x="313779" y="278097"/>
                  </a:lnTo>
                  <a:lnTo>
                    <a:pt x="311956" y="286932"/>
                  </a:lnTo>
                  <a:lnTo>
                    <a:pt x="301830" y="301851"/>
                  </a:lnTo>
                  <a:lnTo>
                    <a:pt x="286926" y="311986"/>
                  </a:lnTo>
                  <a:lnTo>
                    <a:pt x="268856" y="315722"/>
                  </a:lnTo>
                  <a:close/>
                </a:path>
                <a:path w="316229" h="316230">
                  <a:moveTo>
                    <a:pt x="313779" y="278097"/>
                  </a:moveTo>
                  <a:lnTo>
                    <a:pt x="231844" y="278097"/>
                  </a:lnTo>
                  <a:lnTo>
                    <a:pt x="249826" y="274459"/>
                  </a:lnTo>
                  <a:lnTo>
                    <a:pt x="264537" y="264541"/>
                  </a:lnTo>
                  <a:lnTo>
                    <a:pt x="274468" y="249838"/>
                  </a:lnTo>
                  <a:lnTo>
                    <a:pt x="278114" y="231844"/>
                  </a:lnTo>
                  <a:lnTo>
                    <a:pt x="278114" y="83878"/>
                  </a:lnTo>
                  <a:lnTo>
                    <a:pt x="274468" y="65882"/>
                  </a:lnTo>
                  <a:lnTo>
                    <a:pt x="264537" y="51173"/>
                  </a:lnTo>
                  <a:lnTo>
                    <a:pt x="249826" y="41249"/>
                  </a:lnTo>
                  <a:lnTo>
                    <a:pt x="231844" y="37608"/>
                  </a:lnTo>
                  <a:lnTo>
                    <a:pt x="313775" y="37608"/>
                  </a:lnTo>
                  <a:lnTo>
                    <a:pt x="315689" y="46882"/>
                  </a:lnTo>
                  <a:lnTo>
                    <a:pt x="315689" y="268840"/>
                  </a:lnTo>
                  <a:lnTo>
                    <a:pt x="313779" y="278097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4604285" y="2664098"/>
            <a:ext cx="687070" cy="688340"/>
            <a:chOff x="4604285" y="2664098"/>
            <a:chExt cx="687070" cy="688340"/>
          </a:xfrm>
        </p:grpSpPr>
        <p:sp>
          <p:nvSpPr>
            <p:cNvPr id="34" name="object 34"/>
            <p:cNvSpPr/>
            <p:nvPr/>
          </p:nvSpPr>
          <p:spPr>
            <a:xfrm>
              <a:off x="4618573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7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1" y="656123"/>
                  </a:lnTo>
                  <a:lnTo>
                    <a:pt x="329099" y="659699"/>
                  </a:lnTo>
                  <a:lnTo>
                    <a:pt x="280467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789805" y="2850375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83870" y="60261"/>
                  </a:moveTo>
                  <a:lnTo>
                    <a:pt x="79717" y="56146"/>
                  </a:lnTo>
                  <a:lnTo>
                    <a:pt x="74625" y="56146"/>
                  </a:lnTo>
                  <a:lnTo>
                    <a:pt x="69519" y="56146"/>
                  </a:lnTo>
                  <a:lnTo>
                    <a:pt x="65366" y="60261"/>
                  </a:lnTo>
                  <a:lnTo>
                    <a:pt x="65366" y="70472"/>
                  </a:lnTo>
                  <a:lnTo>
                    <a:pt x="69519" y="74625"/>
                  </a:lnTo>
                  <a:lnTo>
                    <a:pt x="79717" y="74625"/>
                  </a:lnTo>
                  <a:lnTo>
                    <a:pt x="83870" y="70472"/>
                  </a:lnTo>
                  <a:lnTo>
                    <a:pt x="83870" y="60261"/>
                  </a:lnTo>
                  <a:close/>
                </a:path>
                <a:path w="316229" h="316230">
                  <a:moveTo>
                    <a:pt x="315722" y="46888"/>
                  </a:moveTo>
                  <a:lnTo>
                    <a:pt x="313804" y="37617"/>
                  </a:lnTo>
                  <a:lnTo>
                    <a:pt x="311988" y="28790"/>
                  </a:lnTo>
                  <a:lnTo>
                    <a:pt x="301853" y="13881"/>
                  </a:lnTo>
                  <a:lnTo>
                    <a:pt x="286931" y="3746"/>
                  </a:lnTo>
                  <a:lnTo>
                    <a:pt x="268859" y="0"/>
                  </a:lnTo>
                  <a:lnTo>
                    <a:pt x="268859" y="169303"/>
                  </a:lnTo>
                  <a:lnTo>
                    <a:pt x="268859" y="273977"/>
                  </a:lnTo>
                  <a:lnTo>
                    <a:pt x="264718" y="278104"/>
                  </a:lnTo>
                  <a:lnTo>
                    <a:pt x="217487" y="278104"/>
                  </a:lnTo>
                  <a:lnTo>
                    <a:pt x="213360" y="273977"/>
                  </a:lnTo>
                  <a:lnTo>
                    <a:pt x="213360" y="185635"/>
                  </a:lnTo>
                  <a:lnTo>
                    <a:pt x="211899" y="178435"/>
                  </a:lnTo>
                  <a:lnTo>
                    <a:pt x="207937" y="172542"/>
                  </a:lnTo>
                  <a:lnTo>
                    <a:pt x="202044" y="168579"/>
                  </a:lnTo>
                  <a:lnTo>
                    <a:pt x="194843" y="167119"/>
                  </a:lnTo>
                  <a:lnTo>
                    <a:pt x="187655" y="168579"/>
                  </a:lnTo>
                  <a:lnTo>
                    <a:pt x="181787" y="172542"/>
                  </a:lnTo>
                  <a:lnTo>
                    <a:pt x="177825" y="178435"/>
                  </a:lnTo>
                  <a:lnTo>
                    <a:pt x="176364" y="185635"/>
                  </a:lnTo>
                  <a:lnTo>
                    <a:pt x="176364" y="273977"/>
                  </a:lnTo>
                  <a:lnTo>
                    <a:pt x="172212" y="278104"/>
                  </a:lnTo>
                  <a:lnTo>
                    <a:pt x="124980" y="278104"/>
                  </a:lnTo>
                  <a:lnTo>
                    <a:pt x="120853" y="273977"/>
                  </a:lnTo>
                  <a:lnTo>
                    <a:pt x="120853" y="115747"/>
                  </a:lnTo>
                  <a:lnTo>
                    <a:pt x="124993" y="111607"/>
                  </a:lnTo>
                  <a:lnTo>
                    <a:pt x="171831" y="111607"/>
                  </a:lnTo>
                  <a:lnTo>
                    <a:pt x="175755" y="115201"/>
                  </a:lnTo>
                  <a:lnTo>
                    <a:pt x="175856" y="116154"/>
                  </a:lnTo>
                  <a:lnTo>
                    <a:pt x="176263" y="119799"/>
                  </a:lnTo>
                  <a:lnTo>
                    <a:pt x="183718" y="116154"/>
                  </a:lnTo>
                  <a:lnTo>
                    <a:pt x="191681" y="113487"/>
                  </a:lnTo>
                  <a:lnTo>
                    <a:pt x="200025" y="111861"/>
                  </a:lnTo>
                  <a:lnTo>
                    <a:pt x="203962" y="111607"/>
                  </a:lnTo>
                  <a:lnTo>
                    <a:pt x="208597" y="111302"/>
                  </a:lnTo>
                  <a:lnTo>
                    <a:pt x="212153" y="111302"/>
                  </a:lnTo>
                  <a:lnTo>
                    <a:pt x="215734" y="111607"/>
                  </a:lnTo>
                  <a:lnTo>
                    <a:pt x="255346" y="132232"/>
                  </a:lnTo>
                  <a:lnTo>
                    <a:pt x="268859" y="169303"/>
                  </a:lnTo>
                  <a:lnTo>
                    <a:pt x="268859" y="0"/>
                  </a:lnTo>
                  <a:lnTo>
                    <a:pt x="102362" y="0"/>
                  </a:lnTo>
                  <a:lnTo>
                    <a:pt x="102362" y="65366"/>
                  </a:lnTo>
                  <a:lnTo>
                    <a:pt x="102362" y="115747"/>
                  </a:lnTo>
                  <a:lnTo>
                    <a:pt x="102362" y="273977"/>
                  </a:lnTo>
                  <a:lnTo>
                    <a:pt x="98234" y="278104"/>
                  </a:lnTo>
                  <a:lnTo>
                    <a:pt x="51003" y="278104"/>
                  </a:lnTo>
                  <a:lnTo>
                    <a:pt x="46888" y="273977"/>
                  </a:lnTo>
                  <a:lnTo>
                    <a:pt x="46888" y="115747"/>
                  </a:lnTo>
                  <a:lnTo>
                    <a:pt x="51028" y="111607"/>
                  </a:lnTo>
                  <a:lnTo>
                    <a:pt x="98221" y="111607"/>
                  </a:lnTo>
                  <a:lnTo>
                    <a:pt x="102362" y="115747"/>
                  </a:lnTo>
                  <a:lnTo>
                    <a:pt x="102362" y="65366"/>
                  </a:lnTo>
                  <a:lnTo>
                    <a:pt x="100177" y="76161"/>
                  </a:lnTo>
                  <a:lnTo>
                    <a:pt x="94221" y="84988"/>
                  </a:lnTo>
                  <a:lnTo>
                    <a:pt x="85407" y="90932"/>
                  </a:lnTo>
                  <a:lnTo>
                    <a:pt x="74625" y="93103"/>
                  </a:lnTo>
                  <a:lnTo>
                    <a:pt x="63842" y="90932"/>
                  </a:lnTo>
                  <a:lnTo>
                    <a:pt x="55016" y="84988"/>
                  </a:lnTo>
                  <a:lnTo>
                    <a:pt x="49072" y="76161"/>
                  </a:lnTo>
                  <a:lnTo>
                    <a:pt x="46888" y="65366"/>
                  </a:lnTo>
                  <a:lnTo>
                    <a:pt x="49072" y="54571"/>
                  </a:lnTo>
                  <a:lnTo>
                    <a:pt x="55016" y="45758"/>
                  </a:lnTo>
                  <a:lnTo>
                    <a:pt x="63842" y="39801"/>
                  </a:lnTo>
                  <a:lnTo>
                    <a:pt x="74625" y="37617"/>
                  </a:lnTo>
                  <a:lnTo>
                    <a:pt x="85407" y="39801"/>
                  </a:lnTo>
                  <a:lnTo>
                    <a:pt x="94221" y="45758"/>
                  </a:lnTo>
                  <a:lnTo>
                    <a:pt x="100177" y="54571"/>
                  </a:lnTo>
                  <a:lnTo>
                    <a:pt x="102362" y="65366"/>
                  </a:lnTo>
                  <a:lnTo>
                    <a:pt x="102362" y="0"/>
                  </a:lnTo>
                  <a:lnTo>
                    <a:pt x="46888" y="0"/>
                  </a:lnTo>
                  <a:lnTo>
                    <a:pt x="28790" y="3746"/>
                  </a:lnTo>
                  <a:lnTo>
                    <a:pt x="13868" y="13881"/>
                  </a:lnTo>
                  <a:lnTo>
                    <a:pt x="3733" y="28790"/>
                  </a:lnTo>
                  <a:lnTo>
                    <a:pt x="0" y="46888"/>
                  </a:lnTo>
                  <a:lnTo>
                    <a:pt x="0" y="268846"/>
                  </a:lnTo>
                  <a:lnTo>
                    <a:pt x="3733" y="286931"/>
                  </a:lnTo>
                  <a:lnTo>
                    <a:pt x="13868" y="301853"/>
                  </a:lnTo>
                  <a:lnTo>
                    <a:pt x="28790" y="311988"/>
                  </a:lnTo>
                  <a:lnTo>
                    <a:pt x="46888" y="315722"/>
                  </a:lnTo>
                  <a:lnTo>
                    <a:pt x="268859" y="315722"/>
                  </a:lnTo>
                  <a:lnTo>
                    <a:pt x="286931" y="311988"/>
                  </a:lnTo>
                  <a:lnTo>
                    <a:pt x="301853" y="301853"/>
                  </a:lnTo>
                  <a:lnTo>
                    <a:pt x="311988" y="286931"/>
                  </a:lnTo>
                  <a:lnTo>
                    <a:pt x="313804" y="278104"/>
                  </a:lnTo>
                  <a:lnTo>
                    <a:pt x="315722" y="268846"/>
                  </a:lnTo>
                  <a:lnTo>
                    <a:pt x="315722" y="111302"/>
                  </a:lnTo>
                  <a:lnTo>
                    <a:pt x="315722" y="93103"/>
                  </a:lnTo>
                  <a:lnTo>
                    <a:pt x="315722" y="46888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29179" y="2980187"/>
              <a:ext cx="110987" cy="12976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55173" y="2980468"/>
              <a:ext cx="19050" cy="129539"/>
            </a:xfrm>
            <a:custGeom>
              <a:avLst/>
              <a:gdLst/>
              <a:ahLst/>
              <a:cxnLst/>
              <a:rect l="l" t="t" r="r" b="b"/>
              <a:pathLst>
                <a:path w="19050" h="129539">
                  <a:moveTo>
                    <a:pt x="18514" y="129485"/>
                  </a:moveTo>
                  <a:lnTo>
                    <a:pt x="0" y="129485"/>
                  </a:lnTo>
                  <a:lnTo>
                    <a:pt x="0" y="0"/>
                  </a:lnTo>
                  <a:lnTo>
                    <a:pt x="18514" y="0"/>
                  </a:lnTo>
                  <a:lnTo>
                    <a:pt x="18514" y="129485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5355631" y="2664098"/>
            <a:ext cx="687070" cy="688340"/>
            <a:chOff x="5355631" y="2664098"/>
            <a:chExt cx="687070" cy="688340"/>
          </a:xfrm>
        </p:grpSpPr>
        <p:sp>
          <p:nvSpPr>
            <p:cNvPr id="39" name="object 39"/>
            <p:cNvSpPr/>
            <p:nvPr/>
          </p:nvSpPr>
          <p:spPr>
            <a:xfrm>
              <a:off x="5369918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8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2" y="656123"/>
                  </a:lnTo>
                  <a:lnTo>
                    <a:pt x="329099" y="659699"/>
                  </a:lnTo>
                  <a:lnTo>
                    <a:pt x="280468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50924" y="2913264"/>
              <a:ext cx="99875" cy="1913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541165" y="2850369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269453" y="315706"/>
                  </a:moveTo>
                  <a:lnTo>
                    <a:pt x="46253" y="315706"/>
                  </a:lnTo>
                  <a:lnTo>
                    <a:pt x="28260" y="312063"/>
                  </a:lnTo>
                  <a:lnTo>
                    <a:pt x="13556" y="302137"/>
                  </a:lnTo>
                  <a:lnTo>
                    <a:pt x="3638" y="287432"/>
                  </a:lnTo>
                  <a:lnTo>
                    <a:pt x="0" y="269453"/>
                  </a:lnTo>
                  <a:lnTo>
                    <a:pt x="6" y="46219"/>
                  </a:lnTo>
                  <a:lnTo>
                    <a:pt x="3647" y="28245"/>
                  </a:lnTo>
                  <a:lnTo>
                    <a:pt x="13562" y="13552"/>
                  </a:lnTo>
                  <a:lnTo>
                    <a:pt x="28262" y="3637"/>
                  </a:lnTo>
                  <a:lnTo>
                    <a:pt x="46253" y="0"/>
                  </a:lnTo>
                  <a:lnTo>
                    <a:pt x="269453" y="0"/>
                  </a:lnTo>
                  <a:lnTo>
                    <a:pt x="287446" y="3637"/>
                  </a:lnTo>
                  <a:lnTo>
                    <a:pt x="302150" y="13552"/>
                  </a:lnTo>
                  <a:lnTo>
                    <a:pt x="312068" y="28245"/>
                  </a:lnTo>
                  <a:lnTo>
                    <a:pt x="315334" y="44381"/>
                  </a:lnTo>
                  <a:lnTo>
                    <a:pt x="137417" y="44381"/>
                  </a:lnTo>
                  <a:lnTo>
                    <a:pt x="133559" y="47660"/>
                  </a:lnTo>
                  <a:lnTo>
                    <a:pt x="114939" y="87937"/>
                  </a:lnTo>
                  <a:lnTo>
                    <a:pt x="94940" y="92191"/>
                  </a:lnTo>
                  <a:lnTo>
                    <a:pt x="91247" y="96165"/>
                  </a:lnTo>
                  <a:lnTo>
                    <a:pt x="91247" y="147552"/>
                  </a:lnTo>
                  <a:lnTo>
                    <a:pt x="95371" y="151676"/>
                  </a:lnTo>
                  <a:lnTo>
                    <a:pt x="120841" y="151676"/>
                  </a:lnTo>
                  <a:lnTo>
                    <a:pt x="120841" y="213230"/>
                  </a:lnTo>
                  <a:lnTo>
                    <a:pt x="124835" y="234638"/>
                  </a:lnTo>
                  <a:lnTo>
                    <a:pt x="137074" y="253770"/>
                  </a:lnTo>
                  <a:lnTo>
                    <a:pt x="157938" y="267524"/>
                  </a:lnTo>
                  <a:lnTo>
                    <a:pt x="187810" y="272798"/>
                  </a:lnTo>
                  <a:lnTo>
                    <a:pt x="315029" y="272798"/>
                  </a:lnTo>
                  <a:lnTo>
                    <a:pt x="312068" y="287432"/>
                  </a:lnTo>
                  <a:lnTo>
                    <a:pt x="302150" y="302137"/>
                  </a:lnTo>
                  <a:lnTo>
                    <a:pt x="287446" y="312063"/>
                  </a:lnTo>
                  <a:lnTo>
                    <a:pt x="269453" y="315706"/>
                  </a:lnTo>
                  <a:close/>
                </a:path>
                <a:path w="316229" h="316230">
                  <a:moveTo>
                    <a:pt x="315029" y="272798"/>
                  </a:moveTo>
                  <a:lnTo>
                    <a:pt x="187810" y="272798"/>
                  </a:lnTo>
                  <a:lnTo>
                    <a:pt x="199700" y="272567"/>
                  </a:lnTo>
                  <a:lnTo>
                    <a:pt x="209774" y="272055"/>
                  </a:lnTo>
                  <a:lnTo>
                    <a:pt x="216860" y="271534"/>
                  </a:lnTo>
                  <a:lnTo>
                    <a:pt x="219789" y="271275"/>
                  </a:lnTo>
                  <a:lnTo>
                    <a:pt x="224541" y="270761"/>
                  </a:lnTo>
                  <a:lnTo>
                    <a:pt x="227539" y="266820"/>
                  </a:lnTo>
                  <a:lnTo>
                    <a:pt x="227539" y="212552"/>
                  </a:lnTo>
                  <a:lnTo>
                    <a:pt x="224011" y="208395"/>
                  </a:lnTo>
                  <a:lnTo>
                    <a:pt x="186022" y="208395"/>
                  </a:lnTo>
                  <a:lnTo>
                    <a:pt x="184349" y="207666"/>
                  </a:lnTo>
                  <a:lnTo>
                    <a:pt x="184151" y="207319"/>
                  </a:lnTo>
                  <a:lnTo>
                    <a:pt x="183737" y="205994"/>
                  </a:lnTo>
                  <a:lnTo>
                    <a:pt x="183737" y="151676"/>
                  </a:lnTo>
                  <a:lnTo>
                    <a:pt x="224011" y="151676"/>
                  </a:lnTo>
                  <a:lnTo>
                    <a:pt x="228151" y="147552"/>
                  </a:lnTo>
                  <a:lnTo>
                    <a:pt x="228151" y="92919"/>
                  </a:lnTo>
                  <a:lnTo>
                    <a:pt x="224011" y="88779"/>
                  </a:lnTo>
                  <a:lnTo>
                    <a:pt x="183124" y="88779"/>
                  </a:lnTo>
                  <a:lnTo>
                    <a:pt x="183124" y="48538"/>
                  </a:lnTo>
                  <a:lnTo>
                    <a:pt x="179596" y="44381"/>
                  </a:lnTo>
                  <a:lnTo>
                    <a:pt x="315334" y="44381"/>
                  </a:lnTo>
                  <a:lnTo>
                    <a:pt x="315706" y="46219"/>
                  </a:lnTo>
                  <a:lnTo>
                    <a:pt x="315706" y="269453"/>
                  </a:lnTo>
                  <a:lnTo>
                    <a:pt x="315442" y="270761"/>
                  </a:lnTo>
                  <a:lnTo>
                    <a:pt x="315338" y="271275"/>
                  </a:lnTo>
                  <a:lnTo>
                    <a:pt x="315285" y="271534"/>
                  </a:lnTo>
                  <a:lnTo>
                    <a:pt x="315180" y="272055"/>
                  </a:lnTo>
                  <a:lnTo>
                    <a:pt x="315076" y="272567"/>
                  </a:lnTo>
                  <a:lnTo>
                    <a:pt x="315029" y="272798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/>
          <p:nvPr/>
        </p:nvSpPr>
        <p:spPr>
          <a:xfrm>
            <a:off x="6827410" y="3024040"/>
            <a:ext cx="2317115" cy="2119630"/>
          </a:xfrm>
          <a:custGeom>
            <a:avLst/>
            <a:gdLst/>
            <a:ahLst/>
            <a:cxnLst/>
            <a:rect l="l" t="t" r="r" b="b"/>
            <a:pathLst>
              <a:path w="2317115" h="2119629">
                <a:moveTo>
                  <a:pt x="1273098" y="2119459"/>
                </a:moveTo>
                <a:lnTo>
                  <a:pt x="0" y="2119459"/>
                </a:lnTo>
                <a:lnTo>
                  <a:pt x="676951" y="1442358"/>
                </a:lnTo>
                <a:lnTo>
                  <a:pt x="676951" y="1226727"/>
                </a:lnTo>
                <a:lnTo>
                  <a:pt x="1476616" y="427062"/>
                </a:lnTo>
                <a:lnTo>
                  <a:pt x="1889599" y="427062"/>
                </a:lnTo>
                <a:lnTo>
                  <a:pt x="2316589" y="0"/>
                </a:lnTo>
                <a:lnTo>
                  <a:pt x="2316589" y="1075825"/>
                </a:lnTo>
                <a:lnTo>
                  <a:pt x="1273098" y="2119459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943893" y="0"/>
            <a:ext cx="2200275" cy="3408045"/>
            <a:chOff x="6943893" y="0"/>
            <a:chExt cx="2200275" cy="3408045"/>
          </a:xfrm>
        </p:grpSpPr>
        <p:sp>
          <p:nvSpPr>
            <p:cNvPr id="5" name="object 5"/>
            <p:cNvSpPr/>
            <p:nvPr/>
          </p:nvSpPr>
          <p:spPr>
            <a:xfrm>
              <a:off x="6943890" y="0"/>
              <a:ext cx="2176780" cy="3326129"/>
            </a:xfrm>
            <a:custGeom>
              <a:avLst/>
              <a:gdLst/>
              <a:ahLst/>
              <a:cxnLst/>
              <a:rect l="l" t="t" r="r" b="b"/>
              <a:pathLst>
                <a:path w="2176779" h="3326129">
                  <a:moveTo>
                    <a:pt x="2176221" y="1383436"/>
                  </a:moveTo>
                  <a:lnTo>
                    <a:pt x="2140788" y="1348003"/>
                  </a:lnTo>
                  <a:lnTo>
                    <a:pt x="2140788" y="1405699"/>
                  </a:lnTo>
                  <a:lnTo>
                    <a:pt x="2140788" y="1691652"/>
                  </a:lnTo>
                  <a:lnTo>
                    <a:pt x="2103539" y="1728901"/>
                  </a:lnTo>
                  <a:lnTo>
                    <a:pt x="2103539" y="1778863"/>
                  </a:lnTo>
                  <a:lnTo>
                    <a:pt x="2103539" y="2091169"/>
                  </a:lnTo>
                  <a:lnTo>
                    <a:pt x="1552524" y="2642184"/>
                  </a:lnTo>
                  <a:lnTo>
                    <a:pt x="1552524" y="2329878"/>
                  </a:lnTo>
                  <a:lnTo>
                    <a:pt x="2103539" y="1778863"/>
                  </a:lnTo>
                  <a:lnTo>
                    <a:pt x="2103539" y="1728901"/>
                  </a:lnTo>
                  <a:lnTo>
                    <a:pt x="1802777" y="2029587"/>
                  </a:lnTo>
                  <a:lnTo>
                    <a:pt x="1344371" y="1571155"/>
                  </a:lnTo>
                  <a:lnTo>
                    <a:pt x="1344371" y="992441"/>
                  </a:lnTo>
                  <a:lnTo>
                    <a:pt x="743953" y="392036"/>
                  </a:lnTo>
                  <a:lnTo>
                    <a:pt x="1134846" y="392036"/>
                  </a:lnTo>
                  <a:lnTo>
                    <a:pt x="1615782" y="872972"/>
                  </a:lnTo>
                  <a:lnTo>
                    <a:pt x="1615782" y="1017422"/>
                  </a:lnTo>
                  <a:lnTo>
                    <a:pt x="1809864" y="1211618"/>
                  </a:lnTo>
                  <a:lnTo>
                    <a:pt x="2003945" y="1405699"/>
                  </a:lnTo>
                  <a:lnTo>
                    <a:pt x="2140788" y="1405699"/>
                  </a:lnTo>
                  <a:lnTo>
                    <a:pt x="2140788" y="1348003"/>
                  </a:lnTo>
                  <a:lnTo>
                    <a:pt x="1154823" y="361937"/>
                  </a:lnTo>
                  <a:lnTo>
                    <a:pt x="1149375" y="356946"/>
                  </a:lnTo>
                  <a:lnTo>
                    <a:pt x="406565" y="356946"/>
                  </a:lnTo>
                  <a:lnTo>
                    <a:pt x="49796" y="0"/>
                  </a:lnTo>
                  <a:lnTo>
                    <a:pt x="0" y="0"/>
                  </a:lnTo>
                  <a:lnTo>
                    <a:pt x="392023" y="392036"/>
                  </a:lnTo>
                  <a:lnTo>
                    <a:pt x="723963" y="392036"/>
                  </a:lnTo>
                  <a:lnTo>
                    <a:pt x="1330286" y="998347"/>
                  </a:lnTo>
                  <a:lnTo>
                    <a:pt x="1330286" y="1577060"/>
                  </a:lnTo>
                  <a:lnTo>
                    <a:pt x="1792782" y="2039581"/>
                  </a:lnTo>
                  <a:lnTo>
                    <a:pt x="1517091" y="2315222"/>
                  </a:lnTo>
                  <a:lnTo>
                    <a:pt x="1517091" y="2857157"/>
                  </a:lnTo>
                  <a:lnTo>
                    <a:pt x="1985772" y="3325825"/>
                  </a:lnTo>
                  <a:lnTo>
                    <a:pt x="2010752" y="3301301"/>
                  </a:lnTo>
                  <a:lnTo>
                    <a:pt x="1552524" y="2842615"/>
                  </a:lnTo>
                  <a:lnTo>
                    <a:pt x="1552524" y="2662174"/>
                  </a:lnTo>
                  <a:lnTo>
                    <a:pt x="2117623" y="2097074"/>
                  </a:lnTo>
                  <a:lnTo>
                    <a:pt x="2117623" y="1764779"/>
                  </a:lnTo>
                  <a:lnTo>
                    <a:pt x="2176221" y="1706181"/>
                  </a:lnTo>
                  <a:lnTo>
                    <a:pt x="2176221" y="138343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436" y="3274300"/>
              <a:ext cx="132244" cy="1335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71635" y="0"/>
              <a:ext cx="672465" cy="672465"/>
            </a:xfrm>
            <a:custGeom>
              <a:avLst/>
              <a:gdLst/>
              <a:ahLst/>
              <a:cxnLst/>
              <a:rect l="l" t="t" r="r" b="b"/>
              <a:pathLst>
                <a:path w="672465" h="672465">
                  <a:moveTo>
                    <a:pt x="672364" y="672363"/>
                  </a:moveTo>
                  <a:lnTo>
                    <a:pt x="0" y="0"/>
                  </a:lnTo>
                  <a:lnTo>
                    <a:pt x="52201" y="0"/>
                  </a:lnTo>
                  <a:lnTo>
                    <a:pt x="672364" y="620354"/>
                  </a:lnTo>
                  <a:lnTo>
                    <a:pt x="672364" y="67236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883942" y="3607148"/>
            <a:ext cx="3373754" cy="826769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CREDITS: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presentation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</a:t>
            </a:r>
            <a:r>
              <a:rPr dirty="0" sz="12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was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created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by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14"/>
              </a:rPr>
              <a:t>Slidesgo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including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icons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by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  <a:hlinkClick r:id="rId15"/>
              </a:rPr>
              <a:t>Flaticon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and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infographics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&amp;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images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by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  <a:hlinkClick r:id="rId16"/>
              </a:rPr>
              <a:t>Freepik</a:t>
            </a:r>
            <a:endParaRPr sz="1200">
              <a:latin typeface="Roboto"/>
              <a:cs typeface="Roboto"/>
            </a:endParaRPr>
          </a:p>
          <a:p>
            <a:pPr algn="ctr" marL="635">
              <a:lnSpc>
                <a:spcPct val="100000"/>
              </a:lnSpc>
              <a:spcBef>
                <a:spcPts val="525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Please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keep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attribution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35784" y="3580602"/>
            <a:ext cx="1408430" cy="890269"/>
            <a:chOff x="7735784" y="3580602"/>
            <a:chExt cx="1408430" cy="890269"/>
          </a:xfrm>
        </p:grpSpPr>
        <p:sp>
          <p:nvSpPr>
            <p:cNvPr id="9" name="object 9"/>
            <p:cNvSpPr/>
            <p:nvPr/>
          </p:nvSpPr>
          <p:spPr>
            <a:xfrm>
              <a:off x="7782979" y="3691902"/>
              <a:ext cx="1361440" cy="778510"/>
            </a:xfrm>
            <a:custGeom>
              <a:avLst/>
              <a:gdLst/>
              <a:ahLst/>
              <a:cxnLst/>
              <a:rect l="l" t="t" r="r" b="b"/>
              <a:pathLst>
                <a:path w="1361440" h="778510">
                  <a:moveTo>
                    <a:pt x="1361020" y="742950"/>
                  </a:moveTo>
                  <a:lnTo>
                    <a:pt x="34759" y="742950"/>
                  </a:lnTo>
                  <a:lnTo>
                    <a:pt x="34759" y="0"/>
                  </a:lnTo>
                  <a:lnTo>
                    <a:pt x="0" y="0"/>
                  </a:lnTo>
                  <a:lnTo>
                    <a:pt x="0" y="742950"/>
                  </a:lnTo>
                  <a:lnTo>
                    <a:pt x="0" y="778510"/>
                  </a:lnTo>
                  <a:lnTo>
                    <a:pt x="1361020" y="778510"/>
                  </a:lnTo>
                  <a:lnTo>
                    <a:pt x="1361020" y="74295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5784" y="3580602"/>
              <a:ext cx="126643" cy="1290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95257" y="3995603"/>
              <a:ext cx="780415" cy="457200"/>
            </a:xfrm>
            <a:custGeom>
              <a:avLst/>
              <a:gdLst/>
              <a:ahLst/>
              <a:cxnLst/>
              <a:rect l="l" t="t" r="r" b="b"/>
              <a:pathLst>
                <a:path w="780415" h="457200">
                  <a:moveTo>
                    <a:pt x="770423" y="457055"/>
                  </a:moveTo>
                  <a:lnTo>
                    <a:pt x="554307" y="240939"/>
                  </a:lnTo>
                  <a:lnTo>
                    <a:pt x="233637" y="240939"/>
                  </a:lnTo>
                  <a:lnTo>
                    <a:pt x="0" y="7301"/>
                  </a:lnTo>
                  <a:lnTo>
                    <a:pt x="9929" y="0"/>
                  </a:lnTo>
                  <a:lnTo>
                    <a:pt x="238602" y="228381"/>
                  </a:lnTo>
                  <a:lnTo>
                    <a:pt x="561608" y="228381"/>
                  </a:lnTo>
                  <a:lnTo>
                    <a:pt x="780352" y="447125"/>
                  </a:lnTo>
                  <a:lnTo>
                    <a:pt x="770423" y="457055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Invention in Canada Thesis by Slidesgo</dc:title>
  <dcterms:created xsi:type="dcterms:W3CDTF">2026-09-24T18:07:45Z</dcterms:created>
  <dcterms:modified xsi:type="dcterms:W3CDTF">2026-09-24T18:07:45Z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2026-09-24T00:00:00Z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2026-09-24T00:00:00Z</vt:filetime>
  </property>
</Properties>
</file>